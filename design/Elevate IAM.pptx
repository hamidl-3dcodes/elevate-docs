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8"/>
  </p:notesMasterIdLst>
  <p:sldIdLst>
    <p:sldId id="402" r:id="rId2"/>
    <p:sldId id="403" r:id="rId3"/>
    <p:sldId id="388" r:id="rId4"/>
    <p:sldId id="391" r:id="rId5"/>
    <p:sldId id="392" r:id="rId6"/>
    <p:sldId id="39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58310D1-520F-E340-9DC9-983DD70B5F84}">
          <p14:sldIdLst>
            <p14:sldId id="402"/>
            <p14:sldId id="403"/>
            <p14:sldId id="388"/>
            <p14:sldId id="391"/>
            <p14:sldId id="392"/>
            <p14:sldId id="3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A2FD"/>
    <a:srgbClr val="B9AE30"/>
    <a:srgbClr val="B8AC2F"/>
    <a:srgbClr val="FDBCDA"/>
    <a:srgbClr val="FDD0E7"/>
    <a:srgbClr val="F8CEFD"/>
    <a:srgbClr val="A0C0E1"/>
    <a:srgbClr val="6BA9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19"/>
    <p:restoredTop sz="96827"/>
  </p:normalViewPr>
  <p:slideViewPr>
    <p:cSldViewPr snapToGrid="0" snapToObjects="1">
      <p:cViewPr varScale="1">
        <p:scale>
          <a:sx n="127" d="100"/>
          <a:sy n="127" d="100"/>
        </p:scale>
        <p:origin x="1008" y="4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3B5E4-7B7D-514D-B202-4AAF6B51BB93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E4701D-FC48-104F-98C6-7719D862D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9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7BA37-9338-55DF-A474-EF82B708F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F83919-86A2-92E0-EF18-695FFCB14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41D43-CF22-E84F-E2AC-2E3DC6030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11ACF-B422-76EE-EB8A-B5ECE0070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73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F5F78-801C-F968-B877-B82826CF9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25969-08EE-6FCB-AD31-D0244AF31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6BCEA-DCC4-0E66-43A6-1735A0BB5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0B36D-D553-3D04-DEC7-E7395CE9D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58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C0EA9-18A7-09F7-7EC9-1D2A697D4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8EC840-170E-F287-737C-34687EACC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7F452-5847-27E2-96E2-5260F1881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17BBD-3C18-BA08-87ED-EDA5A95CAA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47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D2A85-19BB-A611-F740-F1745468F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B1FBF7-F402-44EC-0F15-1995D5478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3BD137-53A8-CE95-E35C-113D95037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2853A-DE8A-2C40-C17B-8F3D4BFA4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4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E6003-8D6B-FD2A-0E66-03C5F6879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7AC3B-248C-5BD7-6844-0740DD823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55FBF8-B1A0-A42A-794F-BDA4EB58C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318A6-A17A-1552-5F99-211945251A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95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3B176-2ABE-EBC3-B145-1756D6CEA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A8C74-DA66-48A5-B87B-4E73D843A5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7B930D-C8FC-614A-AFEC-5D8A97E98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FEB52-3BFB-6770-F7D8-B3B5FD8B8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254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5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52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1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0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9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5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59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79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95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0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34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11/29/25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7661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88" r:id="rId2"/>
    <p:sldLayoutId id="2147483690" r:id="rId3"/>
    <p:sldLayoutId id="2147483691" r:id="rId4"/>
    <p:sldLayoutId id="2147483692" r:id="rId5"/>
    <p:sldLayoutId id="2147483693" r:id="rId6"/>
    <p:sldLayoutId id="2147483698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B7753-691D-4D65-DDB0-6C08FFE78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B0C89-8517-E62C-C1D1-C0819EEBB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43" y="188747"/>
            <a:ext cx="6112748" cy="681503"/>
          </a:xfrm>
        </p:spPr>
        <p:txBody>
          <a:bodyPr>
            <a:normAutofit fontScale="90000"/>
          </a:bodyPr>
          <a:lstStyle/>
          <a:p>
            <a:r>
              <a:rPr lang="en-GB" sz="2400" dirty="0"/>
              <a:t>Cognito as Authoriser – High level Architecture</a:t>
            </a:r>
          </a:p>
        </p:txBody>
      </p:sp>
      <p:pic>
        <p:nvPicPr>
          <p:cNvPr id="14338" name="Picture 2" descr="Secure Your APIs with Cognito Authorizers for AWS API ...">
            <a:extLst>
              <a:ext uri="{FF2B5EF4-FFF2-40B4-BE49-F238E27FC236}">
                <a16:creationId xmlns:a16="http://schemas.microsoft.com/office/drawing/2014/main" id="{407B2370-BEDD-F021-3CAB-A649A8BFC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105" y="1298054"/>
            <a:ext cx="6972300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0881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35CE7-DE98-DA5D-ADAE-64899B3FA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80E1F-D320-541C-B42A-C61E049B3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43" y="188747"/>
            <a:ext cx="6112748" cy="681503"/>
          </a:xfrm>
        </p:spPr>
        <p:txBody>
          <a:bodyPr>
            <a:normAutofit fontScale="90000"/>
          </a:bodyPr>
          <a:lstStyle/>
          <a:p>
            <a:r>
              <a:rPr lang="en-GB" sz="2400" dirty="0"/>
              <a:t>Fine grained authorization – High level Architecture</a:t>
            </a:r>
          </a:p>
        </p:txBody>
      </p:sp>
      <p:pic>
        <p:nvPicPr>
          <p:cNvPr id="16386" name="Picture 2" descr="Use Amazon Cognito to add claims to an identity token for fine-grained  authorization | AWS Security Blog">
            <a:extLst>
              <a:ext uri="{FF2B5EF4-FFF2-40B4-BE49-F238E27FC236}">
                <a16:creationId xmlns:a16="http://schemas.microsoft.com/office/drawing/2014/main" id="{817BC7F1-5345-B7CF-D37A-269A0076D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626" y="928653"/>
            <a:ext cx="9959906" cy="5803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6765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31B43-9B87-34A1-A57C-A7346F4EC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C4B3516-7841-EBB3-573D-AFBC1C885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6" y="107359"/>
            <a:ext cx="7685037" cy="533991"/>
          </a:xfrm>
        </p:spPr>
        <p:txBody>
          <a:bodyPr>
            <a:normAutofit/>
          </a:bodyPr>
          <a:lstStyle/>
          <a:p>
            <a:r>
              <a:rPr lang="en-GB" sz="2300" dirty="0" err="1"/>
              <a:t>Hasura</a:t>
            </a:r>
            <a:r>
              <a:rPr lang="en-GB" sz="2300" dirty="0"/>
              <a:t> authentication</a:t>
            </a:r>
          </a:p>
        </p:txBody>
      </p:sp>
      <p:pic>
        <p:nvPicPr>
          <p:cNvPr id="4098" name="Picture 2" descr="Authentication using JWT">
            <a:extLst>
              <a:ext uri="{FF2B5EF4-FFF2-40B4-BE49-F238E27FC236}">
                <a16:creationId xmlns:a16="http://schemas.microsoft.com/office/drawing/2014/main" id="{E295505E-3FDE-1E7F-E9F0-58101F65F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012" y="107359"/>
            <a:ext cx="9502866" cy="6562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3157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F7E36-D718-C78F-8BBB-B6BED048A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E1F9F9B-E9B9-66AE-616A-A42CCCAF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6" y="107359"/>
            <a:ext cx="7685037" cy="533991"/>
          </a:xfrm>
        </p:spPr>
        <p:txBody>
          <a:bodyPr>
            <a:normAutofit/>
          </a:bodyPr>
          <a:lstStyle/>
          <a:p>
            <a:r>
              <a:rPr lang="en-GB" sz="2300" dirty="0" err="1"/>
              <a:t>Hasura</a:t>
            </a:r>
            <a:r>
              <a:rPr lang="en-GB" sz="2300" dirty="0"/>
              <a:t> authentication</a:t>
            </a:r>
          </a:p>
        </p:txBody>
      </p:sp>
      <p:pic>
        <p:nvPicPr>
          <p:cNvPr id="8194" name="Picture 2" descr="Authentication and authorization with Hasura">
            <a:extLst>
              <a:ext uri="{FF2B5EF4-FFF2-40B4-BE49-F238E27FC236}">
                <a16:creationId xmlns:a16="http://schemas.microsoft.com/office/drawing/2014/main" id="{14C9DEA8-51E1-ABD0-3E58-B59A4F722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00" y="0"/>
            <a:ext cx="9931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4447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1FD8E-F59F-1152-5F23-6F4D8563E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421BCD-E10F-4DEA-E09A-0335741DE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6" y="107359"/>
            <a:ext cx="7685037" cy="533991"/>
          </a:xfrm>
        </p:spPr>
        <p:txBody>
          <a:bodyPr>
            <a:normAutofit/>
          </a:bodyPr>
          <a:lstStyle/>
          <a:p>
            <a:r>
              <a:rPr lang="en-GB" sz="2300" dirty="0" err="1"/>
              <a:t>Hasura</a:t>
            </a:r>
            <a:r>
              <a:rPr lang="en-GB" sz="2300" dirty="0"/>
              <a:t> authentication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E8C6ECC3-D0E6-1FEC-2B8E-CEADDD80C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925"/>
            <a:ext cx="12192000" cy="678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917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C14A6-8B86-257A-26CE-7B4038B2B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C50FC2F-E8FB-4383-F167-55C6E3BB8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6" y="107359"/>
            <a:ext cx="7685037" cy="533991"/>
          </a:xfrm>
        </p:spPr>
        <p:txBody>
          <a:bodyPr>
            <a:normAutofit/>
          </a:bodyPr>
          <a:lstStyle/>
          <a:p>
            <a:r>
              <a:rPr lang="en-GB" sz="2300" dirty="0" err="1"/>
              <a:t>Hasura</a:t>
            </a:r>
            <a:r>
              <a:rPr lang="en-GB" sz="2300" dirty="0"/>
              <a:t> authentication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E9E655-CD8C-E771-930D-97FB4BBBD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865425"/>
            <a:ext cx="7772400" cy="312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6275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VTI">
  <a:themeElements>
    <a:clrScheme name="AnalogousFromRegularSeedRightStep">
      <a:dk1>
        <a:srgbClr val="000000"/>
      </a:dk1>
      <a:lt1>
        <a:srgbClr val="FFFFFF"/>
      </a:lt1>
      <a:dk2>
        <a:srgbClr val="1B2430"/>
      </a:dk2>
      <a:lt2>
        <a:srgbClr val="F3F0F0"/>
      </a:lt2>
      <a:accent1>
        <a:srgbClr val="45AFB0"/>
      </a:accent1>
      <a:accent2>
        <a:srgbClr val="3B7EB1"/>
      </a:accent2>
      <a:accent3>
        <a:srgbClr val="4D5FC3"/>
      </a:accent3>
      <a:accent4>
        <a:srgbClr val="5C3DB2"/>
      </a:accent4>
      <a:accent5>
        <a:srgbClr val="9D4DC3"/>
      </a:accent5>
      <a:accent6>
        <a:srgbClr val="B13BA6"/>
      </a:accent6>
      <a:hlink>
        <a:srgbClr val="BF413F"/>
      </a:hlink>
      <a:folHlink>
        <a:srgbClr val="7F7F7F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412200</TotalTime>
  <Words>28</Words>
  <Application>Microsoft Macintosh PowerPoint</Application>
  <PresentationFormat>Widescreen</PresentationFormat>
  <Paragraphs>12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Gill Sans Nova</vt:lpstr>
      <vt:lpstr>TropicVTI</vt:lpstr>
      <vt:lpstr>Cognito as Authoriser – High level Architecture</vt:lpstr>
      <vt:lpstr>Fine grained authorization – High level Architecture</vt:lpstr>
      <vt:lpstr>Hasura authentication</vt:lpstr>
      <vt:lpstr>Hasura authentication</vt:lpstr>
      <vt:lpstr>Hasura authentication</vt:lpstr>
      <vt:lpstr>Hasura authentication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payment process</dc:title>
  <dc:creator>Hamid Lahooti</dc:creator>
  <cp:lastModifiedBy>no-reply</cp:lastModifiedBy>
  <cp:revision>736</cp:revision>
  <cp:lastPrinted>2022-04-28T06:37:59Z</cp:lastPrinted>
  <dcterms:created xsi:type="dcterms:W3CDTF">2022-04-22T06:49:27Z</dcterms:created>
  <dcterms:modified xsi:type="dcterms:W3CDTF">2025-12-05T09:11:42Z</dcterms:modified>
</cp:coreProperties>
</file>