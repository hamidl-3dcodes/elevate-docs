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6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7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23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26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9" r:id="rId1"/>
  </p:sldMasterIdLst>
  <p:notesMasterIdLst>
    <p:notesMasterId r:id="rId62"/>
  </p:notesMasterIdLst>
  <p:sldIdLst>
    <p:sldId id="371" r:id="rId2"/>
    <p:sldId id="359" r:id="rId3"/>
    <p:sldId id="360" r:id="rId4"/>
    <p:sldId id="383" r:id="rId5"/>
    <p:sldId id="375" r:id="rId6"/>
    <p:sldId id="379" r:id="rId7"/>
    <p:sldId id="399" r:id="rId8"/>
    <p:sldId id="421" r:id="rId9"/>
    <p:sldId id="400" r:id="rId10"/>
    <p:sldId id="404" r:id="rId11"/>
    <p:sldId id="407" r:id="rId12"/>
    <p:sldId id="422" r:id="rId13"/>
    <p:sldId id="423" r:id="rId14"/>
    <p:sldId id="405" r:id="rId15"/>
    <p:sldId id="370" r:id="rId16"/>
    <p:sldId id="349" r:id="rId17"/>
    <p:sldId id="363" r:id="rId18"/>
    <p:sldId id="362" r:id="rId19"/>
    <p:sldId id="384" r:id="rId20"/>
    <p:sldId id="402" r:id="rId21"/>
    <p:sldId id="382" r:id="rId22"/>
    <p:sldId id="406" r:id="rId23"/>
    <p:sldId id="365" r:id="rId24"/>
    <p:sldId id="368" r:id="rId25"/>
    <p:sldId id="367" r:id="rId26"/>
    <p:sldId id="366" r:id="rId27"/>
    <p:sldId id="364" r:id="rId28"/>
    <p:sldId id="403" r:id="rId29"/>
    <p:sldId id="372" r:id="rId30"/>
    <p:sldId id="397" r:id="rId31"/>
    <p:sldId id="378" r:id="rId32"/>
    <p:sldId id="369" r:id="rId33"/>
    <p:sldId id="377" r:id="rId34"/>
    <p:sldId id="380" r:id="rId35"/>
    <p:sldId id="385" r:id="rId36"/>
    <p:sldId id="388" r:id="rId37"/>
    <p:sldId id="391" r:id="rId38"/>
    <p:sldId id="392" r:id="rId39"/>
    <p:sldId id="393" r:id="rId40"/>
    <p:sldId id="401" r:id="rId41"/>
    <p:sldId id="394" r:id="rId42"/>
    <p:sldId id="395" r:id="rId43"/>
    <p:sldId id="389" r:id="rId44"/>
    <p:sldId id="386" r:id="rId45"/>
    <p:sldId id="398" r:id="rId46"/>
    <p:sldId id="387" r:id="rId47"/>
    <p:sldId id="408" r:id="rId48"/>
    <p:sldId id="410" r:id="rId49"/>
    <p:sldId id="420" r:id="rId50"/>
    <p:sldId id="409" r:id="rId51"/>
    <p:sldId id="412" r:id="rId52"/>
    <p:sldId id="413" r:id="rId53"/>
    <p:sldId id="411" r:id="rId54"/>
    <p:sldId id="414" r:id="rId55"/>
    <p:sldId id="415" r:id="rId56"/>
    <p:sldId id="416" r:id="rId57"/>
    <p:sldId id="417" r:id="rId58"/>
    <p:sldId id="418" r:id="rId59"/>
    <p:sldId id="419" r:id="rId60"/>
    <p:sldId id="396" r:id="rId6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58310D1-520F-E340-9DC9-983DD70B5F84}">
          <p14:sldIdLst>
            <p14:sldId id="371"/>
            <p14:sldId id="359"/>
            <p14:sldId id="360"/>
            <p14:sldId id="383"/>
            <p14:sldId id="375"/>
            <p14:sldId id="379"/>
            <p14:sldId id="399"/>
            <p14:sldId id="421"/>
            <p14:sldId id="400"/>
            <p14:sldId id="404"/>
            <p14:sldId id="407"/>
            <p14:sldId id="422"/>
            <p14:sldId id="423"/>
            <p14:sldId id="405"/>
            <p14:sldId id="370"/>
            <p14:sldId id="349"/>
            <p14:sldId id="363"/>
            <p14:sldId id="362"/>
            <p14:sldId id="384"/>
            <p14:sldId id="402"/>
            <p14:sldId id="382"/>
            <p14:sldId id="406"/>
            <p14:sldId id="365"/>
            <p14:sldId id="368"/>
            <p14:sldId id="367"/>
            <p14:sldId id="366"/>
            <p14:sldId id="364"/>
            <p14:sldId id="403"/>
            <p14:sldId id="372"/>
            <p14:sldId id="397"/>
            <p14:sldId id="378"/>
            <p14:sldId id="369"/>
            <p14:sldId id="377"/>
            <p14:sldId id="380"/>
            <p14:sldId id="385"/>
            <p14:sldId id="388"/>
            <p14:sldId id="391"/>
            <p14:sldId id="392"/>
            <p14:sldId id="393"/>
            <p14:sldId id="401"/>
            <p14:sldId id="394"/>
            <p14:sldId id="395"/>
            <p14:sldId id="389"/>
            <p14:sldId id="386"/>
            <p14:sldId id="398"/>
            <p14:sldId id="387"/>
            <p14:sldId id="408"/>
            <p14:sldId id="410"/>
            <p14:sldId id="420"/>
            <p14:sldId id="409"/>
            <p14:sldId id="412"/>
            <p14:sldId id="413"/>
            <p14:sldId id="411"/>
            <p14:sldId id="414"/>
            <p14:sldId id="415"/>
            <p14:sldId id="416"/>
            <p14:sldId id="417"/>
            <p14:sldId id="418"/>
            <p14:sldId id="419"/>
            <p14:sldId id="39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A2FD"/>
    <a:srgbClr val="B9AE30"/>
    <a:srgbClr val="B8AC2F"/>
    <a:srgbClr val="FDBCDA"/>
    <a:srgbClr val="FDD0E7"/>
    <a:srgbClr val="F8CEFD"/>
    <a:srgbClr val="A0C0E1"/>
    <a:srgbClr val="6BA9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642"/>
    <p:restoredTop sz="96827"/>
  </p:normalViewPr>
  <p:slideViewPr>
    <p:cSldViewPr snapToGrid="0" snapToObjects="1">
      <p:cViewPr varScale="1">
        <p:scale>
          <a:sx n="129" d="100"/>
          <a:sy n="129" d="100"/>
        </p:scale>
        <p:origin x="232" y="60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9078D0B-EB64-2D4C-8E19-B88B9EA182A9}" type="doc">
      <dgm:prSet loTypeId="urn:microsoft.com/office/officeart/2005/8/layout/orgChart1" loCatId="" qsTypeId="urn:microsoft.com/office/officeart/2005/8/quickstyle/3d4" qsCatId="3D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4434D9DA-886B-514F-9469-4216EB9EB432}">
      <dgm:prSet phldrT="[Text]"/>
      <dgm:spPr/>
      <dgm:t>
        <a:bodyPr/>
        <a:lstStyle/>
        <a:p>
          <a:r>
            <a:rPr lang="en-GB" dirty="0"/>
            <a:t>UI</a:t>
          </a:r>
        </a:p>
      </dgm:t>
    </dgm:pt>
    <dgm:pt modelId="{587CACF9-30F8-BA4A-AFE8-4D8883ED93B2}" type="parTrans" cxnId="{DDF5CD66-C70F-7C4E-8B4E-9EDAB7D9CA40}">
      <dgm:prSet/>
      <dgm:spPr/>
      <dgm:t>
        <a:bodyPr/>
        <a:lstStyle/>
        <a:p>
          <a:endParaRPr lang="en-GB"/>
        </a:p>
      </dgm:t>
    </dgm:pt>
    <dgm:pt modelId="{2E17D612-6F2D-454F-96B1-8729A2D69C22}" type="sibTrans" cxnId="{DDF5CD66-C70F-7C4E-8B4E-9EDAB7D9CA40}">
      <dgm:prSet/>
      <dgm:spPr/>
      <dgm:t>
        <a:bodyPr/>
        <a:lstStyle/>
        <a:p>
          <a:endParaRPr lang="en-GB"/>
        </a:p>
      </dgm:t>
    </dgm:pt>
    <dgm:pt modelId="{3881FF17-D4E6-3F44-907B-090A47622F87}">
      <dgm:prSet/>
      <dgm:spPr/>
      <dgm:t>
        <a:bodyPr/>
        <a:lstStyle/>
        <a:p>
          <a:r>
            <a:rPr lang="en-GB" dirty="0"/>
            <a:t>User </a:t>
          </a:r>
          <a:br>
            <a:rPr lang="en-GB" dirty="0"/>
          </a:br>
          <a:r>
            <a:rPr lang="en-GB" dirty="0"/>
            <a:t>Portal</a:t>
          </a:r>
        </a:p>
      </dgm:t>
    </dgm:pt>
    <dgm:pt modelId="{30FADB83-946E-D74F-A1D6-D7FBC6960332}" type="parTrans" cxnId="{4039E201-8225-0F46-A328-632F6FA850FB}">
      <dgm:prSet/>
      <dgm:spPr/>
      <dgm:t>
        <a:bodyPr/>
        <a:lstStyle/>
        <a:p>
          <a:endParaRPr lang="en-GB"/>
        </a:p>
      </dgm:t>
    </dgm:pt>
    <dgm:pt modelId="{6543F05C-87FA-3946-9458-CE1610963EE5}" type="sibTrans" cxnId="{4039E201-8225-0F46-A328-632F6FA850FB}">
      <dgm:prSet/>
      <dgm:spPr/>
      <dgm:t>
        <a:bodyPr/>
        <a:lstStyle/>
        <a:p>
          <a:endParaRPr lang="en-GB"/>
        </a:p>
      </dgm:t>
    </dgm:pt>
    <dgm:pt modelId="{479C8B34-00BA-FE4D-AAA1-9FB17709A2AD}">
      <dgm:prSet/>
      <dgm:spPr/>
      <dgm:t>
        <a:bodyPr/>
        <a:lstStyle/>
        <a:p>
          <a:r>
            <a:rPr lang="en-GB" dirty="0"/>
            <a:t>Admin </a:t>
          </a:r>
          <a:br>
            <a:rPr lang="en-GB" dirty="0"/>
          </a:br>
          <a:r>
            <a:rPr lang="en-GB" dirty="0"/>
            <a:t>Portal</a:t>
          </a:r>
        </a:p>
      </dgm:t>
    </dgm:pt>
    <dgm:pt modelId="{F17D7920-60F1-EE46-B53E-E28EB1CD6019}" type="parTrans" cxnId="{C640B0D2-E3D1-6744-ADC9-A0B9AC7E57EB}">
      <dgm:prSet/>
      <dgm:spPr/>
      <dgm:t>
        <a:bodyPr/>
        <a:lstStyle/>
        <a:p>
          <a:endParaRPr lang="en-GB"/>
        </a:p>
      </dgm:t>
    </dgm:pt>
    <dgm:pt modelId="{47313DCB-7DC8-044C-80CB-077E25D27EAB}" type="sibTrans" cxnId="{C640B0D2-E3D1-6744-ADC9-A0B9AC7E57EB}">
      <dgm:prSet/>
      <dgm:spPr/>
      <dgm:t>
        <a:bodyPr/>
        <a:lstStyle/>
        <a:p>
          <a:endParaRPr lang="en-GB"/>
        </a:p>
      </dgm:t>
    </dgm:pt>
    <dgm:pt modelId="{BBFA9094-315B-C84F-B532-8E8486074F1D}">
      <dgm:prSet/>
      <dgm:spPr/>
      <dgm:t>
        <a:bodyPr/>
        <a:lstStyle/>
        <a:p>
          <a:r>
            <a:rPr lang="en-GB" dirty="0"/>
            <a:t>Mobile </a:t>
          </a:r>
          <a:br>
            <a:rPr lang="en-GB" dirty="0"/>
          </a:br>
          <a:r>
            <a:rPr lang="en-GB" dirty="0"/>
            <a:t>Banking</a:t>
          </a:r>
        </a:p>
      </dgm:t>
    </dgm:pt>
    <dgm:pt modelId="{626C308D-DBF2-8F44-9E86-17AD842FEAD1}" type="parTrans" cxnId="{DF7A1919-76CF-E64F-9E99-08CF2ED26419}">
      <dgm:prSet/>
      <dgm:spPr/>
      <dgm:t>
        <a:bodyPr/>
        <a:lstStyle/>
        <a:p>
          <a:endParaRPr lang="en-GB"/>
        </a:p>
      </dgm:t>
    </dgm:pt>
    <dgm:pt modelId="{53922D3C-7243-2140-B8A3-FE5B71CE6CE0}" type="sibTrans" cxnId="{DF7A1919-76CF-E64F-9E99-08CF2ED26419}">
      <dgm:prSet/>
      <dgm:spPr/>
      <dgm:t>
        <a:bodyPr/>
        <a:lstStyle/>
        <a:p>
          <a:endParaRPr lang="en-GB"/>
        </a:p>
      </dgm:t>
    </dgm:pt>
    <dgm:pt modelId="{CDB5E4FC-DC21-4A48-B5A3-104DC29CD8C1}">
      <dgm:prSet/>
      <dgm:spPr/>
      <dgm:t>
        <a:bodyPr/>
        <a:lstStyle/>
        <a:p>
          <a:r>
            <a:rPr lang="en-GB" dirty="0"/>
            <a:t>CRUD UI</a:t>
          </a:r>
        </a:p>
      </dgm:t>
    </dgm:pt>
    <dgm:pt modelId="{9B5C394E-C3C8-2147-8A26-A94C6D6415A4}" type="parTrans" cxnId="{29AA64EE-10FE-D247-8375-E9436181AE91}">
      <dgm:prSet/>
      <dgm:spPr/>
      <dgm:t>
        <a:bodyPr/>
        <a:lstStyle/>
        <a:p>
          <a:endParaRPr lang="en-GB"/>
        </a:p>
      </dgm:t>
    </dgm:pt>
    <dgm:pt modelId="{CD625E1A-183D-FD45-B4E6-23F08430B8D6}" type="sibTrans" cxnId="{29AA64EE-10FE-D247-8375-E9436181AE91}">
      <dgm:prSet/>
      <dgm:spPr/>
      <dgm:t>
        <a:bodyPr/>
        <a:lstStyle/>
        <a:p>
          <a:endParaRPr lang="en-GB"/>
        </a:p>
      </dgm:t>
    </dgm:pt>
    <dgm:pt modelId="{71C7A905-4F33-324E-9C37-3339E2E643B8}">
      <dgm:prSet/>
      <dgm:spPr/>
      <dgm:t>
        <a:bodyPr/>
        <a:lstStyle/>
        <a:p>
          <a:r>
            <a:rPr lang="en-GB" dirty="0"/>
            <a:t>Transaction UI</a:t>
          </a:r>
        </a:p>
      </dgm:t>
    </dgm:pt>
    <dgm:pt modelId="{0FFECD4E-E8B9-C647-8E29-A1B483F03641}" type="parTrans" cxnId="{486A06B6-7B0F-0D4A-ABBB-3B96CA641253}">
      <dgm:prSet/>
      <dgm:spPr/>
      <dgm:t>
        <a:bodyPr/>
        <a:lstStyle/>
        <a:p>
          <a:endParaRPr lang="en-GB"/>
        </a:p>
      </dgm:t>
    </dgm:pt>
    <dgm:pt modelId="{B93BB74E-1913-0742-9236-2FCC506B282F}" type="sibTrans" cxnId="{486A06B6-7B0F-0D4A-ABBB-3B96CA641253}">
      <dgm:prSet/>
      <dgm:spPr/>
      <dgm:t>
        <a:bodyPr/>
        <a:lstStyle/>
        <a:p>
          <a:endParaRPr lang="en-GB"/>
        </a:p>
      </dgm:t>
    </dgm:pt>
    <dgm:pt modelId="{CAF5B932-15A8-3C42-80F5-4793AD16B8B7}">
      <dgm:prSet/>
      <dgm:spPr/>
      <dgm:t>
        <a:bodyPr/>
        <a:lstStyle/>
        <a:p>
          <a:r>
            <a:rPr lang="en-GB" dirty="0"/>
            <a:t>Operations UI</a:t>
          </a:r>
        </a:p>
      </dgm:t>
    </dgm:pt>
    <dgm:pt modelId="{83E2B299-1A4C-0E40-86EC-18D1AF0A3BE9}" type="parTrans" cxnId="{92E4A0F1-C964-9549-9B1E-C82C6D879D12}">
      <dgm:prSet/>
      <dgm:spPr/>
      <dgm:t>
        <a:bodyPr/>
        <a:lstStyle/>
        <a:p>
          <a:endParaRPr lang="en-GB"/>
        </a:p>
      </dgm:t>
    </dgm:pt>
    <dgm:pt modelId="{30D0D28F-691A-8D4F-A897-F66B8F33BFF2}" type="sibTrans" cxnId="{92E4A0F1-C964-9549-9B1E-C82C6D879D12}">
      <dgm:prSet/>
      <dgm:spPr/>
      <dgm:t>
        <a:bodyPr/>
        <a:lstStyle/>
        <a:p>
          <a:endParaRPr lang="en-GB"/>
        </a:p>
      </dgm:t>
    </dgm:pt>
    <dgm:pt modelId="{48C59008-87D8-014A-B707-8E913712A6FB}">
      <dgm:prSet/>
      <dgm:spPr/>
      <dgm:t>
        <a:bodyPr/>
        <a:lstStyle/>
        <a:p>
          <a:r>
            <a:rPr lang="en-GB" dirty="0"/>
            <a:t>Maintain Customers</a:t>
          </a:r>
        </a:p>
      </dgm:t>
    </dgm:pt>
    <dgm:pt modelId="{72969F4A-4A57-044D-AB2B-D40C7B2085B2}" type="parTrans" cxnId="{24B0B7B0-8A78-1741-94D3-E0F3462AA612}">
      <dgm:prSet/>
      <dgm:spPr/>
      <dgm:t>
        <a:bodyPr/>
        <a:lstStyle/>
        <a:p>
          <a:endParaRPr lang="en-GB"/>
        </a:p>
      </dgm:t>
    </dgm:pt>
    <dgm:pt modelId="{12A8272C-01C9-B444-AEAF-DAD00D71F426}" type="sibTrans" cxnId="{24B0B7B0-8A78-1741-94D3-E0F3462AA612}">
      <dgm:prSet/>
      <dgm:spPr/>
      <dgm:t>
        <a:bodyPr/>
        <a:lstStyle/>
        <a:p>
          <a:endParaRPr lang="en-GB"/>
        </a:p>
      </dgm:t>
    </dgm:pt>
    <dgm:pt modelId="{2EC3A08E-E730-BF40-883E-AB6E8B1A99CE}">
      <dgm:prSet/>
      <dgm:spPr/>
      <dgm:t>
        <a:bodyPr/>
        <a:lstStyle/>
        <a:p>
          <a:r>
            <a:rPr lang="en-GB" dirty="0"/>
            <a:t>Maintain </a:t>
          </a:r>
          <a:br>
            <a:rPr lang="en-GB" dirty="0"/>
          </a:br>
          <a:r>
            <a:rPr lang="en-GB" dirty="0"/>
            <a:t>Accounts</a:t>
          </a:r>
        </a:p>
      </dgm:t>
    </dgm:pt>
    <dgm:pt modelId="{4B0921E0-33BE-C146-9F69-EDC98D2CE941}" type="parTrans" cxnId="{F9376646-0EB0-C140-A904-990282C2D3E0}">
      <dgm:prSet/>
      <dgm:spPr/>
      <dgm:t>
        <a:bodyPr/>
        <a:lstStyle/>
        <a:p>
          <a:endParaRPr lang="en-GB"/>
        </a:p>
      </dgm:t>
    </dgm:pt>
    <dgm:pt modelId="{3BA1EB1F-D4D3-9D40-A47B-E8BC434DB9FD}" type="sibTrans" cxnId="{F9376646-0EB0-C140-A904-990282C2D3E0}">
      <dgm:prSet/>
      <dgm:spPr/>
      <dgm:t>
        <a:bodyPr/>
        <a:lstStyle/>
        <a:p>
          <a:endParaRPr lang="en-GB"/>
        </a:p>
      </dgm:t>
    </dgm:pt>
    <dgm:pt modelId="{E802436F-F24E-734F-B86F-264D1E63FB6B}">
      <dgm:prSet/>
      <dgm:spPr/>
      <dgm:t>
        <a:bodyPr/>
        <a:lstStyle/>
        <a:p>
          <a:r>
            <a:rPr lang="en-GB" dirty="0"/>
            <a:t>Payments</a:t>
          </a:r>
        </a:p>
      </dgm:t>
    </dgm:pt>
    <dgm:pt modelId="{C2F0C9CA-6BC1-AD4F-B0BF-52FFB4B00BAB}" type="parTrans" cxnId="{DA198EE5-0068-414B-8F0A-348B578CD1EC}">
      <dgm:prSet/>
      <dgm:spPr/>
      <dgm:t>
        <a:bodyPr/>
        <a:lstStyle/>
        <a:p>
          <a:endParaRPr lang="en-GB"/>
        </a:p>
      </dgm:t>
    </dgm:pt>
    <dgm:pt modelId="{093F486A-538B-614F-B8F6-89E830FCEBB0}" type="sibTrans" cxnId="{DA198EE5-0068-414B-8F0A-348B578CD1EC}">
      <dgm:prSet/>
      <dgm:spPr/>
      <dgm:t>
        <a:bodyPr/>
        <a:lstStyle/>
        <a:p>
          <a:endParaRPr lang="en-GB"/>
        </a:p>
      </dgm:t>
    </dgm:pt>
    <dgm:pt modelId="{60736591-F189-8041-9F5A-4BC66B305F8E}">
      <dgm:prSet/>
      <dgm:spPr/>
      <dgm:t>
        <a:bodyPr/>
        <a:lstStyle/>
        <a:p>
          <a:r>
            <a:rPr lang="en-GB" dirty="0"/>
            <a:t>Foreign </a:t>
          </a:r>
          <a:br>
            <a:rPr lang="en-GB" dirty="0"/>
          </a:br>
          <a:r>
            <a:rPr lang="en-GB" dirty="0"/>
            <a:t>Exchange</a:t>
          </a:r>
        </a:p>
      </dgm:t>
    </dgm:pt>
    <dgm:pt modelId="{815CFFA3-55DF-5647-B8ED-80C43FF8AB6D}" type="parTrans" cxnId="{2849DE37-8764-0E45-85F4-853D0575D126}">
      <dgm:prSet/>
      <dgm:spPr/>
      <dgm:t>
        <a:bodyPr/>
        <a:lstStyle/>
        <a:p>
          <a:endParaRPr lang="en-GB"/>
        </a:p>
      </dgm:t>
    </dgm:pt>
    <dgm:pt modelId="{FF8C4004-F256-EC4F-8BB1-2803A771A540}" type="sibTrans" cxnId="{2849DE37-8764-0E45-85F4-853D0575D126}">
      <dgm:prSet/>
      <dgm:spPr/>
      <dgm:t>
        <a:bodyPr/>
        <a:lstStyle/>
        <a:p>
          <a:endParaRPr lang="en-GB"/>
        </a:p>
      </dgm:t>
    </dgm:pt>
    <dgm:pt modelId="{DD38CCCE-8231-C849-8595-51B0199F8719}">
      <dgm:prSet/>
      <dgm:spPr/>
      <dgm:t>
        <a:bodyPr/>
        <a:lstStyle/>
        <a:p>
          <a:r>
            <a:rPr lang="en-GB" dirty="0"/>
            <a:t> Cards</a:t>
          </a:r>
        </a:p>
      </dgm:t>
    </dgm:pt>
    <dgm:pt modelId="{E0DAACA5-EA67-B646-AE1D-C47CED50B460}" type="parTrans" cxnId="{083CFDC0-55A8-684E-A35F-5D2BB8B3F47A}">
      <dgm:prSet/>
      <dgm:spPr/>
      <dgm:t>
        <a:bodyPr/>
        <a:lstStyle/>
        <a:p>
          <a:endParaRPr lang="en-GB"/>
        </a:p>
      </dgm:t>
    </dgm:pt>
    <dgm:pt modelId="{53878A1A-1A2B-9C43-AFE2-6D2ED7687FED}" type="sibTrans" cxnId="{083CFDC0-55A8-684E-A35F-5D2BB8B3F47A}">
      <dgm:prSet/>
      <dgm:spPr/>
      <dgm:t>
        <a:bodyPr/>
        <a:lstStyle/>
        <a:p>
          <a:endParaRPr lang="en-GB"/>
        </a:p>
      </dgm:t>
    </dgm:pt>
    <dgm:pt modelId="{068E50CF-66A2-8542-9050-59B9838564D3}">
      <dgm:prSet/>
      <dgm:spPr/>
      <dgm:t>
        <a:bodyPr/>
        <a:lstStyle/>
        <a:p>
          <a:r>
            <a:rPr lang="en-GB" dirty="0"/>
            <a:t>FX Quote</a:t>
          </a:r>
        </a:p>
      </dgm:t>
    </dgm:pt>
    <dgm:pt modelId="{41A2E0EA-95EC-FF4E-B97E-72295B1E2E57}" type="parTrans" cxnId="{CDE756C4-CC8D-2C42-8B6A-798A6E9952F1}">
      <dgm:prSet/>
      <dgm:spPr/>
      <dgm:t>
        <a:bodyPr/>
        <a:lstStyle/>
        <a:p>
          <a:endParaRPr lang="en-GB"/>
        </a:p>
      </dgm:t>
    </dgm:pt>
    <dgm:pt modelId="{A0EE9A9E-9D44-D242-BAF8-02E96EB45D8D}" type="sibTrans" cxnId="{CDE756C4-CC8D-2C42-8B6A-798A6E9952F1}">
      <dgm:prSet/>
      <dgm:spPr/>
      <dgm:t>
        <a:bodyPr/>
        <a:lstStyle/>
        <a:p>
          <a:endParaRPr lang="en-GB"/>
        </a:p>
      </dgm:t>
    </dgm:pt>
    <dgm:pt modelId="{46F55430-C933-1646-A2C5-3B731E656EE8}">
      <dgm:prSet/>
      <dgm:spPr/>
      <dgm:t>
        <a:bodyPr/>
        <a:lstStyle/>
        <a:p>
          <a:r>
            <a:rPr lang="en-GB" dirty="0"/>
            <a:t>Request FX Quote</a:t>
          </a:r>
        </a:p>
      </dgm:t>
    </dgm:pt>
    <dgm:pt modelId="{A4E15BA2-C4F2-594C-8F7A-79A1DC3EBCB9}" type="parTrans" cxnId="{E64DEA7C-19DC-A14B-9666-9C2270D6AB8F}">
      <dgm:prSet/>
      <dgm:spPr/>
      <dgm:t>
        <a:bodyPr/>
        <a:lstStyle/>
        <a:p>
          <a:endParaRPr lang="en-GB"/>
        </a:p>
      </dgm:t>
    </dgm:pt>
    <dgm:pt modelId="{7682FEB4-2F46-564A-8E9E-A443073FB0B4}" type="sibTrans" cxnId="{E64DEA7C-19DC-A14B-9666-9C2270D6AB8F}">
      <dgm:prSet/>
      <dgm:spPr/>
      <dgm:t>
        <a:bodyPr/>
        <a:lstStyle/>
        <a:p>
          <a:endParaRPr lang="en-GB"/>
        </a:p>
      </dgm:t>
    </dgm:pt>
    <dgm:pt modelId="{A70EB2AB-2F18-9441-A441-F9C34C7F41AD}">
      <dgm:prSet/>
      <dgm:spPr/>
      <dgm:t>
        <a:bodyPr/>
        <a:lstStyle/>
        <a:p>
          <a:r>
            <a:rPr lang="en-GB" dirty="0"/>
            <a:t>Accept </a:t>
          </a:r>
          <a:br>
            <a:rPr lang="en-GB" dirty="0"/>
          </a:br>
          <a:r>
            <a:rPr lang="en-GB" dirty="0"/>
            <a:t>FX Quote</a:t>
          </a:r>
        </a:p>
      </dgm:t>
    </dgm:pt>
    <dgm:pt modelId="{A1A05D75-F0F3-0D49-BE29-88B09E99DF8A}" type="parTrans" cxnId="{935AB336-9789-BE43-A6DC-CD799C5750F0}">
      <dgm:prSet/>
      <dgm:spPr/>
      <dgm:t>
        <a:bodyPr/>
        <a:lstStyle/>
        <a:p>
          <a:endParaRPr lang="en-GB"/>
        </a:p>
      </dgm:t>
    </dgm:pt>
    <dgm:pt modelId="{7643D5E0-5895-D94D-AADD-E243BCA5F22A}" type="sibTrans" cxnId="{935AB336-9789-BE43-A6DC-CD799C5750F0}">
      <dgm:prSet/>
      <dgm:spPr/>
      <dgm:t>
        <a:bodyPr/>
        <a:lstStyle/>
        <a:p>
          <a:endParaRPr lang="en-GB"/>
        </a:p>
      </dgm:t>
    </dgm:pt>
    <dgm:pt modelId="{87AA7D8A-2D19-D14F-B23A-4D2B3C19CAA8}">
      <dgm:prSet/>
      <dgm:spPr/>
      <dgm:t>
        <a:bodyPr/>
        <a:lstStyle/>
        <a:p>
          <a:r>
            <a:rPr lang="en-GB" dirty="0"/>
            <a:t>Execute FX</a:t>
          </a:r>
        </a:p>
      </dgm:t>
    </dgm:pt>
    <dgm:pt modelId="{0224C577-0A1D-3441-9A8C-9143D12B3119}" type="parTrans" cxnId="{5F2CD221-F29E-2441-93C1-35D4102BF36E}">
      <dgm:prSet/>
      <dgm:spPr/>
      <dgm:t>
        <a:bodyPr/>
        <a:lstStyle/>
        <a:p>
          <a:endParaRPr lang="en-GB"/>
        </a:p>
      </dgm:t>
    </dgm:pt>
    <dgm:pt modelId="{1169D4B5-48EA-DB4B-8037-BDEAB73D5292}" type="sibTrans" cxnId="{5F2CD221-F29E-2441-93C1-35D4102BF36E}">
      <dgm:prSet/>
      <dgm:spPr/>
      <dgm:t>
        <a:bodyPr/>
        <a:lstStyle/>
        <a:p>
          <a:endParaRPr lang="en-GB"/>
        </a:p>
      </dgm:t>
    </dgm:pt>
    <dgm:pt modelId="{7D273A46-05BA-4746-88B2-AC92D866DAB4}">
      <dgm:prSet/>
      <dgm:spPr/>
      <dgm:t>
        <a:bodyPr/>
        <a:lstStyle/>
        <a:p>
          <a:r>
            <a:rPr lang="en-GB" dirty="0"/>
            <a:t>Create Customer</a:t>
          </a:r>
        </a:p>
      </dgm:t>
    </dgm:pt>
    <dgm:pt modelId="{9CC1EC5A-C966-EC4C-9A61-4C455AD26BC1}" type="parTrans" cxnId="{E2A83974-4A0B-0248-8608-96BD46DE24DD}">
      <dgm:prSet/>
      <dgm:spPr/>
      <dgm:t>
        <a:bodyPr/>
        <a:lstStyle/>
        <a:p>
          <a:endParaRPr lang="en-GB"/>
        </a:p>
      </dgm:t>
    </dgm:pt>
    <dgm:pt modelId="{62CD35E6-F4B8-E947-A814-D1497E0B4B43}" type="sibTrans" cxnId="{E2A83974-4A0B-0248-8608-96BD46DE24DD}">
      <dgm:prSet/>
      <dgm:spPr/>
      <dgm:t>
        <a:bodyPr/>
        <a:lstStyle/>
        <a:p>
          <a:endParaRPr lang="en-GB"/>
        </a:p>
      </dgm:t>
    </dgm:pt>
    <dgm:pt modelId="{00C6F53F-2D73-A74C-9B23-2AE71ACCDF04}">
      <dgm:prSet/>
      <dgm:spPr/>
      <dgm:t>
        <a:bodyPr/>
        <a:lstStyle/>
        <a:p>
          <a:r>
            <a:rPr lang="en-GB" dirty="0"/>
            <a:t>Update </a:t>
          </a:r>
          <a:br>
            <a:rPr lang="en-GB" dirty="0"/>
          </a:br>
          <a:r>
            <a:rPr lang="en-GB" dirty="0"/>
            <a:t>Customer</a:t>
          </a:r>
        </a:p>
      </dgm:t>
    </dgm:pt>
    <dgm:pt modelId="{415C0B38-EE50-0640-9584-F7D85F21C684}" type="parTrans" cxnId="{772F3863-9942-394F-A2AA-AF010A71C3F6}">
      <dgm:prSet/>
      <dgm:spPr/>
      <dgm:t>
        <a:bodyPr/>
        <a:lstStyle/>
        <a:p>
          <a:endParaRPr lang="en-GB"/>
        </a:p>
      </dgm:t>
    </dgm:pt>
    <dgm:pt modelId="{31A145FB-F4F2-AB49-B8E5-24B2F7C92CDD}" type="sibTrans" cxnId="{772F3863-9942-394F-A2AA-AF010A71C3F6}">
      <dgm:prSet/>
      <dgm:spPr/>
      <dgm:t>
        <a:bodyPr/>
        <a:lstStyle/>
        <a:p>
          <a:endParaRPr lang="en-GB"/>
        </a:p>
      </dgm:t>
    </dgm:pt>
    <dgm:pt modelId="{B4C86C35-7D42-2249-892F-0BE7ED2CB90D}">
      <dgm:prSet/>
      <dgm:spPr/>
      <dgm:t>
        <a:bodyPr/>
        <a:lstStyle/>
        <a:p>
          <a:r>
            <a:rPr lang="en-GB" dirty="0"/>
            <a:t>Create Account</a:t>
          </a:r>
        </a:p>
      </dgm:t>
    </dgm:pt>
    <dgm:pt modelId="{7A7B4465-8D85-074A-B2DA-F287B66D7A93}" type="parTrans" cxnId="{61FF1FC3-5E15-9F4A-8202-C7968647802D}">
      <dgm:prSet/>
      <dgm:spPr/>
      <dgm:t>
        <a:bodyPr/>
        <a:lstStyle/>
        <a:p>
          <a:endParaRPr lang="en-GB"/>
        </a:p>
      </dgm:t>
    </dgm:pt>
    <dgm:pt modelId="{3ED8D9C4-7C96-0845-9B84-E5D8F0FC19C5}" type="sibTrans" cxnId="{61FF1FC3-5E15-9F4A-8202-C7968647802D}">
      <dgm:prSet/>
      <dgm:spPr/>
      <dgm:t>
        <a:bodyPr/>
        <a:lstStyle/>
        <a:p>
          <a:endParaRPr lang="en-GB"/>
        </a:p>
      </dgm:t>
    </dgm:pt>
    <dgm:pt modelId="{917D3C50-150A-224F-9DA7-081293C365DD}">
      <dgm:prSet/>
      <dgm:spPr/>
      <dgm:t>
        <a:bodyPr/>
        <a:lstStyle/>
        <a:p>
          <a:r>
            <a:rPr lang="en-GB" dirty="0"/>
            <a:t>Approve </a:t>
          </a:r>
          <a:br>
            <a:rPr lang="en-GB" dirty="0"/>
          </a:br>
          <a:r>
            <a:rPr lang="en-GB" dirty="0"/>
            <a:t>Customer</a:t>
          </a:r>
        </a:p>
      </dgm:t>
    </dgm:pt>
    <dgm:pt modelId="{26F2EE99-14F7-1C42-81C1-43D118B51A2D}" type="parTrans" cxnId="{CAFD824A-387F-B54C-8460-41EB391D4709}">
      <dgm:prSet/>
      <dgm:spPr/>
      <dgm:t>
        <a:bodyPr/>
        <a:lstStyle/>
        <a:p>
          <a:endParaRPr lang="en-GB"/>
        </a:p>
      </dgm:t>
    </dgm:pt>
    <dgm:pt modelId="{0D1DBF54-47CD-754C-8517-721A320AAE3B}" type="sibTrans" cxnId="{CAFD824A-387F-B54C-8460-41EB391D4709}">
      <dgm:prSet/>
      <dgm:spPr/>
      <dgm:t>
        <a:bodyPr/>
        <a:lstStyle/>
        <a:p>
          <a:endParaRPr lang="en-GB"/>
        </a:p>
      </dgm:t>
    </dgm:pt>
    <dgm:pt modelId="{BB3F14C0-DAA9-9C46-91BE-CC3E2A10DD3B}">
      <dgm:prSet/>
      <dgm:spPr/>
      <dgm:t>
        <a:bodyPr/>
        <a:lstStyle/>
        <a:p>
          <a:r>
            <a:rPr lang="en-GB" dirty="0"/>
            <a:t>Maintain Beneficiaries</a:t>
          </a:r>
        </a:p>
      </dgm:t>
    </dgm:pt>
    <dgm:pt modelId="{967B8CC1-881A-D047-A7AE-A9C64F7AD93E}" type="parTrans" cxnId="{3FA13083-AEB0-EC4A-A5BA-ECDB2555CD77}">
      <dgm:prSet/>
      <dgm:spPr/>
      <dgm:t>
        <a:bodyPr/>
        <a:lstStyle/>
        <a:p>
          <a:endParaRPr lang="en-GB"/>
        </a:p>
      </dgm:t>
    </dgm:pt>
    <dgm:pt modelId="{375728B1-84FE-9441-8698-23EDD9F287C1}" type="sibTrans" cxnId="{3FA13083-AEB0-EC4A-A5BA-ECDB2555CD77}">
      <dgm:prSet/>
      <dgm:spPr/>
      <dgm:t>
        <a:bodyPr/>
        <a:lstStyle/>
        <a:p>
          <a:endParaRPr lang="en-GB"/>
        </a:p>
      </dgm:t>
    </dgm:pt>
    <dgm:pt modelId="{A0B45314-6619-C746-84E8-512B5858AE80}">
      <dgm:prSet/>
      <dgm:spPr/>
      <dgm:t>
        <a:bodyPr/>
        <a:lstStyle/>
        <a:p>
          <a:r>
            <a:rPr lang="en-GB" dirty="0"/>
            <a:t>Create </a:t>
          </a:r>
          <a:br>
            <a:rPr lang="en-GB" dirty="0"/>
          </a:br>
          <a:r>
            <a:rPr lang="en-GB" dirty="0"/>
            <a:t>Beneficiary</a:t>
          </a:r>
        </a:p>
      </dgm:t>
    </dgm:pt>
    <dgm:pt modelId="{DD316FE8-BD54-024E-99D3-A398644B81D5}" type="parTrans" cxnId="{09D1ECA4-7708-D14B-AE65-214B7C533966}">
      <dgm:prSet/>
      <dgm:spPr/>
      <dgm:t>
        <a:bodyPr/>
        <a:lstStyle/>
        <a:p>
          <a:endParaRPr lang="en-GB"/>
        </a:p>
      </dgm:t>
    </dgm:pt>
    <dgm:pt modelId="{AD31E3BA-37EB-B245-A754-F78CD3764132}" type="sibTrans" cxnId="{09D1ECA4-7708-D14B-AE65-214B7C533966}">
      <dgm:prSet/>
      <dgm:spPr/>
      <dgm:t>
        <a:bodyPr/>
        <a:lstStyle/>
        <a:p>
          <a:endParaRPr lang="en-GB"/>
        </a:p>
      </dgm:t>
    </dgm:pt>
    <dgm:pt modelId="{CF7F9807-C1C2-364F-8D99-3FDEA8F9DB67}">
      <dgm:prSet/>
      <dgm:spPr/>
      <dgm:t>
        <a:bodyPr/>
        <a:lstStyle/>
        <a:p>
          <a:r>
            <a:rPr lang="en-GB" dirty="0"/>
            <a:t>Approve Beneficiary</a:t>
          </a:r>
        </a:p>
      </dgm:t>
    </dgm:pt>
    <dgm:pt modelId="{F82B233A-557A-CF43-8103-F4F979E25F34}" type="parTrans" cxnId="{9B7D8885-DDBF-854B-B4C0-C307FAD1477A}">
      <dgm:prSet/>
      <dgm:spPr/>
      <dgm:t>
        <a:bodyPr/>
        <a:lstStyle/>
        <a:p>
          <a:endParaRPr lang="en-GB"/>
        </a:p>
      </dgm:t>
    </dgm:pt>
    <dgm:pt modelId="{258E3FFE-D436-9E47-879F-955DE999DB23}" type="sibTrans" cxnId="{9B7D8885-DDBF-854B-B4C0-C307FAD1477A}">
      <dgm:prSet/>
      <dgm:spPr/>
      <dgm:t>
        <a:bodyPr/>
        <a:lstStyle/>
        <a:p>
          <a:endParaRPr lang="en-GB"/>
        </a:p>
      </dgm:t>
    </dgm:pt>
    <dgm:pt modelId="{072C94A9-F842-9449-B280-4C0D8E936F7B}">
      <dgm:prSet/>
      <dgm:spPr/>
      <dgm:t>
        <a:bodyPr/>
        <a:lstStyle/>
        <a:p>
          <a:r>
            <a:rPr lang="en-GB" dirty="0"/>
            <a:t>Execution Notification</a:t>
          </a:r>
        </a:p>
      </dgm:t>
    </dgm:pt>
    <dgm:pt modelId="{7C25BABD-896E-614A-9DD6-D831D25C60AD}" type="parTrans" cxnId="{FF484065-D32D-BB42-A22E-D10975EBA70E}">
      <dgm:prSet/>
      <dgm:spPr/>
      <dgm:t>
        <a:bodyPr/>
        <a:lstStyle/>
        <a:p>
          <a:endParaRPr lang="en-GB"/>
        </a:p>
      </dgm:t>
    </dgm:pt>
    <dgm:pt modelId="{498115F3-A7F8-BE4D-8B6B-763BDA8C7AB1}" type="sibTrans" cxnId="{FF484065-D32D-BB42-A22E-D10975EBA70E}">
      <dgm:prSet/>
      <dgm:spPr/>
      <dgm:t>
        <a:bodyPr/>
        <a:lstStyle/>
        <a:p>
          <a:endParaRPr lang="en-GB"/>
        </a:p>
      </dgm:t>
    </dgm:pt>
    <dgm:pt modelId="{17BA4DEB-BA82-4243-979B-5768040B9BEE}">
      <dgm:prSet/>
      <dgm:spPr/>
      <dgm:t>
        <a:bodyPr/>
        <a:lstStyle/>
        <a:p>
          <a:r>
            <a:rPr lang="en-GB" dirty="0"/>
            <a:t>Create Payment request</a:t>
          </a:r>
        </a:p>
      </dgm:t>
    </dgm:pt>
    <dgm:pt modelId="{ED1CFED9-3DC6-DB41-8BBB-98E25E419B2B}" type="parTrans" cxnId="{97527D60-16DD-AE43-97B9-3BC11859B101}">
      <dgm:prSet/>
      <dgm:spPr/>
      <dgm:t>
        <a:bodyPr/>
        <a:lstStyle/>
        <a:p>
          <a:endParaRPr lang="en-GB"/>
        </a:p>
      </dgm:t>
    </dgm:pt>
    <dgm:pt modelId="{D6D914D9-D5AD-734B-B767-42241DC4BE43}" type="sibTrans" cxnId="{97527D60-16DD-AE43-97B9-3BC11859B101}">
      <dgm:prSet/>
      <dgm:spPr/>
      <dgm:t>
        <a:bodyPr/>
        <a:lstStyle/>
        <a:p>
          <a:endParaRPr lang="en-GB"/>
        </a:p>
      </dgm:t>
    </dgm:pt>
    <dgm:pt modelId="{B83E5B2A-D944-DC43-9867-EE31AE990826}">
      <dgm:prSet/>
      <dgm:spPr/>
      <dgm:t>
        <a:bodyPr/>
        <a:lstStyle/>
        <a:p>
          <a:r>
            <a:rPr lang="en-GB" dirty="0"/>
            <a:t>Payment request notification</a:t>
          </a:r>
        </a:p>
      </dgm:t>
    </dgm:pt>
    <dgm:pt modelId="{B4FDA703-A76A-9246-8043-D122A2384A22}" type="parTrans" cxnId="{0FCD967E-0209-6A4D-8B7F-D339415560FF}">
      <dgm:prSet/>
      <dgm:spPr/>
      <dgm:t>
        <a:bodyPr/>
        <a:lstStyle/>
        <a:p>
          <a:endParaRPr lang="en-GB"/>
        </a:p>
      </dgm:t>
    </dgm:pt>
    <dgm:pt modelId="{87969007-BE5F-654B-BA06-8583672B8AC0}" type="sibTrans" cxnId="{0FCD967E-0209-6A4D-8B7F-D339415560FF}">
      <dgm:prSet/>
      <dgm:spPr/>
      <dgm:t>
        <a:bodyPr/>
        <a:lstStyle/>
        <a:p>
          <a:endParaRPr lang="en-GB"/>
        </a:p>
      </dgm:t>
    </dgm:pt>
    <dgm:pt modelId="{6E720FA8-658A-6A4A-BFA6-F59FD8BDE217}">
      <dgm:prSet/>
      <dgm:spPr/>
      <dgm:t>
        <a:bodyPr/>
        <a:lstStyle/>
        <a:p>
          <a:r>
            <a:rPr lang="en-GB" dirty="0"/>
            <a:t>Link Internal a/c to external a/c</a:t>
          </a:r>
        </a:p>
      </dgm:t>
    </dgm:pt>
    <dgm:pt modelId="{A325BB54-F8CF-994C-8F0F-82DD125134CB}" type="parTrans" cxnId="{FEFA12E1-80C3-CE4F-AEB9-DBC265DD35F1}">
      <dgm:prSet/>
      <dgm:spPr/>
      <dgm:t>
        <a:bodyPr/>
        <a:lstStyle/>
        <a:p>
          <a:endParaRPr lang="en-GB"/>
        </a:p>
      </dgm:t>
    </dgm:pt>
    <dgm:pt modelId="{9836410A-FA2E-D846-9CBF-0CADFC079400}" type="sibTrans" cxnId="{FEFA12E1-80C3-CE4F-AEB9-DBC265DD35F1}">
      <dgm:prSet/>
      <dgm:spPr/>
      <dgm:t>
        <a:bodyPr/>
        <a:lstStyle/>
        <a:p>
          <a:endParaRPr lang="en-GB"/>
        </a:p>
      </dgm:t>
    </dgm:pt>
    <dgm:pt modelId="{63FB836B-0943-EE4F-BB32-A2D26B7D3DB8}">
      <dgm:prSet/>
      <dgm:spPr/>
      <dgm:t>
        <a:bodyPr/>
        <a:lstStyle/>
        <a:p>
          <a:r>
            <a:rPr lang="en-GB" dirty="0"/>
            <a:t>Maintain Users (members)</a:t>
          </a:r>
        </a:p>
      </dgm:t>
    </dgm:pt>
    <dgm:pt modelId="{0D9ED29F-3EDD-3C4A-A993-DFC6713E2C13}" type="parTrans" cxnId="{65308EA1-9CCA-3A4E-81D1-C93B26D6AD4D}">
      <dgm:prSet/>
      <dgm:spPr/>
      <dgm:t>
        <a:bodyPr/>
        <a:lstStyle/>
        <a:p>
          <a:endParaRPr lang="en-GB"/>
        </a:p>
      </dgm:t>
    </dgm:pt>
    <dgm:pt modelId="{A54EBB28-86DA-5046-8F37-77E7BB137213}" type="sibTrans" cxnId="{65308EA1-9CCA-3A4E-81D1-C93B26D6AD4D}">
      <dgm:prSet/>
      <dgm:spPr/>
      <dgm:t>
        <a:bodyPr/>
        <a:lstStyle/>
        <a:p>
          <a:endParaRPr lang="en-GB"/>
        </a:p>
      </dgm:t>
    </dgm:pt>
    <dgm:pt modelId="{6AC61705-80AF-B749-AADE-38F22E7667A1}">
      <dgm:prSet/>
      <dgm:spPr/>
      <dgm:t>
        <a:bodyPr/>
        <a:lstStyle/>
        <a:p>
          <a:r>
            <a:rPr lang="en-GB" dirty="0"/>
            <a:t>Create </a:t>
          </a:r>
          <a:br>
            <a:rPr lang="en-GB" dirty="0"/>
          </a:br>
          <a:r>
            <a:rPr lang="en-GB" dirty="0"/>
            <a:t>member</a:t>
          </a:r>
        </a:p>
      </dgm:t>
    </dgm:pt>
    <dgm:pt modelId="{8EAA4905-8B1F-B149-ACB1-C21EF571372E}" type="parTrans" cxnId="{BA96D8ED-1352-9D4A-8175-F36C16569EC7}">
      <dgm:prSet/>
      <dgm:spPr/>
      <dgm:t>
        <a:bodyPr/>
        <a:lstStyle/>
        <a:p>
          <a:endParaRPr lang="en-GB"/>
        </a:p>
      </dgm:t>
    </dgm:pt>
    <dgm:pt modelId="{B4AB5CAA-5CA9-4049-8332-CB88961FCFE8}" type="sibTrans" cxnId="{BA96D8ED-1352-9D4A-8175-F36C16569EC7}">
      <dgm:prSet/>
      <dgm:spPr/>
      <dgm:t>
        <a:bodyPr/>
        <a:lstStyle/>
        <a:p>
          <a:endParaRPr lang="en-GB"/>
        </a:p>
      </dgm:t>
    </dgm:pt>
    <dgm:pt modelId="{7D27BC55-D22F-7F44-BC6D-BBF72B459ACB}">
      <dgm:prSet/>
      <dgm:spPr/>
      <dgm:t>
        <a:bodyPr/>
        <a:lstStyle/>
        <a:p>
          <a:r>
            <a:rPr lang="en-GB" dirty="0"/>
            <a:t>Update </a:t>
          </a:r>
          <a:br>
            <a:rPr lang="en-GB" dirty="0"/>
          </a:br>
          <a:r>
            <a:rPr lang="en-GB" dirty="0"/>
            <a:t>Member</a:t>
          </a:r>
        </a:p>
      </dgm:t>
    </dgm:pt>
    <dgm:pt modelId="{A467D0F2-24CC-AC49-9748-1745665C616D}" type="parTrans" cxnId="{58F5D002-3B07-3540-A807-502F6C27B36D}">
      <dgm:prSet/>
      <dgm:spPr/>
      <dgm:t>
        <a:bodyPr/>
        <a:lstStyle/>
        <a:p>
          <a:endParaRPr lang="en-GB"/>
        </a:p>
      </dgm:t>
    </dgm:pt>
    <dgm:pt modelId="{3526D31F-3408-3B46-9887-AF3A16ED023E}" type="sibTrans" cxnId="{58F5D002-3B07-3540-A807-502F6C27B36D}">
      <dgm:prSet/>
      <dgm:spPr/>
      <dgm:t>
        <a:bodyPr/>
        <a:lstStyle/>
        <a:p>
          <a:endParaRPr lang="en-GB"/>
        </a:p>
      </dgm:t>
    </dgm:pt>
    <dgm:pt modelId="{A844F46D-4405-894A-9766-EA9937ECB611}">
      <dgm:prSet/>
      <dgm:spPr/>
      <dgm:t>
        <a:bodyPr/>
        <a:lstStyle/>
        <a:p>
          <a:r>
            <a:rPr lang="en-GB" dirty="0"/>
            <a:t>Delete</a:t>
          </a:r>
          <a:br>
            <a:rPr lang="en-GB" dirty="0"/>
          </a:br>
          <a:r>
            <a:rPr lang="en-GB" dirty="0"/>
            <a:t>Member</a:t>
          </a:r>
        </a:p>
      </dgm:t>
    </dgm:pt>
    <dgm:pt modelId="{DEC91819-EA66-A841-89BB-9A3005CF2F1D}" type="parTrans" cxnId="{7CF40EC9-FF45-474F-B7AB-696D60FCA202}">
      <dgm:prSet/>
      <dgm:spPr/>
      <dgm:t>
        <a:bodyPr/>
        <a:lstStyle/>
        <a:p>
          <a:endParaRPr lang="en-GB"/>
        </a:p>
      </dgm:t>
    </dgm:pt>
    <dgm:pt modelId="{EFAEF6C2-EB9B-C248-95AF-FE286A947728}" type="sibTrans" cxnId="{7CF40EC9-FF45-474F-B7AB-696D60FCA202}">
      <dgm:prSet/>
      <dgm:spPr/>
      <dgm:t>
        <a:bodyPr/>
        <a:lstStyle/>
        <a:p>
          <a:endParaRPr lang="en-GB"/>
        </a:p>
      </dgm:t>
    </dgm:pt>
    <dgm:pt modelId="{AE810DA5-43E3-C240-899C-6BF0BA0A5C97}">
      <dgm:prSet/>
      <dgm:spPr/>
      <dgm:t>
        <a:bodyPr/>
        <a:lstStyle/>
        <a:p>
          <a:r>
            <a:rPr lang="en-GB" dirty="0"/>
            <a:t>Configure member access rights</a:t>
          </a:r>
        </a:p>
      </dgm:t>
    </dgm:pt>
    <dgm:pt modelId="{7E1688A2-94AA-F549-8B1D-5370A6F36775}" type="parTrans" cxnId="{79D5E82B-DAB6-7B46-8E3D-B7D203A60858}">
      <dgm:prSet/>
      <dgm:spPr/>
      <dgm:t>
        <a:bodyPr/>
        <a:lstStyle/>
        <a:p>
          <a:endParaRPr lang="en-GB"/>
        </a:p>
      </dgm:t>
    </dgm:pt>
    <dgm:pt modelId="{A998B5B5-6A96-554B-BDFD-73A3126AA4F7}" type="sibTrans" cxnId="{79D5E82B-DAB6-7B46-8E3D-B7D203A60858}">
      <dgm:prSet/>
      <dgm:spPr/>
      <dgm:t>
        <a:bodyPr/>
        <a:lstStyle/>
        <a:p>
          <a:endParaRPr lang="en-GB"/>
        </a:p>
      </dgm:t>
    </dgm:pt>
    <dgm:pt modelId="{5F4C2973-9447-EC41-82FD-C0B0DB437492}">
      <dgm:prSet/>
      <dgm:spPr/>
      <dgm:t>
        <a:bodyPr/>
        <a:lstStyle/>
        <a:p>
          <a:r>
            <a:rPr lang="en-GB" dirty="0"/>
            <a:t>Configure member limits</a:t>
          </a:r>
        </a:p>
      </dgm:t>
    </dgm:pt>
    <dgm:pt modelId="{E5EBA440-C2B9-6B4F-A6BC-EEC8068BDC64}" type="parTrans" cxnId="{511CD79F-CB6A-5443-B1DA-7E39C6582968}">
      <dgm:prSet/>
      <dgm:spPr/>
      <dgm:t>
        <a:bodyPr/>
        <a:lstStyle/>
        <a:p>
          <a:endParaRPr lang="en-GB"/>
        </a:p>
      </dgm:t>
    </dgm:pt>
    <dgm:pt modelId="{D0A0AFAA-CCC3-EF40-B026-72E7BE01D830}" type="sibTrans" cxnId="{511CD79F-CB6A-5443-B1DA-7E39C6582968}">
      <dgm:prSet/>
      <dgm:spPr/>
      <dgm:t>
        <a:bodyPr/>
        <a:lstStyle/>
        <a:p>
          <a:endParaRPr lang="en-GB"/>
        </a:p>
      </dgm:t>
    </dgm:pt>
    <dgm:pt modelId="{0FE75EBF-C3A7-C04E-9B26-02F28F57767F}">
      <dgm:prSet/>
      <dgm:spPr/>
      <dgm:t>
        <a:bodyPr/>
        <a:lstStyle/>
        <a:p>
          <a:r>
            <a:rPr lang="en-GB" dirty="0"/>
            <a:t>Maintain FX margins</a:t>
          </a:r>
        </a:p>
      </dgm:t>
    </dgm:pt>
    <dgm:pt modelId="{04138639-A34A-484A-BCBF-31D689496BB5}" type="parTrans" cxnId="{8B2AEC50-0743-E34B-B375-81826DD7740A}">
      <dgm:prSet/>
      <dgm:spPr/>
      <dgm:t>
        <a:bodyPr/>
        <a:lstStyle/>
        <a:p>
          <a:endParaRPr lang="en-GB"/>
        </a:p>
      </dgm:t>
    </dgm:pt>
    <dgm:pt modelId="{E819A15B-0B8A-5747-8423-4806331E13DA}" type="sibTrans" cxnId="{8B2AEC50-0743-E34B-B375-81826DD7740A}">
      <dgm:prSet/>
      <dgm:spPr/>
      <dgm:t>
        <a:bodyPr/>
        <a:lstStyle/>
        <a:p>
          <a:endParaRPr lang="en-GB"/>
        </a:p>
      </dgm:t>
    </dgm:pt>
    <dgm:pt modelId="{3A0F718E-F53F-7D4E-839B-A6AF9A41030B}">
      <dgm:prSet/>
      <dgm:spPr/>
      <dgm:t>
        <a:bodyPr/>
        <a:lstStyle/>
        <a:p>
          <a:r>
            <a:rPr lang="en-GB" dirty="0"/>
            <a:t>Maintain </a:t>
          </a:r>
          <a:br>
            <a:rPr lang="en-GB" dirty="0"/>
          </a:br>
          <a:r>
            <a:rPr lang="en-GB" dirty="0"/>
            <a:t>fees</a:t>
          </a:r>
        </a:p>
      </dgm:t>
    </dgm:pt>
    <dgm:pt modelId="{62ACBB7F-0CC1-264F-B91D-A4A2DEE84850}" type="parTrans" cxnId="{7372BD45-BC12-1244-9505-850DDBFBC310}">
      <dgm:prSet/>
      <dgm:spPr/>
      <dgm:t>
        <a:bodyPr/>
        <a:lstStyle/>
        <a:p>
          <a:endParaRPr lang="en-GB"/>
        </a:p>
      </dgm:t>
    </dgm:pt>
    <dgm:pt modelId="{E525103F-01E8-4D4D-9301-2B4FFD305844}" type="sibTrans" cxnId="{7372BD45-BC12-1244-9505-850DDBFBC310}">
      <dgm:prSet/>
      <dgm:spPr/>
      <dgm:t>
        <a:bodyPr/>
        <a:lstStyle/>
        <a:p>
          <a:endParaRPr lang="en-GB"/>
        </a:p>
      </dgm:t>
    </dgm:pt>
    <dgm:pt modelId="{BB409237-A215-2541-9A2F-072CE06FB752}">
      <dgm:prSet/>
      <dgm:spPr/>
      <dgm:t>
        <a:bodyPr/>
        <a:lstStyle/>
        <a:p>
          <a:r>
            <a:rPr lang="en-GB" dirty="0"/>
            <a:t>Search </a:t>
          </a:r>
          <a:br>
            <a:rPr lang="en-GB" dirty="0"/>
          </a:br>
          <a:r>
            <a:rPr lang="en-GB" dirty="0"/>
            <a:t>Customer</a:t>
          </a:r>
        </a:p>
      </dgm:t>
    </dgm:pt>
    <dgm:pt modelId="{E46B9851-1CBD-9545-AE80-4374D80A3023}" type="parTrans" cxnId="{EB529056-7E3F-6F40-AE3E-E9B77B7C470F}">
      <dgm:prSet/>
      <dgm:spPr/>
      <dgm:t>
        <a:bodyPr/>
        <a:lstStyle/>
        <a:p>
          <a:endParaRPr lang="en-GB"/>
        </a:p>
      </dgm:t>
    </dgm:pt>
    <dgm:pt modelId="{FFCFFA60-5673-C64B-BC93-B858AFC57090}" type="sibTrans" cxnId="{EB529056-7E3F-6F40-AE3E-E9B77B7C470F}">
      <dgm:prSet/>
      <dgm:spPr/>
      <dgm:t>
        <a:bodyPr/>
        <a:lstStyle/>
        <a:p>
          <a:endParaRPr lang="en-GB"/>
        </a:p>
      </dgm:t>
    </dgm:pt>
    <dgm:pt modelId="{19A4165C-EDFF-2A43-92C3-1CDD90912392}">
      <dgm:prSet/>
      <dgm:spPr/>
      <dgm:t>
        <a:bodyPr/>
        <a:lstStyle/>
        <a:p>
          <a:r>
            <a:rPr lang="en-GB" dirty="0"/>
            <a:t>Search account</a:t>
          </a:r>
        </a:p>
      </dgm:t>
    </dgm:pt>
    <dgm:pt modelId="{0DECD1B0-F8BE-0848-8A8E-2BD6F95CA4A1}" type="parTrans" cxnId="{CE4A5E6F-3C04-FD43-A7DD-4E262CA02EC4}">
      <dgm:prSet/>
      <dgm:spPr/>
      <dgm:t>
        <a:bodyPr/>
        <a:lstStyle/>
        <a:p>
          <a:endParaRPr lang="en-GB"/>
        </a:p>
      </dgm:t>
    </dgm:pt>
    <dgm:pt modelId="{2A95E3FE-9386-584E-B2D9-41C5B6EACFD7}" type="sibTrans" cxnId="{CE4A5E6F-3C04-FD43-A7DD-4E262CA02EC4}">
      <dgm:prSet/>
      <dgm:spPr/>
      <dgm:t>
        <a:bodyPr/>
        <a:lstStyle/>
        <a:p>
          <a:endParaRPr lang="en-GB"/>
        </a:p>
      </dgm:t>
    </dgm:pt>
    <dgm:pt modelId="{E6F1CFC1-A23E-1C41-9374-ED840972F8B6}">
      <dgm:prSet/>
      <dgm:spPr/>
      <dgm:t>
        <a:bodyPr/>
        <a:lstStyle/>
        <a:p>
          <a:r>
            <a:rPr lang="en-GB" dirty="0"/>
            <a:t>Search </a:t>
          </a:r>
          <a:br>
            <a:rPr lang="en-GB" dirty="0"/>
          </a:br>
          <a:r>
            <a:rPr lang="en-GB" dirty="0"/>
            <a:t>Members</a:t>
          </a:r>
        </a:p>
      </dgm:t>
    </dgm:pt>
    <dgm:pt modelId="{72CBB020-9520-FF40-8F5A-D2B885469361}" type="parTrans" cxnId="{0682022D-E62F-B44F-B25A-A36F6DD6E144}">
      <dgm:prSet/>
      <dgm:spPr/>
      <dgm:t>
        <a:bodyPr/>
        <a:lstStyle/>
        <a:p>
          <a:endParaRPr lang="en-GB"/>
        </a:p>
      </dgm:t>
    </dgm:pt>
    <dgm:pt modelId="{7C801057-062C-2844-8B21-3A890712DAFB}" type="sibTrans" cxnId="{0682022D-E62F-B44F-B25A-A36F6DD6E144}">
      <dgm:prSet/>
      <dgm:spPr/>
      <dgm:t>
        <a:bodyPr/>
        <a:lstStyle/>
        <a:p>
          <a:endParaRPr lang="en-GB"/>
        </a:p>
      </dgm:t>
    </dgm:pt>
    <dgm:pt modelId="{3431EF5A-76B2-3043-820B-529A1940833B}">
      <dgm:prSet/>
      <dgm:spPr/>
      <dgm:t>
        <a:bodyPr/>
        <a:lstStyle/>
        <a:p>
          <a:r>
            <a:rPr lang="en-GB" dirty="0"/>
            <a:t>Search Beneficiaries</a:t>
          </a:r>
        </a:p>
      </dgm:t>
    </dgm:pt>
    <dgm:pt modelId="{4E99B5A3-94A6-E242-89ED-DA6BBFB977D0}" type="parTrans" cxnId="{FF1BC520-EE6A-AF44-BE32-5A168113F8EA}">
      <dgm:prSet/>
      <dgm:spPr/>
      <dgm:t>
        <a:bodyPr/>
        <a:lstStyle/>
        <a:p>
          <a:endParaRPr lang="en-GB"/>
        </a:p>
      </dgm:t>
    </dgm:pt>
    <dgm:pt modelId="{41C55909-8924-DC41-9AFE-0300C3679BE2}" type="sibTrans" cxnId="{FF1BC520-EE6A-AF44-BE32-5A168113F8EA}">
      <dgm:prSet/>
      <dgm:spPr/>
      <dgm:t>
        <a:bodyPr/>
        <a:lstStyle/>
        <a:p>
          <a:endParaRPr lang="en-GB"/>
        </a:p>
      </dgm:t>
    </dgm:pt>
    <dgm:pt modelId="{84A9FC14-EB07-514A-9F0C-E9A5D02A6430}">
      <dgm:prSet/>
      <dgm:spPr/>
      <dgm:t>
        <a:bodyPr/>
        <a:lstStyle/>
        <a:p>
          <a:r>
            <a:rPr lang="en-GB" dirty="0"/>
            <a:t>Search Transactions</a:t>
          </a:r>
        </a:p>
      </dgm:t>
    </dgm:pt>
    <dgm:pt modelId="{EF2A022F-1B1C-AB47-A4D1-6D5D7E3D4F43}" type="parTrans" cxnId="{6F89430A-0DF4-1146-992E-91F398B24746}">
      <dgm:prSet/>
      <dgm:spPr/>
      <dgm:t>
        <a:bodyPr/>
        <a:lstStyle/>
        <a:p>
          <a:endParaRPr lang="en-GB"/>
        </a:p>
      </dgm:t>
    </dgm:pt>
    <dgm:pt modelId="{FEDD6522-20CC-4848-9D52-0DE2361432B0}" type="sibTrans" cxnId="{6F89430A-0DF4-1146-992E-91F398B24746}">
      <dgm:prSet/>
      <dgm:spPr/>
      <dgm:t>
        <a:bodyPr/>
        <a:lstStyle/>
        <a:p>
          <a:endParaRPr lang="en-GB"/>
        </a:p>
      </dgm:t>
    </dgm:pt>
    <dgm:pt modelId="{3EDD021C-4555-AB43-9736-6AC6C149F3F7}">
      <dgm:prSet/>
      <dgm:spPr/>
      <dgm:t>
        <a:bodyPr/>
        <a:lstStyle/>
        <a:p>
          <a:r>
            <a:rPr lang="en-GB" dirty="0"/>
            <a:t>Reconciliation</a:t>
          </a:r>
        </a:p>
      </dgm:t>
    </dgm:pt>
    <dgm:pt modelId="{390E3C8F-5FD3-754A-953B-4A87B1F0C658}" type="parTrans" cxnId="{46CD3AD4-04B8-E64B-8A16-807240F6416B}">
      <dgm:prSet/>
      <dgm:spPr/>
      <dgm:t>
        <a:bodyPr/>
        <a:lstStyle/>
        <a:p>
          <a:endParaRPr lang="en-GB"/>
        </a:p>
      </dgm:t>
    </dgm:pt>
    <dgm:pt modelId="{18650035-87C3-7945-BF4F-2C08763C5A28}" type="sibTrans" cxnId="{46CD3AD4-04B8-E64B-8A16-807240F6416B}">
      <dgm:prSet/>
      <dgm:spPr/>
      <dgm:t>
        <a:bodyPr/>
        <a:lstStyle/>
        <a:p>
          <a:endParaRPr lang="en-GB"/>
        </a:p>
      </dgm:t>
    </dgm:pt>
    <dgm:pt modelId="{ABD0A9B5-5DD6-9346-A800-C4F327B0F89C}">
      <dgm:prSet/>
      <dgm:spPr/>
      <dgm:t>
        <a:bodyPr/>
        <a:lstStyle/>
        <a:p>
          <a:r>
            <a:rPr lang="en-GB" dirty="0"/>
            <a:t>Daily recon </a:t>
          </a:r>
          <a:br>
            <a:rPr lang="en-GB" dirty="0"/>
          </a:br>
          <a:r>
            <a:rPr lang="en-GB" dirty="0"/>
            <a:t>report</a:t>
          </a:r>
        </a:p>
      </dgm:t>
    </dgm:pt>
    <dgm:pt modelId="{84F85B3B-1F7B-224A-9B62-E6078B07F469}" type="parTrans" cxnId="{A4F43304-4F17-514E-AB42-5E0F92BA42FF}">
      <dgm:prSet/>
      <dgm:spPr/>
      <dgm:t>
        <a:bodyPr/>
        <a:lstStyle/>
        <a:p>
          <a:endParaRPr lang="en-GB"/>
        </a:p>
      </dgm:t>
    </dgm:pt>
    <dgm:pt modelId="{B18049B8-4735-5F44-B5C3-3A8A15550A8F}" type="sibTrans" cxnId="{A4F43304-4F17-514E-AB42-5E0F92BA42FF}">
      <dgm:prSet/>
      <dgm:spPr/>
      <dgm:t>
        <a:bodyPr/>
        <a:lstStyle/>
        <a:p>
          <a:endParaRPr lang="en-GB"/>
        </a:p>
      </dgm:t>
    </dgm:pt>
    <dgm:pt modelId="{CA7A5E52-7655-D04A-94EE-4A4817CBC097}">
      <dgm:prSet/>
      <dgm:spPr/>
      <dgm:t>
        <a:bodyPr/>
        <a:lstStyle/>
        <a:p>
          <a:r>
            <a:rPr lang="en-GB" dirty="0"/>
            <a:t>Post </a:t>
          </a:r>
          <a:br>
            <a:rPr lang="en-GB" dirty="0"/>
          </a:br>
          <a:r>
            <a:rPr lang="en-GB" dirty="0"/>
            <a:t>Adjustments</a:t>
          </a:r>
        </a:p>
      </dgm:t>
    </dgm:pt>
    <dgm:pt modelId="{6DE93A47-D7E5-5E4C-8CF1-86F972C052CE}" type="parTrans" cxnId="{F044A4AE-5742-D74B-8395-16BABC70A238}">
      <dgm:prSet/>
      <dgm:spPr/>
      <dgm:t>
        <a:bodyPr/>
        <a:lstStyle/>
        <a:p>
          <a:endParaRPr lang="en-GB"/>
        </a:p>
      </dgm:t>
    </dgm:pt>
    <dgm:pt modelId="{365DCA27-9DCA-E34F-A1BB-DD678E1A74DA}" type="sibTrans" cxnId="{F044A4AE-5742-D74B-8395-16BABC70A238}">
      <dgm:prSet/>
      <dgm:spPr/>
      <dgm:t>
        <a:bodyPr/>
        <a:lstStyle/>
        <a:p>
          <a:endParaRPr lang="en-GB"/>
        </a:p>
      </dgm:t>
    </dgm:pt>
    <dgm:pt modelId="{23793CBD-4EEE-DC4C-A36E-D12D94EDB3C1}">
      <dgm:prSet/>
      <dgm:spPr/>
      <dgm:t>
        <a:bodyPr/>
        <a:lstStyle/>
        <a:p>
          <a:r>
            <a:rPr lang="en-GB" dirty="0"/>
            <a:t>Landing Page</a:t>
          </a:r>
        </a:p>
      </dgm:t>
    </dgm:pt>
    <dgm:pt modelId="{F4C8CF04-F359-CC4F-A120-CEB97DB2B13F}" type="parTrans" cxnId="{A6D3CC2E-8041-6642-9B88-E3918FE59F99}">
      <dgm:prSet/>
      <dgm:spPr/>
      <dgm:t>
        <a:bodyPr/>
        <a:lstStyle/>
        <a:p>
          <a:endParaRPr lang="en-GB"/>
        </a:p>
      </dgm:t>
    </dgm:pt>
    <dgm:pt modelId="{3CDA9DB6-BEAE-8E4F-9F24-5F8EC6C6276D}" type="sibTrans" cxnId="{A6D3CC2E-8041-6642-9B88-E3918FE59F99}">
      <dgm:prSet/>
      <dgm:spPr/>
      <dgm:t>
        <a:bodyPr/>
        <a:lstStyle/>
        <a:p>
          <a:endParaRPr lang="en-GB"/>
        </a:p>
      </dgm:t>
    </dgm:pt>
    <dgm:pt modelId="{8106ABC5-78B4-2445-8D6A-388A80B1E31D}">
      <dgm:prSet/>
      <dgm:spPr/>
      <dgm:t>
        <a:bodyPr/>
        <a:lstStyle/>
        <a:p>
          <a:r>
            <a:rPr lang="en-GB" dirty="0"/>
            <a:t>Submit Payment Request</a:t>
          </a:r>
        </a:p>
      </dgm:t>
    </dgm:pt>
    <dgm:pt modelId="{37E90674-D28A-5F41-BF98-A7744F969146}" type="parTrans" cxnId="{273C1990-606F-B84C-AAE4-46BF41DB1759}">
      <dgm:prSet/>
      <dgm:spPr/>
      <dgm:t>
        <a:bodyPr/>
        <a:lstStyle/>
        <a:p>
          <a:endParaRPr lang="en-GB"/>
        </a:p>
      </dgm:t>
    </dgm:pt>
    <dgm:pt modelId="{2A1B7396-C849-1E41-8042-4101219AB493}" type="sibTrans" cxnId="{273C1990-606F-B84C-AAE4-46BF41DB1759}">
      <dgm:prSet/>
      <dgm:spPr/>
      <dgm:t>
        <a:bodyPr/>
        <a:lstStyle/>
        <a:p>
          <a:endParaRPr lang="en-GB"/>
        </a:p>
      </dgm:t>
    </dgm:pt>
    <dgm:pt modelId="{CDB3B891-E59C-044F-B731-7B0EFEA5B6DB}">
      <dgm:prSet/>
      <dgm:spPr/>
      <dgm:t>
        <a:bodyPr/>
        <a:lstStyle/>
        <a:p>
          <a:r>
            <a:rPr lang="en-GB" dirty="0"/>
            <a:t>Obtain </a:t>
          </a:r>
          <a:br>
            <a:rPr lang="en-GB" dirty="0"/>
          </a:br>
          <a:r>
            <a:rPr lang="en-GB" dirty="0"/>
            <a:t>FX quote</a:t>
          </a:r>
        </a:p>
      </dgm:t>
    </dgm:pt>
    <dgm:pt modelId="{C7E53873-D445-1A49-A3FE-581A04EC5849}" type="parTrans" cxnId="{B9E67B3C-B4CE-1940-8B71-D058E3F3FCCF}">
      <dgm:prSet/>
      <dgm:spPr/>
      <dgm:t>
        <a:bodyPr/>
        <a:lstStyle/>
        <a:p>
          <a:endParaRPr lang="en-GB"/>
        </a:p>
      </dgm:t>
    </dgm:pt>
    <dgm:pt modelId="{11E12DB2-B11C-8F4D-8DB5-500700D9F4C1}" type="sibTrans" cxnId="{B9E67B3C-B4CE-1940-8B71-D058E3F3FCCF}">
      <dgm:prSet/>
      <dgm:spPr/>
      <dgm:t>
        <a:bodyPr/>
        <a:lstStyle/>
        <a:p>
          <a:endParaRPr lang="en-GB"/>
        </a:p>
      </dgm:t>
    </dgm:pt>
    <dgm:pt modelId="{C4BFF135-0044-9C45-AE87-FA6E651EC749}">
      <dgm:prSet/>
      <dgm:spPr/>
      <dgm:t>
        <a:bodyPr/>
        <a:lstStyle/>
        <a:p>
          <a:r>
            <a:rPr lang="en-GB" dirty="0"/>
            <a:t>Submit </a:t>
          </a:r>
          <a:br>
            <a:rPr lang="en-GB" dirty="0"/>
          </a:br>
          <a:r>
            <a:rPr lang="en-GB" dirty="0"/>
            <a:t>FX deal</a:t>
          </a:r>
        </a:p>
      </dgm:t>
    </dgm:pt>
    <dgm:pt modelId="{80133B40-308E-2F4A-BAB1-883657769884}" type="parTrans" cxnId="{607C1653-FEE6-8B4A-A544-0424524C1C62}">
      <dgm:prSet/>
      <dgm:spPr/>
      <dgm:t>
        <a:bodyPr/>
        <a:lstStyle/>
        <a:p>
          <a:endParaRPr lang="en-GB"/>
        </a:p>
      </dgm:t>
    </dgm:pt>
    <dgm:pt modelId="{0BABA3FC-241D-9946-9B96-97E21DCC10D1}" type="sibTrans" cxnId="{607C1653-FEE6-8B4A-A544-0424524C1C62}">
      <dgm:prSet/>
      <dgm:spPr/>
      <dgm:t>
        <a:bodyPr/>
        <a:lstStyle/>
        <a:p>
          <a:endParaRPr lang="en-GB"/>
        </a:p>
      </dgm:t>
    </dgm:pt>
    <dgm:pt modelId="{D824E8D8-3BD6-DC48-94E2-7B77E88F1AC8}">
      <dgm:prSet/>
      <dgm:spPr/>
      <dgm:t>
        <a:bodyPr/>
        <a:lstStyle/>
        <a:p>
          <a:r>
            <a:rPr lang="en-GB" dirty="0"/>
            <a:t>Show wallet balances</a:t>
          </a:r>
        </a:p>
      </dgm:t>
    </dgm:pt>
    <dgm:pt modelId="{C10F482E-25C4-9046-9EED-BE261E35B666}" type="parTrans" cxnId="{631A28EC-17DF-B84B-961E-B9B658C44B04}">
      <dgm:prSet/>
      <dgm:spPr/>
      <dgm:t>
        <a:bodyPr/>
        <a:lstStyle/>
        <a:p>
          <a:endParaRPr lang="en-GB"/>
        </a:p>
      </dgm:t>
    </dgm:pt>
    <dgm:pt modelId="{A0D8B76D-6F78-A74E-B811-C37A8225F034}" type="sibTrans" cxnId="{631A28EC-17DF-B84B-961E-B9B658C44B04}">
      <dgm:prSet/>
      <dgm:spPr/>
      <dgm:t>
        <a:bodyPr/>
        <a:lstStyle/>
        <a:p>
          <a:endParaRPr lang="en-GB"/>
        </a:p>
      </dgm:t>
    </dgm:pt>
    <dgm:pt modelId="{FE2701ED-74B3-CF41-A499-F339FEA971BB}">
      <dgm:prSet/>
      <dgm:spPr/>
      <dgm:t>
        <a:bodyPr/>
        <a:lstStyle/>
        <a:p>
          <a:r>
            <a:rPr lang="en-GB" dirty="0"/>
            <a:t>Maintain beneficiaries</a:t>
          </a:r>
        </a:p>
      </dgm:t>
    </dgm:pt>
    <dgm:pt modelId="{36DC4D78-70F5-F74C-A2ED-DD1D1BC06BD5}" type="parTrans" cxnId="{F2E4DE9F-9F82-F645-9BDB-B786E170C9DE}">
      <dgm:prSet/>
      <dgm:spPr/>
      <dgm:t>
        <a:bodyPr/>
        <a:lstStyle/>
        <a:p>
          <a:endParaRPr lang="en-GB"/>
        </a:p>
      </dgm:t>
    </dgm:pt>
    <dgm:pt modelId="{F6DF9E75-7096-D74F-8052-059A3C4DAD6D}" type="sibTrans" cxnId="{F2E4DE9F-9F82-F645-9BDB-B786E170C9DE}">
      <dgm:prSet/>
      <dgm:spPr/>
      <dgm:t>
        <a:bodyPr/>
        <a:lstStyle/>
        <a:p>
          <a:endParaRPr lang="en-GB"/>
        </a:p>
      </dgm:t>
    </dgm:pt>
    <dgm:pt modelId="{32EBDDF0-BE85-1E4D-B81A-18408CC66615}" type="pres">
      <dgm:prSet presAssocID="{19078D0B-EB64-2D4C-8E19-B88B9EA182A9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0810C385-5482-C649-9942-1532FFA89BCE}" type="pres">
      <dgm:prSet presAssocID="{4434D9DA-886B-514F-9469-4216EB9EB432}" presName="hierRoot1" presStyleCnt="0">
        <dgm:presLayoutVars>
          <dgm:hierBranch val="init"/>
        </dgm:presLayoutVars>
      </dgm:prSet>
      <dgm:spPr/>
    </dgm:pt>
    <dgm:pt modelId="{8EE869B7-8D32-6345-91E2-6EA6714E1243}" type="pres">
      <dgm:prSet presAssocID="{4434D9DA-886B-514F-9469-4216EB9EB432}" presName="rootComposite1" presStyleCnt="0"/>
      <dgm:spPr/>
    </dgm:pt>
    <dgm:pt modelId="{07C63B29-C1EA-3B43-9D8D-730A2E6A3937}" type="pres">
      <dgm:prSet presAssocID="{4434D9DA-886B-514F-9469-4216EB9EB432}" presName="rootText1" presStyleLbl="node0" presStyleIdx="0" presStyleCnt="1">
        <dgm:presLayoutVars>
          <dgm:chPref val="3"/>
        </dgm:presLayoutVars>
      </dgm:prSet>
      <dgm:spPr/>
    </dgm:pt>
    <dgm:pt modelId="{F7D33066-A925-6B45-A992-7AB493EA1BBB}" type="pres">
      <dgm:prSet presAssocID="{4434D9DA-886B-514F-9469-4216EB9EB432}" presName="rootConnector1" presStyleLbl="node1" presStyleIdx="0" presStyleCnt="0"/>
      <dgm:spPr/>
    </dgm:pt>
    <dgm:pt modelId="{0253AA33-309C-4345-8253-27F5605E06AD}" type="pres">
      <dgm:prSet presAssocID="{4434D9DA-886B-514F-9469-4216EB9EB432}" presName="hierChild2" presStyleCnt="0"/>
      <dgm:spPr/>
    </dgm:pt>
    <dgm:pt modelId="{5A75044F-9803-8C40-89E5-3F221BABE3D8}" type="pres">
      <dgm:prSet presAssocID="{30FADB83-946E-D74F-A1D6-D7FBC6960332}" presName="Name37" presStyleLbl="parChTrans1D2" presStyleIdx="0" presStyleCnt="3"/>
      <dgm:spPr/>
    </dgm:pt>
    <dgm:pt modelId="{1D774C4D-7B5C-D34D-824F-40042EE71DE5}" type="pres">
      <dgm:prSet presAssocID="{3881FF17-D4E6-3F44-907B-090A47622F87}" presName="hierRoot2" presStyleCnt="0">
        <dgm:presLayoutVars>
          <dgm:hierBranch val="init"/>
        </dgm:presLayoutVars>
      </dgm:prSet>
      <dgm:spPr/>
    </dgm:pt>
    <dgm:pt modelId="{B11A92D2-0FD8-3547-A7CF-802743CB93CD}" type="pres">
      <dgm:prSet presAssocID="{3881FF17-D4E6-3F44-907B-090A47622F87}" presName="rootComposite" presStyleCnt="0"/>
      <dgm:spPr/>
    </dgm:pt>
    <dgm:pt modelId="{B1CFAB00-62E0-F448-8FEA-6B702C382A8D}" type="pres">
      <dgm:prSet presAssocID="{3881FF17-D4E6-3F44-907B-090A47622F87}" presName="rootText" presStyleLbl="node2" presStyleIdx="0" presStyleCnt="3">
        <dgm:presLayoutVars>
          <dgm:chPref val="3"/>
        </dgm:presLayoutVars>
      </dgm:prSet>
      <dgm:spPr/>
    </dgm:pt>
    <dgm:pt modelId="{46C1B49F-7D92-9349-B5AB-4A798BD33EAA}" type="pres">
      <dgm:prSet presAssocID="{3881FF17-D4E6-3F44-907B-090A47622F87}" presName="rootConnector" presStyleLbl="node2" presStyleIdx="0" presStyleCnt="3"/>
      <dgm:spPr/>
    </dgm:pt>
    <dgm:pt modelId="{DF208E49-739C-E64E-BA01-2E3EC10FAA54}" type="pres">
      <dgm:prSet presAssocID="{3881FF17-D4E6-3F44-907B-090A47622F87}" presName="hierChild4" presStyleCnt="0"/>
      <dgm:spPr/>
    </dgm:pt>
    <dgm:pt modelId="{0B52B892-5480-494B-86F3-06EB0F536F3E}" type="pres">
      <dgm:prSet presAssocID="{F4C8CF04-F359-CC4F-A120-CEB97DB2B13F}" presName="Name37" presStyleLbl="parChTrans1D3" presStyleIdx="0" presStyleCnt="7"/>
      <dgm:spPr/>
    </dgm:pt>
    <dgm:pt modelId="{0D0B0A29-1DF5-6641-AA79-DA243D05BDFB}" type="pres">
      <dgm:prSet presAssocID="{23793CBD-4EEE-DC4C-A36E-D12D94EDB3C1}" presName="hierRoot2" presStyleCnt="0">
        <dgm:presLayoutVars>
          <dgm:hierBranch val="init"/>
        </dgm:presLayoutVars>
      </dgm:prSet>
      <dgm:spPr/>
    </dgm:pt>
    <dgm:pt modelId="{7388B7C8-9A33-2D4B-95CD-5511DE06E0B2}" type="pres">
      <dgm:prSet presAssocID="{23793CBD-4EEE-DC4C-A36E-D12D94EDB3C1}" presName="rootComposite" presStyleCnt="0"/>
      <dgm:spPr/>
    </dgm:pt>
    <dgm:pt modelId="{EBF42417-C4C7-0F4E-BBB2-130F1873F657}" type="pres">
      <dgm:prSet presAssocID="{23793CBD-4EEE-DC4C-A36E-D12D94EDB3C1}" presName="rootText" presStyleLbl="node3" presStyleIdx="0" presStyleCnt="7">
        <dgm:presLayoutVars>
          <dgm:chPref val="3"/>
        </dgm:presLayoutVars>
      </dgm:prSet>
      <dgm:spPr/>
    </dgm:pt>
    <dgm:pt modelId="{B5A33F94-365B-8F4F-B386-E5B7FEDA24A9}" type="pres">
      <dgm:prSet presAssocID="{23793CBD-4EEE-DC4C-A36E-D12D94EDB3C1}" presName="rootConnector" presStyleLbl="node3" presStyleIdx="0" presStyleCnt="7"/>
      <dgm:spPr/>
    </dgm:pt>
    <dgm:pt modelId="{70F4717A-C838-8F40-ABB8-388AAAA78895}" type="pres">
      <dgm:prSet presAssocID="{23793CBD-4EEE-DC4C-A36E-D12D94EDB3C1}" presName="hierChild4" presStyleCnt="0"/>
      <dgm:spPr/>
    </dgm:pt>
    <dgm:pt modelId="{CC970A46-79E1-054A-AF2F-8F1FF62B12D1}" type="pres">
      <dgm:prSet presAssocID="{C10F482E-25C4-9046-9EED-BE261E35B666}" presName="Name37" presStyleLbl="parChTrans1D4" presStyleIdx="0" presStyleCnt="38"/>
      <dgm:spPr/>
    </dgm:pt>
    <dgm:pt modelId="{753772EB-E773-2C4B-9A00-3B27E83B7107}" type="pres">
      <dgm:prSet presAssocID="{D824E8D8-3BD6-DC48-94E2-7B77E88F1AC8}" presName="hierRoot2" presStyleCnt="0">
        <dgm:presLayoutVars>
          <dgm:hierBranch val="init"/>
        </dgm:presLayoutVars>
      </dgm:prSet>
      <dgm:spPr/>
    </dgm:pt>
    <dgm:pt modelId="{003AC86C-D0C2-FE43-8C87-5D9867B66949}" type="pres">
      <dgm:prSet presAssocID="{D824E8D8-3BD6-DC48-94E2-7B77E88F1AC8}" presName="rootComposite" presStyleCnt="0"/>
      <dgm:spPr/>
    </dgm:pt>
    <dgm:pt modelId="{602ED23B-651F-C245-952A-0AA06293E1FA}" type="pres">
      <dgm:prSet presAssocID="{D824E8D8-3BD6-DC48-94E2-7B77E88F1AC8}" presName="rootText" presStyleLbl="node4" presStyleIdx="0" presStyleCnt="38">
        <dgm:presLayoutVars>
          <dgm:chPref val="3"/>
        </dgm:presLayoutVars>
      </dgm:prSet>
      <dgm:spPr/>
    </dgm:pt>
    <dgm:pt modelId="{70487D68-5F06-4048-96D2-53CAFB52E8BF}" type="pres">
      <dgm:prSet presAssocID="{D824E8D8-3BD6-DC48-94E2-7B77E88F1AC8}" presName="rootConnector" presStyleLbl="node4" presStyleIdx="0" presStyleCnt="38"/>
      <dgm:spPr/>
    </dgm:pt>
    <dgm:pt modelId="{EA37D4DF-C507-FB44-909B-C704297DD9E1}" type="pres">
      <dgm:prSet presAssocID="{D824E8D8-3BD6-DC48-94E2-7B77E88F1AC8}" presName="hierChild4" presStyleCnt="0"/>
      <dgm:spPr/>
    </dgm:pt>
    <dgm:pt modelId="{9C18F104-8B5A-804D-8449-E965270D36EF}" type="pres">
      <dgm:prSet presAssocID="{D824E8D8-3BD6-DC48-94E2-7B77E88F1AC8}" presName="hierChild5" presStyleCnt="0"/>
      <dgm:spPr/>
    </dgm:pt>
    <dgm:pt modelId="{7B42ADB2-7AC2-A343-A6F9-200C7189E955}" type="pres">
      <dgm:prSet presAssocID="{36DC4D78-70F5-F74C-A2ED-DD1D1BC06BD5}" presName="Name37" presStyleLbl="parChTrans1D4" presStyleIdx="1" presStyleCnt="38"/>
      <dgm:spPr/>
    </dgm:pt>
    <dgm:pt modelId="{37D6E313-1552-2D45-A446-D0A27C4A5540}" type="pres">
      <dgm:prSet presAssocID="{FE2701ED-74B3-CF41-A499-F339FEA971BB}" presName="hierRoot2" presStyleCnt="0">
        <dgm:presLayoutVars>
          <dgm:hierBranch val="init"/>
        </dgm:presLayoutVars>
      </dgm:prSet>
      <dgm:spPr/>
    </dgm:pt>
    <dgm:pt modelId="{4B1E48FF-248F-4C4D-B6CD-2E8B6FADFEDC}" type="pres">
      <dgm:prSet presAssocID="{FE2701ED-74B3-CF41-A499-F339FEA971BB}" presName="rootComposite" presStyleCnt="0"/>
      <dgm:spPr/>
    </dgm:pt>
    <dgm:pt modelId="{5B06BD4C-5974-F546-99BD-0550D8E00529}" type="pres">
      <dgm:prSet presAssocID="{FE2701ED-74B3-CF41-A499-F339FEA971BB}" presName="rootText" presStyleLbl="node4" presStyleIdx="1" presStyleCnt="38">
        <dgm:presLayoutVars>
          <dgm:chPref val="3"/>
        </dgm:presLayoutVars>
      </dgm:prSet>
      <dgm:spPr/>
    </dgm:pt>
    <dgm:pt modelId="{188CA971-B002-2247-8D09-E851D992E26E}" type="pres">
      <dgm:prSet presAssocID="{FE2701ED-74B3-CF41-A499-F339FEA971BB}" presName="rootConnector" presStyleLbl="node4" presStyleIdx="1" presStyleCnt="38"/>
      <dgm:spPr/>
    </dgm:pt>
    <dgm:pt modelId="{BBD51B05-FBE0-FA4A-B888-3C0458C4F29C}" type="pres">
      <dgm:prSet presAssocID="{FE2701ED-74B3-CF41-A499-F339FEA971BB}" presName="hierChild4" presStyleCnt="0"/>
      <dgm:spPr/>
    </dgm:pt>
    <dgm:pt modelId="{86C7084C-8A76-104D-ADFA-B644915D90EC}" type="pres">
      <dgm:prSet presAssocID="{FE2701ED-74B3-CF41-A499-F339FEA971BB}" presName="hierChild5" presStyleCnt="0"/>
      <dgm:spPr/>
    </dgm:pt>
    <dgm:pt modelId="{88913799-3299-514F-B946-5F125F5A6DC6}" type="pres">
      <dgm:prSet presAssocID="{23793CBD-4EEE-DC4C-A36E-D12D94EDB3C1}" presName="hierChild5" presStyleCnt="0"/>
      <dgm:spPr/>
    </dgm:pt>
    <dgm:pt modelId="{8F1438EE-69C0-4147-8A4C-C217ECD2CF6F}" type="pres">
      <dgm:prSet presAssocID="{37E90674-D28A-5F41-BF98-A7744F969146}" presName="Name37" presStyleLbl="parChTrans1D3" presStyleIdx="1" presStyleCnt="7"/>
      <dgm:spPr/>
    </dgm:pt>
    <dgm:pt modelId="{D9779539-59CC-7947-BF6D-54A999D4B09D}" type="pres">
      <dgm:prSet presAssocID="{8106ABC5-78B4-2445-8D6A-388A80B1E31D}" presName="hierRoot2" presStyleCnt="0">
        <dgm:presLayoutVars>
          <dgm:hierBranch val="init"/>
        </dgm:presLayoutVars>
      </dgm:prSet>
      <dgm:spPr/>
    </dgm:pt>
    <dgm:pt modelId="{281A8CF4-5F8A-9046-9E8B-B23D234296DE}" type="pres">
      <dgm:prSet presAssocID="{8106ABC5-78B4-2445-8D6A-388A80B1E31D}" presName="rootComposite" presStyleCnt="0"/>
      <dgm:spPr/>
    </dgm:pt>
    <dgm:pt modelId="{F0881F95-DA2F-0842-AAE8-4FA007CBEEEF}" type="pres">
      <dgm:prSet presAssocID="{8106ABC5-78B4-2445-8D6A-388A80B1E31D}" presName="rootText" presStyleLbl="node3" presStyleIdx="1" presStyleCnt="7">
        <dgm:presLayoutVars>
          <dgm:chPref val="3"/>
        </dgm:presLayoutVars>
      </dgm:prSet>
      <dgm:spPr/>
    </dgm:pt>
    <dgm:pt modelId="{8FB36DB4-6E42-3043-8686-F5C10D3ECC66}" type="pres">
      <dgm:prSet presAssocID="{8106ABC5-78B4-2445-8D6A-388A80B1E31D}" presName="rootConnector" presStyleLbl="node3" presStyleIdx="1" presStyleCnt="7"/>
      <dgm:spPr/>
    </dgm:pt>
    <dgm:pt modelId="{BE2C4B0F-E3BF-1F4E-83B1-461C6C256F3B}" type="pres">
      <dgm:prSet presAssocID="{8106ABC5-78B4-2445-8D6A-388A80B1E31D}" presName="hierChild4" presStyleCnt="0"/>
      <dgm:spPr/>
    </dgm:pt>
    <dgm:pt modelId="{6FF0D9C6-2D6A-6B48-82F4-86B17B23835F}" type="pres">
      <dgm:prSet presAssocID="{8106ABC5-78B4-2445-8D6A-388A80B1E31D}" presName="hierChild5" presStyleCnt="0"/>
      <dgm:spPr/>
    </dgm:pt>
    <dgm:pt modelId="{4758DA9D-E598-6B48-BCA9-18BD90FD14AA}" type="pres">
      <dgm:prSet presAssocID="{C7E53873-D445-1A49-A3FE-581A04EC5849}" presName="Name37" presStyleLbl="parChTrans1D3" presStyleIdx="2" presStyleCnt="7"/>
      <dgm:spPr/>
    </dgm:pt>
    <dgm:pt modelId="{4B0CF0F6-C6B1-824A-85F2-DDD8CA11FCC7}" type="pres">
      <dgm:prSet presAssocID="{CDB3B891-E59C-044F-B731-7B0EFEA5B6DB}" presName="hierRoot2" presStyleCnt="0">
        <dgm:presLayoutVars>
          <dgm:hierBranch val="init"/>
        </dgm:presLayoutVars>
      </dgm:prSet>
      <dgm:spPr/>
    </dgm:pt>
    <dgm:pt modelId="{441BAC27-13BD-AF4F-9B52-F507557500B1}" type="pres">
      <dgm:prSet presAssocID="{CDB3B891-E59C-044F-B731-7B0EFEA5B6DB}" presName="rootComposite" presStyleCnt="0"/>
      <dgm:spPr/>
    </dgm:pt>
    <dgm:pt modelId="{20EFA879-2B64-104C-B856-95482071B330}" type="pres">
      <dgm:prSet presAssocID="{CDB3B891-E59C-044F-B731-7B0EFEA5B6DB}" presName="rootText" presStyleLbl="node3" presStyleIdx="2" presStyleCnt="7">
        <dgm:presLayoutVars>
          <dgm:chPref val="3"/>
        </dgm:presLayoutVars>
      </dgm:prSet>
      <dgm:spPr/>
    </dgm:pt>
    <dgm:pt modelId="{55392910-4535-7144-944B-6D5934066F72}" type="pres">
      <dgm:prSet presAssocID="{CDB3B891-E59C-044F-B731-7B0EFEA5B6DB}" presName="rootConnector" presStyleLbl="node3" presStyleIdx="2" presStyleCnt="7"/>
      <dgm:spPr/>
    </dgm:pt>
    <dgm:pt modelId="{A832EE1F-4AE7-B541-8E16-C89772E1FEB2}" type="pres">
      <dgm:prSet presAssocID="{CDB3B891-E59C-044F-B731-7B0EFEA5B6DB}" presName="hierChild4" presStyleCnt="0"/>
      <dgm:spPr/>
    </dgm:pt>
    <dgm:pt modelId="{8CA91358-5454-AC4A-A04C-4F70454669DF}" type="pres">
      <dgm:prSet presAssocID="{CDB3B891-E59C-044F-B731-7B0EFEA5B6DB}" presName="hierChild5" presStyleCnt="0"/>
      <dgm:spPr/>
    </dgm:pt>
    <dgm:pt modelId="{CEB236F4-081F-4D45-85A1-2DC0015FA789}" type="pres">
      <dgm:prSet presAssocID="{80133B40-308E-2F4A-BAB1-883657769884}" presName="Name37" presStyleLbl="parChTrans1D3" presStyleIdx="3" presStyleCnt="7"/>
      <dgm:spPr/>
    </dgm:pt>
    <dgm:pt modelId="{36629D5F-709C-F441-944D-8E61C3694592}" type="pres">
      <dgm:prSet presAssocID="{C4BFF135-0044-9C45-AE87-FA6E651EC749}" presName="hierRoot2" presStyleCnt="0">
        <dgm:presLayoutVars>
          <dgm:hierBranch val="init"/>
        </dgm:presLayoutVars>
      </dgm:prSet>
      <dgm:spPr/>
    </dgm:pt>
    <dgm:pt modelId="{DA29F17D-8FFD-2C4E-9109-2ACA1284BEE0}" type="pres">
      <dgm:prSet presAssocID="{C4BFF135-0044-9C45-AE87-FA6E651EC749}" presName="rootComposite" presStyleCnt="0"/>
      <dgm:spPr/>
    </dgm:pt>
    <dgm:pt modelId="{C926B428-9BE8-EC4E-A230-785380488218}" type="pres">
      <dgm:prSet presAssocID="{C4BFF135-0044-9C45-AE87-FA6E651EC749}" presName="rootText" presStyleLbl="node3" presStyleIdx="3" presStyleCnt="7">
        <dgm:presLayoutVars>
          <dgm:chPref val="3"/>
        </dgm:presLayoutVars>
      </dgm:prSet>
      <dgm:spPr/>
    </dgm:pt>
    <dgm:pt modelId="{24B69EE2-6607-E242-B074-355FC22E0079}" type="pres">
      <dgm:prSet presAssocID="{C4BFF135-0044-9C45-AE87-FA6E651EC749}" presName="rootConnector" presStyleLbl="node3" presStyleIdx="3" presStyleCnt="7"/>
      <dgm:spPr/>
    </dgm:pt>
    <dgm:pt modelId="{6B53C7F6-A206-254F-86B4-078F70AB3FFE}" type="pres">
      <dgm:prSet presAssocID="{C4BFF135-0044-9C45-AE87-FA6E651EC749}" presName="hierChild4" presStyleCnt="0"/>
      <dgm:spPr/>
    </dgm:pt>
    <dgm:pt modelId="{B7EB33BB-E963-914E-899E-F5797DCE9004}" type="pres">
      <dgm:prSet presAssocID="{C4BFF135-0044-9C45-AE87-FA6E651EC749}" presName="hierChild5" presStyleCnt="0"/>
      <dgm:spPr/>
    </dgm:pt>
    <dgm:pt modelId="{F169B2CB-E4C9-844C-8BF8-50526AFBBE82}" type="pres">
      <dgm:prSet presAssocID="{3881FF17-D4E6-3F44-907B-090A47622F87}" presName="hierChild5" presStyleCnt="0"/>
      <dgm:spPr/>
    </dgm:pt>
    <dgm:pt modelId="{45A9E26D-597C-654A-AA2F-C3168A34E4FE}" type="pres">
      <dgm:prSet presAssocID="{F17D7920-60F1-EE46-B53E-E28EB1CD6019}" presName="Name37" presStyleLbl="parChTrans1D2" presStyleIdx="1" presStyleCnt="3"/>
      <dgm:spPr/>
    </dgm:pt>
    <dgm:pt modelId="{7705FCA4-7315-BD48-B007-5A584F97E3E4}" type="pres">
      <dgm:prSet presAssocID="{479C8B34-00BA-FE4D-AAA1-9FB17709A2AD}" presName="hierRoot2" presStyleCnt="0">
        <dgm:presLayoutVars>
          <dgm:hierBranch val="init"/>
        </dgm:presLayoutVars>
      </dgm:prSet>
      <dgm:spPr/>
    </dgm:pt>
    <dgm:pt modelId="{4919DC7E-5640-5749-831F-7312AAFB24CB}" type="pres">
      <dgm:prSet presAssocID="{479C8B34-00BA-FE4D-AAA1-9FB17709A2AD}" presName="rootComposite" presStyleCnt="0"/>
      <dgm:spPr/>
    </dgm:pt>
    <dgm:pt modelId="{8B96D9DA-B4D4-6540-B71B-08963DB56E69}" type="pres">
      <dgm:prSet presAssocID="{479C8B34-00BA-FE4D-AAA1-9FB17709A2AD}" presName="rootText" presStyleLbl="node2" presStyleIdx="1" presStyleCnt="3">
        <dgm:presLayoutVars>
          <dgm:chPref val="3"/>
        </dgm:presLayoutVars>
      </dgm:prSet>
      <dgm:spPr/>
    </dgm:pt>
    <dgm:pt modelId="{35F1C37C-E53B-3F41-9395-BD054698DEDA}" type="pres">
      <dgm:prSet presAssocID="{479C8B34-00BA-FE4D-AAA1-9FB17709A2AD}" presName="rootConnector" presStyleLbl="node2" presStyleIdx="1" presStyleCnt="3"/>
      <dgm:spPr/>
    </dgm:pt>
    <dgm:pt modelId="{B150204A-851C-BE47-8B4C-A216A89DB5F9}" type="pres">
      <dgm:prSet presAssocID="{479C8B34-00BA-FE4D-AAA1-9FB17709A2AD}" presName="hierChild4" presStyleCnt="0"/>
      <dgm:spPr/>
    </dgm:pt>
    <dgm:pt modelId="{BA002B88-5D40-E84F-A93F-5A6F910AF8FC}" type="pres">
      <dgm:prSet presAssocID="{9B5C394E-C3C8-2147-8A26-A94C6D6415A4}" presName="Name37" presStyleLbl="parChTrans1D3" presStyleIdx="4" presStyleCnt="7"/>
      <dgm:spPr/>
    </dgm:pt>
    <dgm:pt modelId="{C6D26DB9-E424-F84C-A6B7-72D2A117B969}" type="pres">
      <dgm:prSet presAssocID="{CDB5E4FC-DC21-4A48-B5A3-104DC29CD8C1}" presName="hierRoot2" presStyleCnt="0">
        <dgm:presLayoutVars>
          <dgm:hierBranch val="init"/>
        </dgm:presLayoutVars>
      </dgm:prSet>
      <dgm:spPr/>
    </dgm:pt>
    <dgm:pt modelId="{58CB7E6C-6888-DE44-9D27-9DE81F1CA3F1}" type="pres">
      <dgm:prSet presAssocID="{CDB5E4FC-DC21-4A48-B5A3-104DC29CD8C1}" presName="rootComposite" presStyleCnt="0"/>
      <dgm:spPr/>
    </dgm:pt>
    <dgm:pt modelId="{2D378DDA-6B75-0147-9ABA-83B1570D3259}" type="pres">
      <dgm:prSet presAssocID="{CDB5E4FC-DC21-4A48-B5A3-104DC29CD8C1}" presName="rootText" presStyleLbl="node3" presStyleIdx="4" presStyleCnt="7">
        <dgm:presLayoutVars>
          <dgm:chPref val="3"/>
        </dgm:presLayoutVars>
      </dgm:prSet>
      <dgm:spPr/>
    </dgm:pt>
    <dgm:pt modelId="{0F4494FE-9971-2441-BE16-27BCCBB4D8F4}" type="pres">
      <dgm:prSet presAssocID="{CDB5E4FC-DC21-4A48-B5A3-104DC29CD8C1}" presName="rootConnector" presStyleLbl="node3" presStyleIdx="4" presStyleCnt="7"/>
      <dgm:spPr/>
    </dgm:pt>
    <dgm:pt modelId="{B01CAA93-3C77-D641-BBA8-EFC7D1E71DB1}" type="pres">
      <dgm:prSet presAssocID="{CDB5E4FC-DC21-4A48-B5A3-104DC29CD8C1}" presName="hierChild4" presStyleCnt="0"/>
      <dgm:spPr/>
    </dgm:pt>
    <dgm:pt modelId="{6A5BB488-4CBB-5446-A59A-37C9FD04EB10}" type="pres">
      <dgm:prSet presAssocID="{72969F4A-4A57-044D-AB2B-D40C7B2085B2}" presName="Name37" presStyleLbl="parChTrans1D4" presStyleIdx="2" presStyleCnt="38"/>
      <dgm:spPr/>
    </dgm:pt>
    <dgm:pt modelId="{BE916842-77CD-5743-8F4B-E25A3D11F997}" type="pres">
      <dgm:prSet presAssocID="{48C59008-87D8-014A-B707-8E913712A6FB}" presName="hierRoot2" presStyleCnt="0">
        <dgm:presLayoutVars>
          <dgm:hierBranch val="init"/>
        </dgm:presLayoutVars>
      </dgm:prSet>
      <dgm:spPr/>
    </dgm:pt>
    <dgm:pt modelId="{C6B8710D-BA60-EC41-9780-4E5EC3DD04E0}" type="pres">
      <dgm:prSet presAssocID="{48C59008-87D8-014A-B707-8E913712A6FB}" presName="rootComposite" presStyleCnt="0"/>
      <dgm:spPr/>
    </dgm:pt>
    <dgm:pt modelId="{D3D414E5-1DF5-FF42-B7A2-61958B819E90}" type="pres">
      <dgm:prSet presAssocID="{48C59008-87D8-014A-B707-8E913712A6FB}" presName="rootText" presStyleLbl="node4" presStyleIdx="2" presStyleCnt="38">
        <dgm:presLayoutVars>
          <dgm:chPref val="3"/>
        </dgm:presLayoutVars>
      </dgm:prSet>
      <dgm:spPr/>
    </dgm:pt>
    <dgm:pt modelId="{ACB436C8-5D50-AD42-965C-8F1CD7109199}" type="pres">
      <dgm:prSet presAssocID="{48C59008-87D8-014A-B707-8E913712A6FB}" presName="rootConnector" presStyleLbl="node4" presStyleIdx="2" presStyleCnt="38"/>
      <dgm:spPr/>
    </dgm:pt>
    <dgm:pt modelId="{A5F3CAF4-4903-FA40-BB28-0693EA054B31}" type="pres">
      <dgm:prSet presAssocID="{48C59008-87D8-014A-B707-8E913712A6FB}" presName="hierChild4" presStyleCnt="0"/>
      <dgm:spPr/>
    </dgm:pt>
    <dgm:pt modelId="{4AF533EF-AC5C-F146-9297-209858BC17E8}" type="pres">
      <dgm:prSet presAssocID="{9CC1EC5A-C966-EC4C-9A61-4C455AD26BC1}" presName="Name37" presStyleLbl="parChTrans1D4" presStyleIdx="3" presStyleCnt="38"/>
      <dgm:spPr/>
    </dgm:pt>
    <dgm:pt modelId="{16E643A8-E3C7-3B4B-A0F5-DE5390C3385B}" type="pres">
      <dgm:prSet presAssocID="{7D273A46-05BA-4746-88B2-AC92D866DAB4}" presName="hierRoot2" presStyleCnt="0">
        <dgm:presLayoutVars>
          <dgm:hierBranch val="init"/>
        </dgm:presLayoutVars>
      </dgm:prSet>
      <dgm:spPr/>
    </dgm:pt>
    <dgm:pt modelId="{91C66BD5-03CB-D941-997D-707CC28F34E8}" type="pres">
      <dgm:prSet presAssocID="{7D273A46-05BA-4746-88B2-AC92D866DAB4}" presName="rootComposite" presStyleCnt="0"/>
      <dgm:spPr/>
    </dgm:pt>
    <dgm:pt modelId="{A970FFD6-0849-B642-B3CE-152F8B5424AF}" type="pres">
      <dgm:prSet presAssocID="{7D273A46-05BA-4746-88B2-AC92D866DAB4}" presName="rootText" presStyleLbl="node4" presStyleIdx="3" presStyleCnt="38">
        <dgm:presLayoutVars>
          <dgm:chPref val="3"/>
        </dgm:presLayoutVars>
      </dgm:prSet>
      <dgm:spPr/>
    </dgm:pt>
    <dgm:pt modelId="{8D7E1541-998D-EF41-8AEE-6ECECE5F4B82}" type="pres">
      <dgm:prSet presAssocID="{7D273A46-05BA-4746-88B2-AC92D866DAB4}" presName="rootConnector" presStyleLbl="node4" presStyleIdx="3" presStyleCnt="38"/>
      <dgm:spPr/>
    </dgm:pt>
    <dgm:pt modelId="{4ED59555-037F-E841-B706-08C594D30B4D}" type="pres">
      <dgm:prSet presAssocID="{7D273A46-05BA-4746-88B2-AC92D866DAB4}" presName="hierChild4" presStyleCnt="0"/>
      <dgm:spPr/>
    </dgm:pt>
    <dgm:pt modelId="{C873FDEE-28E6-9A48-9569-4CB9C09953D3}" type="pres">
      <dgm:prSet presAssocID="{7D273A46-05BA-4746-88B2-AC92D866DAB4}" presName="hierChild5" presStyleCnt="0"/>
      <dgm:spPr/>
    </dgm:pt>
    <dgm:pt modelId="{72EE3D6B-8011-4744-A7B5-560B38A2B77A}" type="pres">
      <dgm:prSet presAssocID="{04138639-A34A-484A-BCBF-31D689496BB5}" presName="Name37" presStyleLbl="parChTrans1D4" presStyleIdx="4" presStyleCnt="38"/>
      <dgm:spPr/>
    </dgm:pt>
    <dgm:pt modelId="{73170E9C-F3AC-EC49-9D82-07AB88592048}" type="pres">
      <dgm:prSet presAssocID="{0FE75EBF-C3A7-C04E-9B26-02F28F57767F}" presName="hierRoot2" presStyleCnt="0">
        <dgm:presLayoutVars>
          <dgm:hierBranch val="init"/>
        </dgm:presLayoutVars>
      </dgm:prSet>
      <dgm:spPr/>
    </dgm:pt>
    <dgm:pt modelId="{31A6A89C-F15F-7A44-83DF-CF9FFD52AAA7}" type="pres">
      <dgm:prSet presAssocID="{0FE75EBF-C3A7-C04E-9B26-02F28F57767F}" presName="rootComposite" presStyleCnt="0"/>
      <dgm:spPr/>
    </dgm:pt>
    <dgm:pt modelId="{E1DDCEE0-5276-7844-89B5-8B5F49EFA700}" type="pres">
      <dgm:prSet presAssocID="{0FE75EBF-C3A7-C04E-9B26-02F28F57767F}" presName="rootText" presStyleLbl="node4" presStyleIdx="4" presStyleCnt="38">
        <dgm:presLayoutVars>
          <dgm:chPref val="3"/>
        </dgm:presLayoutVars>
      </dgm:prSet>
      <dgm:spPr/>
    </dgm:pt>
    <dgm:pt modelId="{D86F592E-8E89-EF48-B38F-CB887D9F520E}" type="pres">
      <dgm:prSet presAssocID="{0FE75EBF-C3A7-C04E-9B26-02F28F57767F}" presName="rootConnector" presStyleLbl="node4" presStyleIdx="4" presStyleCnt="38"/>
      <dgm:spPr/>
    </dgm:pt>
    <dgm:pt modelId="{B3427CBD-433A-A54A-94C5-175A4BBCF462}" type="pres">
      <dgm:prSet presAssocID="{0FE75EBF-C3A7-C04E-9B26-02F28F57767F}" presName="hierChild4" presStyleCnt="0"/>
      <dgm:spPr/>
    </dgm:pt>
    <dgm:pt modelId="{A088A0D4-75C5-9449-AEF5-1C465745ECBF}" type="pres">
      <dgm:prSet presAssocID="{0FE75EBF-C3A7-C04E-9B26-02F28F57767F}" presName="hierChild5" presStyleCnt="0"/>
      <dgm:spPr/>
    </dgm:pt>
    <dgm:pt modelId="{203862C5-D2E9-3440-91FB-5A6C20EC1201}" type="pres">
      <dgm:prSet presAssocID="{62ACBB7F-0CC1-264F-B91D-A4A2DEE84850}" presName="Name37" presStyleLbl="parChTrans1D4" presStyleIdx="5" presStyleCnt="38"/>
      <dgm:spPr/>
    </dgm:pt>
    <dgm:pt modelId="{8DE109AF-38EB-F745-B5E0-F05BF56143D9}" type="pres">
      <dgm:prSet presAssocID="{3A0F718E-F53F-7D4E-839B-A6AF9A41030B}" presName="hierRoot2" presStyleCnt="0">
        <dgm:presLayoutVars>
          <dgm:hierBranch val="init"/>
        </dgm:presLayoutVars>
      </dgm:prSet>
      <dgm:spPr/>
    </dgm:pt>
    <dgm:pt modelId="{6591C274-94CC-FF4A-A91C-44A44A1ED2F5}" type="pres">
      <dgm:prSet presAssocID="{3A0F718E-F53F-7D4E-839B-A6AF9A41030B}" presName="rootComposite" presStyleCnt="0"/>
      <dgm:spPr/>
    </dgm:pt>
    <dgm:pt modelId="{0FD93061-CFDB-E244-8E93-8D7CD25DD9BA}" type="pres">
      <dgm:prSet presAssocID="{3A0F718E-F53F-7D4E-839B-A6AF9A41030B}" presName="rootText" presStyleLbl="node4" presStyleIdx="5" presStyleCnt="38">
        <dgm:presLayoutVars>
          <dgm:chPref val="3"/>
        </dgm:presLayoutVars>
      </dgm:prSet>
      <dgm:spPr/>
    </dgm:pt>
    <dgm:pt modelId="{2C7BB217-6A62-824B-B855-8BAA09E86290}" type="pres">
      <dgm:prSet presAssocID="{3A0F718E-F53F-7D4E-839B-A6AF9A41030B}" presName="rootConnector" presStyleLbl="node4" presStyleIdx="5" presStyleCnt="38"/>
      <dgm:spPr/>
    </dgm:pt>
    <dgm:pt modelId="{FAE43B75-B9DE-274E-AC1C-F85EB8C9D24F}" type="pres">
      <dgm:prSet presAssocID="{3A0F718E-F53F-7D4E-839B-A6AF9A41030B}" presName="hierChild4" presStyleCnt="0"/>
      <dgm:spPr/>
    </dgm:pt>
    <dgm:pt modelId="{F40BD6DF-1DF0-AE40-A4DD-F3014541E7B0}" type="pres">
      <dgm:prSet presAssocID="{3A0F718E-F53F-7D4E-839B-A6AF9A41030B}" presName="hierChild5" presStyleCnt="0"/>
      <dgm:spPr/>
    </dgm:pt>
    <dgm:pt modelId="{F216F775-A191-EF49-A4C1-0D30FC2816B3}" type="pres">
      <dgm:prSet presAssocID="{415C0B38-EE50-0640-9584-F7D85F21C684}" presName="Name37" presStyleLbl="parChTrans1D4" presStyleIdx="6" presStyleCnt="38"/>
      <dgm:spPr/>
    </dgm:pt>
    <dgm:pt modelId="{254788BB-AB4B-F14F-84E2-68849AB2A0FB}" type="pres">
      <dgm:prSet presAssocID="{00C6F53F-2D73-A74C-9B23-2AE71ACCDF04}" presName="hierRoot2" presStyleCnt="0">
        <dgm:presLayoutVars>
          <dgm:hierBranch val="init"/>
        </dgm:presLayoutVars>
      </dgm:prSet>
      <dgm:spPr/>
    </dgm:pt>
    <dgm:pt modelId="{F53D41ED-E529-2A4C-BE8E-E0F22B4756A0}" type="pres">
      <dgm:prSet presAssocID="{00C6F53F-2D73-A74C-9B23-2AE71ACCDF04}" presName="rootComposite" presStyleCnt="0"/>
      <dgm:spPr/>
    </dgm:pt>
    <dgm:pt modelId="{EFF8C666-92C1-8B42-9F57-434C2D0C3F75}" type="pres">
      <dgm:prSet presAssocID="{00C6F53F-2D73-A74C-9B23-2AE71ACCDF04}" presName="rootText" presStyleLbl="node4" presStyleIdx="6" presStyleCnt="38">
        <dgm:presLayoutVars>
          <dgm:chPref val="3"/>
        </dgm:presLayoutVars>
      </dgm:prSet>
      <dgm:spPr/>
    </dgm:pt>
    <dgm:pt modelId="{F253EB9E-3804-2740-9D5F-A6213A6A5620}" type="pres">
      <dgm:prSet presAssocID="{00C6F53F-2D73-A74C-9B23-2AE71ACCDF04}" presName="rootConnector" presStyleLbl="node4" presStyleIdx="6" presStyleCnt="38"/>
      <dgm:spPr/>
    </dgm:pt>
    <dgm:pt modelId="{B20AC632-BF2E-2649-8B53-E467D1336FC1}" type="pres">
      <dgm:prSet presAssocID="{00C6F53F-2D73-A74C-9B23-2AE71ACCDF04}" presName="hierChild4" presStyleCnt="0"/>
      <dgm:spPr/>
    </dgm:pt>
    <dgm:pt modelId="{BC0EE472-7680-DB4D-A03F-E564B31E7B16}" type="pres">
      <dgm:prSet presAssocID="{26F2EE99-14F7-1C42-81C1-43D118B51A2D}" presName="Name37" presStyleLbl="parChTrans1D4" presStyleIdx="7" presStyleCnt="38"/>
      <dgm:spPr/>
    </dgm:pt>
    <dgm:pt modelId="{70077F5C-5124-DB4A-8764-34AE7CCF4558}" type="pres">
      <dgm:prSet presAssocID="{917D3C50-150A-224F-9DA7-081293C365DD}" presName="hierRoot2" presStyleCnt="0">
        <dgm:presLayoutVars>
          <dgm:hierBranch val="init"/>
        </dgm:presLayoutVars>
      </dgm:prSet>
      <dgm:spPr/>
    </dgm:pt>
    <dgm:pt modelId="{B480CAB2-B08F-B941-BBB1-BCFD3EE4C99D}" type="pres">
      <dgm:prSet presAssocID="{917D3C50-150A-224F-9DA7-081293C365DD}" presName="rootComposite" presStyleCnt="0"/>
      <dgm:spPr/>
    </dgm:pt>
    <dgm:pt modelId="{6AEF0282-7399-0445-963B-3118D4E5B111}" type="pres">
      <dgm:prSet presAssocID="{917D3C50-150A-224F-9DA7-081293C365DD}" presName="rootText" presStyleLbl="node4" presStyleIdx="7" presStyleCnt="38">
        <dgm:presLayoutVars>
          <dgm:chPref val="3"/>
        </dgm:presLayoutVars>
      </dgm:prSet>
      <dgm:spPr/>
    </dgm:pt>
    <dgm:pt modelId="{E5C4ABB9-D51C-F14C-B38C-2CDCC6D2F895}" type="pres">
      <dgm:prSet presAssocID="{917D3C50-150A-224F-9DA7-081293C365DD}" presName="rootConnector" presStyleLbl="node4" presStyleIdx="7" presStyleCnt="38"/>
      <dgm:spPr/>
    </dgm:pt>
    <dgm:pt modelId="{DF3EF71F-A1E9-EF49-82CA-DD11D3087B1C}" type="pres">
      <dgm:prSet presAssocID="{917D3C50-150A-224F-9DA7-081293C365DD}" presName="hierChild4" presStyleCnt="0"/>
      <dgm:spPr/>
    </dgm:pt>
    <dgm:pt modelId="{15D358C2-71BE-6F43-ACE0-66761B63B55B}" type="pres">
      <dgm:prSet presAssocID="{917D3C50-150A-224F-9DA7-081293C365DD}" presName="hierChild5" presStyleCnt="0"/>
      <dgm:spPr/>
    </dgm:pt>
    <dgm:pt modelId="{11F1AB2F-D5E8-3D4E-B401-68125FB23C13}" type="pres">
      <dgm:prSet presAssocID="{00C6F53F-2D73-A74C-9B23-2AE71ACCDF04}" presName="hierChild5" presStyleCnt="0"/>
      <dgm:spPr/>
    </dgm:pt>
    <dgm:pt modelId="{1B58F0DC-1F9D-C949-AEDC-A5898C910746}" type="pres">
      <dgm:prSet presAssocID="{E46B9851-1CBD-9545-AE80-4374D80A3023}" presName="Name37" presStyleLbl="parChTrans1D4" presStyleIdx="8" presStyleCnt="38"/>
      <dgm:spPr/>
    </dgm:pt>
    <dgm:pt modelId="{46045D83-7E2C-284A-9FFB-5F4F181F645A}" type="pres">
      <dgm:prSet presAssocID="{BB409237-A215-2541-9A2F-072CE06FB752}" presName="hierRoot2" presStyleCnt="0">
        <dgm:presLayoutVars>
          <dgm:hierBranch val="init"/>
        </dgm:presLayoutVars>
      </dgm:prSet>
      <dgm:spPr/>
    </dgm:pt>
    <dgm:pt modelId="{76F80E27-D217-9343-BDB2-7071A095D868}" type="pres">
      <dgm:prSet presAssocID="{BB409237-A215-2541-9A2F-072CE06FB752}" presName="rootComposite" presStyleCnt="0"/>
      <dgm:spPr/>
    </dgm:pt>
    <dgm:pt modelId="{958B4CB3-5875-6E43-B3D0-A7AB62B5E333}" type="pres">
      <dgm:prSet presAssocID="{BB409237-A215-2541-9A2F-072CE06FB752}" presName="rootText" presStyleLbl="node4" presStyleIdx="8" presStyleCnt="38">
        <dgm:presLayoutVars>
          <dgm:chPref val="3"/>
        </dgm:presLayoutVars>
      </dgm:prSet>
      <dgm:spPr/>
    </dgm:pt>
    <dgm:pt modelId="{02837389-B7DB-5F46-B4BF-10400E938648}" type="pres">
      <dgm:prSet presAssocID="{BB409237-A215-2541-9A2F-072CE06FB752}" presName="rootConnector" presStyleLbl="node4" presStyleIdx="8" presStyleCnt="38"/>
      <dgm:spPr/>
    </dgm:pt>
    <dgm:pt modelId="{3FC63044-80E9-084D-9DF4-C6F96E4A44EC}" type="pres">
      <dgm:prSet presAssocID="{BB409237-A215-2541-9A2F-072CE06FB752}" presName="hierChild4" presStyleCnt="0"/>
      <dgm:spPr/>
    </dgm:pt>
    <dgm:pt modelId="{2A9E6537-F58C-B840-A7EF-D19DA9A95FB5}" type="pres">
      <dgm:prSet presAssocID="{BB409237-A215-2541-9A2F-072CE06FB752}" presName="hierChild5" presStyleCnt="0"/>
      <dgm:spPr/>
    </dgm:pt>
    <dgm:pt modelId="{A2A98FBE-9571-EE4D-BACC-ADF2EF778901}" type="pres">
      <dgm:prSet presAssocID="{48C59008-87D8-014A-B707-8E913712A6FB}" presName="hierChild5" presStyleCnt="0"/>
      <dgm:spPr/>
    </dgm:pt>
    <dgm:pt modelId="{7602D42A-0ABA-E541-A6E0-6ACEE93B77D2}" type="pres">
      <dgm:prSet presAssocID="{4B0921E0-33BE-C146-9F69-EDC98D2CE941}" presName="Name37" presStyleLbl="parChTrans1D4" presStyleIdx="9" presStyleCnt="38"/>
      <dgm:spPr/>
    </dgm:pt>
    <dgm:pt modelId="{DAA5A537-02BC-4349-9AFD-01DB4D6B7FAE}" type="pres">
      <dgm:prSet presAssocID="{2EC3A08E-E730-BF40-883E-AB6E8B1A99CE}" presName="hierRoot2" presStyleCnt="0">
        <dgm:presLayoutVars>
          <dgm:hierBranch val="init"/>
        </dgm:presLayoutVars>
      </dgm:prSet>
      <dgm:spPr/>
    </dgm:pt>
    <dgm:pt modelId="{4D23E449-5FBE-D949-AC41-A191B1401D7C}" type="pres">
      <dgm:prSet presAssocID="{2EC3A08E-E730-BF40-883E-AB6E8B1A99CE}" presName="rootComposite" presStyleCnt="0"/>
      <dgm:spPr/>
    </dgm:pt>
    <dgm:pt modelId="{476B6A89-EB27-2B41-A1F3-BB6CFA88AC45}" type="pres">
      <dgm:prSet presAssocID="{2EC3A08E-E730-BF40-883E-AB6E8B1A99CE}" presName="rootText" presStyleLbl="node4" presStyleIdx="9" presStyleCnt="38">
        <dgm:presLayoutVars>
          <dgm:chPref val="3"/>
        </dgm:presLayoutVars>
      </dgm:prSet>
      <dgm:spPr/>
    </dgm:pt>
    <dgm:pt modelId="{C5B5579B-55BF-FB49-AE1E-A47DE980F12E}" type="pres">
      <dgm:prSet presAssocID="{2EC3A08E-E730-BF40-883E-AB6E8B1A99CE}" presName="rootConnector" presStyleLbl="node4" presStyleIdx="9" presStyleCnt="38"/>
      <dgm:spPr/>
    </dgm:pt>
    <dgm:pt modelId="{3F07CF3F-81E2-BA4B-B6AD-98F3582F9C23}" type="pres">
      <dgm:prSet presAssocID="{2EC3A08E-E730-BF40-883E-AB6E8B1A99CE}" presName="hierChild4" presStyleCnt="0"/>
      <dgm:spPr/>
    </dgm:pt>
    <dgm:pt modelId="{E32CF58A-20F6-564B-B10A-2E301A417EC7}" type="pres">
      <dgm:prSet presAssocID="{7A7B4465-8D85-074A-B2DA-F287B66D7A93}" presName="Name37" presStyleLbl="parChTrans1D4" presStyleIdx="10" presStyleCnt="38"/>
      <dgm:spPr/>
    </dgm:pt>
    <dgm:pt modelId="{382FC344-19C8-2F4E-BB2B-CB7074D85608}" type="pres">
      <dgm:prSet presAssocID="{B4C86C35-7D42-2249-892F-0BE7ED2CB90D}" presName="hierRoot2" presStyleCnt="0">
        <dgm:presLayoutVars>
          <dgm:hierBranch val="init"/>
        </dgm:presLayoutVars>
      </dgm:prSet>
      <dgm:spPr/>
    </dgm:pt>
    <dgm:pt modelId="{1CB23460-6A4C-9B4C-9A57-CBFF1050BDC2}" type="pres">
      <dgm:prSet presAssocID="{B4C86C35-7D42-2249-892F-0BE7ED2CB90D}" presName="rootComposite" presStyleCnt="0"/>
      <dgm:spPr/>
    </dgm:pt>
    <dgm:pt modelId="{1FD1784A-65A2-B44D-8DCF-E26A4CD89E8C}" type="pres">
      <dgm:prSet presAssocID="{B4C86C35-7D42-2249-892F-0BE7ED2CB90D}" presName="rootText" presStyleLbl="node4" presStyleIdx="10" presStyleCnt="38">
        <dgm:presLayoutVars>
          <dgm:chPref val="3"/>
        </dgm:presLayoutVars>
      </dgm:prSet>
      <dgm:spPr/>
    </dgm:pt>
    <dgm:pt modelId="{32CE23AF-7754-4D40-839F-9825C114591C}" type="pres">
      <dgm:prSet presAssocID="{B4C86C35-7D42-2249-892F-0BE7ED2CB90D}" presName="rootConnector" presStyleLbl="node4" presStyleIdx="10" presStyleCnt="38"/>
      <dgm:spPr/>
    </dgm:pt>
    <dgm:pt modelId="{3A4A04A4-2D40-0847-856E-3766A7282BD6}" type="pres">
      <dgm:prSet presAssocID="{B4C86C35-7D42-2249-892F-0BE7ED2CB90D}" presName="hierChild4" presStyleCnt="0"/>
      <dgm:spPr/>
    </dgm:pt>
    <dgm:pt modelId="{73887F95-0ECD-D544-A688-6C9239A05C39}" type="pres">
      <dgm:prSet presAssocID="{B4C86C35-7D42-2249-892F-0BE7ED2CB90D}" presName="hierChild5" presStyleCnt="0"/>
      <dgm:spPr/>
    </dgm:pt>
    <dgm:pt modelId="{CEC5EB4E-4ECC-6A44-91BC-2F6FF75ECBD6}" type="pres">
      <dgm:prSet presAssocID="{A325BB54-F8CF-994C-8F0F-82DD125134CB}" presName="Name37" presStyleLbl="parChTrans1D4" presStyleIdx="11" presStyleCnt="38"/>
      <dgm:spPr/>
    </dgm:pt>
    <dgm:pt modelId="{DC0D8F92-B647-394B-BE40-A51142223D33}" type="pres">
      <dgm:prSet presAssocID="{6E720FA8-658A-6A4A-BFA6-F59FD8BDE217}" presName="hierRoot2" presStyleCnt="0">
        <dgm:presLayoutVars>
          <dgm:hierBranch val="init"/>
        </dgm:presLayoutVars>
      </dgm:prSet>
      <dgm:spPr/>
    </dgm:pt>
    <dgm:pt modelId="{FB8428B1-F9BE-4E40-9F35-F34DC0D24EFB}" type="pres">
      <dgm:prSet presAssocID="{6E720FA8-658A-6A4A-BFA6-F59FD8BDE217}" presName="rootComposite" presStyleCnt="0"/>
      <dgm:spPr/>
    </dgm:pt>
    <dgm:pt modelId="{F70FE370-FD15-6D4E-971A-2D113AE2AB1F}" type="pres">
      <dgm:prSet presAssocID="{6E720FA8-658A-6A4A-BFA6-F59FD8BDE217}" presName="rootText" presStyleLbl="node4" presStyleIdx="11" presStyleCnt="38">
        <dgm:presLayoutVars>
          <dgm:chPref val="3"/>
        </dgm:presLayoutVars>
      </dgm:prSet>
      <dgm:spPr/>
    </dgm:pt>
    <dgm:pt modelId="{DF2FF0EA-FED0-2E4B-A50B-6E55201636A2}" type="pres">
      <dgm:prSet presAssocID="{6E720FA8-658A-6A4A-BFA6-F59FD8BDE217}" presName="rootConnector" presStyleLbl="node4" presStyleIdx="11" presStyleCnt="38"/>
      <dgm:spPr/>
    </dgm:pt>
    <dgm:pt modelId="{E7D1B827-8A06-F34C-AAAA-FB1C12978D2B}" type="pres">
      <dgm:prSet presAssocID="{6E720FA8-658A-6A4A-BFA6-F59FD8BDE217}" presName="hierChild4" presStyleCnt="0"/>
      <dgm:spPr/>
    </dgm:pt>
    <dgm:pt modelId="{9A9DA123-331A-CA45-8615-F9528BF12620}" type="pres">
      <dgm:prSet presAssocID="{6E720FA8-658A-6A4A-BFA6-F59FD8BDE217}" presName="hierChild5" presStyleCnt="0"/>
      <dgm:spPr/>
    </dgm:pt>
    <dgm:pt modelId="{57201067-6BA6-7548-9B8B-E30BBABD639A}" type="pres">
      <dgm:prSet presAssocID="{0DECD1B0-F8BE-0848-8A8E-2BD6F95CA4A1}" presName="Name37" presStyleLbl="parChTrans1D4" presStyleIdx="12" presStyleCnt="38"/>
      <dgm:spPr/>
    </dgm:pt>
    <dgm:pt modelId="{F89ACE65-63F8-694E-A494-41B174B03E8E}" type="pres">
      <dgm:prSet presAssocID="{19A4165C-EDFF-2A43-92C3-1CDD90912392}" presName="hierRoot2" presStyleCnt="0">
        <dgm:presLayoutVars>
          <dgm:hierBranch val="init"/>
        </dgm:presLayoutVars>
      </dgm:prSet>
      <dgm:spPr/>
    </dgm:pt>
    <dgm:pt modelId="{B319042A-EA18-4849-A200-2757656548CC}" type="pres">
      <dgm:prSet presAssocID="{19A4165C-EDFF-2A43-92C3-1CDD90912392}" presName="rootComposite" presStyleCnt="0"/>
      <dgm:spPr/>
    </dgm:pt>
    <dgm:pt modelId="{6003C7CA-B08D-264D-8790-0687099563D7}" type="pres">
      <dgm:prSet presAssocID="{19A4165C-EDFF-2A43-92C3-1CDD90912392}" presName="rootText" presStyleLbl="node4" presStyleIdx="12" presStyleCnt="38">
        <dgm:presLayoutVars>
          <dgm:chPref val="3"/>
        </dgm:presLayoutVars>
      </dgm:prSet>
      <dgm:spPr/>
    </dgm:pt>
    <dgm:pt modelId="{579EB125-E374-5743-A5D4-F0044582381C}" type="pres">
      <dgm:prSet presAssocID="{19A4165C-EDFF-2A43-92C3-1CDD90912392}" presName="rootConnector" presStyleLbl="node4" presStyleIdx="12" presStyleCnt="38"/>
      <dgm:spPr/>
    </dgm:pt>
    <dgm:pt modelId="{4C20DF78-4B7F-ED45-B2E8-2D6248BD864F}" type="pres">
      <dgm:prSet presAssocID="{19A4165C-EDFF-2A43-92C3-1CDD90912392}" presName="hierChild4" presStyleCnt="0"/>
      <dgm:spPr/>
    </dgm:pt>
    <dgm:pt modelId="{6BDA8613-0149-8748-BA06-F952CE3783E5}" type="pres">
      <dgm:prSet presAssocID="{19A4165C-EDFF-2A43-92C3-1CDD90912392}" presName="hierChild5" presStyleCnt="0"/>
      <dgm:spPr/>
    </dgm:pt>
    <dgm:pt modelId="{08B4D20E-791A-1C43-9F84-190799FFD6F9}" type="pres">
      <dgm:prSet presAssocID="{2EC3A08E-E730-BF40-883E-AB6E8B1A99CE}" presName="hierChild5" presStyleCnt="0"/>
      <dgm:spPr/>
    </dgm:pt>
    <dgm:pt modelId="{C14CA6E4-4DCE-3E42-9F59-12283949E3CF}" type="pres">
      <dgm:prSet presAssocID="{0D9ED29F-3EDD-3C4A-A993-DFC6713E2C13}" presName="Name37" presStyleLbl="parChTrans1D4" presStyleIdx="13" presStyleCnt="38"/>
      <dgm:spPr/>
    </dgm:pt>
    <dgm:pt modelId="{9851AABB-A744-8540-B02F-940E2B97AF00}" type="pres">
      <dgm:prSet presAssocID="{63FB836B-0943-EE4F-BB32-A2D26B7D3DB8}" presName="hierRoot2" presStyleCnt="0">
        <dgm:presLayoutVars>
          <dgm:hierBranch val="init"/>
        </dgm:presLayoutVars>
      </dgm:prSet>
      <dgm:spPr/>
    </dgm:pt>
    <dgm:pt modelId="{26055621-2CA6-CC4B-8F3A-51DB18339B50}" type="pres">
      <dgm:prSet presAssocID="{63FB836B-0943-EE4F-BB32-A2D26B7D3DB8}" presName="rootComposite" presStyleCnt="0"/>
      <dgm:spPr/>
    </dgm:pt>
    <dgm:pt modelId="{5AA79ED1-4507-DB40-B85D-09E61BDA10FE}" type="pres">
      <dgm:prSet presAssocID="{63FB836B-0943-EE4F-BB32-A2D26B7D3DB8}" presName="rootText" presStyleLbl="node4" presStyleIdx="13" presStyleCnt="38">
        <dgm:presLayoutVars>
          <dgm:chPref val="3"/>
        </dgm:presLayoutVars>
      </dgm:prSet>
      <dgm:spPr/>
    </dgm:pt>
    <dgm:pt modelId="{3CC8FD6E-3B37-554E-9500-4E79C5890D1A}" type="pres">
      <dgm:prSet presAssocID="{63FB836B-0943-EE4F-BB32-A2D26B7D3DB8}" presName="rootConnector" presStyleLbl="node4" presStyleIdx="13" presStyleCnt="38"/>
      <dgm:spPr/>
    </dgm:pt>
    <dgm:pt modelId="{9DE7D6B3-83FA-1E41-94C9-E978217EF89B}" type="pres">
      <dgm:prSet presAssocID="{63FB836B-0943-EE4F-BB32-A2D26B7D3DB8}" presName="hierChild4" presStyleCnt="0"/>
      <dgm:spPr/>
    </dgm:pt>
    <dgm:pt modelId="{81DB4345-D85F-E948-8CE1-380C4FB01150}" type="pres">
      <dgm:prSet presAssocID="{8EAA4905-8B1F-B149-ACB1-C21EF571372E}" presName="Name37" presStyleLbl="parChTrans1D4" presStyleIdx="14" presStyleCnt="38"/>
      <dgm:spPr/>
    </dgm:pt>
    <dgm:pt modelId="{804B6428-9416-6243-BCB3-8D0307992629}" type="pres">
      <dgm:prSet presAssocID="{6AC61705-80AF-B749-AADE-38F22E7667A1}" presName="hierRoot2" presStyleCnt="0">
        <dgm:presLayoutVars>
          <dgm:hierBranch val="init"/>
        </dgm:presLayoutVars>
      </dgm:prSet>
      <dgm:spPr/>
    </dgm:pt>
    <dgm:pt modelId="{20DFEF72-D789-0F4F-BF67-2B7C1784C0E7}" type="pres">
      <dgm:prSet presAssocID="{6AC61705-80AF-B749-AADE-38F22E7667A1}" presName="rootComposite" presStyleCnt="0"/>
      <dgm:spPr/>
    </dgm:pt>
    <dgm:pt modelId="{4A8DCAC1-01C1-B04D-BD82-E005461C51C8}" type="pres">
      <dgm:prSet presAssocID="{6AC61705-80AF-B749-AADE-38F22E7667A1}" presName="rootText" presStyleLbl="node4" presStyleIdx="14" presStyleCnt="38">
        <dgm:presLayoutVars>
          <dgm:chPref val="3"/>
        </dgm:presLayoutVars>
      </dgm:prSet>
      <dgm:spPr/>
    </dgm:pt>
    <dgm:pt modelId="{DF9F6120-FDFD-364E-94B2-8DF98499A938}" type="pres">
      <dgm:prSet presAssocID="{6AC61705-80AF-B749-AADE-38F22E7667A1}" presName="rootConnector" presStyleLbl="node4" presStyleIdx="14" presStyleCnt="38"/>
      <dgm:spPr/>
    </dgm:pt>
    <dgm:pt modelId="{0C512016-6D82-9B4F-B129-475293880BB2}" type="pres">
      <dgm:prSet presAssocID="{6AC61705-80AF-B749-AADE-38F22E7667A1}" presName="hierChild4" presStyleCnt="0"/>
      <dgm:spPr/>
    </dgm:pt>
    <dgm:pt modelId="{AED2B77C-3A14-EB49-AF53-754E2A5AA552}" type="pres">
      <dgm:prSet presAssocID="{6AC61705-80AF-B749-AADE-38F22E7667A1}" presName="hierChild5" presStyleCnt="0"/>
      <dgm:spPr/>
    </dgm:pt>
    <dgm:pt modelId="{DB3565F5-65D2-0347-BB65-B8A9EBDCCB45}" type="pres">
      <dgm:prSet presAssocID="{72CBB020-9520-FF40-8F5A-D2B885469361}" presName="Name37" presStyleLbl="parChTrans1D4" presStyleIdx="15" presStyleCnt="38"/>
      <dgm:spPr/>
    </dgm:pt>
    <dgm:pt modelId="{57B8E001-8479-0148-A9F1-3CBB17324ADF}" type="pres">
      <dgm:prSet presAssocID="{E6F1CFC1-A23E-1C41-9374-ED840972F8B6}" presName="hierRoot2" presStyleCnt="0">
        <dgm:presLayoutVars>
          <dgm:hierBranch val="init"/>
        </dgm:presLayoutVars>
      </dgm:prSet>
      <dgm:spPr/>
    </dgm:pt>
    <dgm:pt modelId="{C261FC11-DD15-9643-B222-C0D8CF02F4A2}" type="pres">
      <dgm:prSet presAssocID="{E6F1CFC1-A23E-1C41-9374-ED840972F8B6}" presName="rootComposite" presStyleCnt="0"/>
      <dgm:spPr/>
    </dgm:pt>
    <dgm:pt modelId="{D9EEA361-E82D-A546-BC9B-B3878D45A58F}" type="pres">
      <dgm:prSet presAssocID="{E6F1CFC1-A23E-1C41-9374-ED840972F8B6}" presName="rootText" presStyleLbl="node4" presStyleIdx="15" presStyleCnt="38">
        <dgm:presLayoutVars>
          <dgm:chPref val="3"/>
        </dgm:presLayoutVars>
      </dgm:prSet>
      <dgm:spPr/>
    </dgm:pt>
    <dgm:pt modelId="{249BD25E-9D4E-8749-978E-3738CE5E556E}" type="pres">
      <dgm:prSet presAssocID="{E6F1CFC1-A23E-1C41-9374-ED840972F8B6}" presName="rootConnector" presStyleLbl="node4" presStyleIdx="15" presStyleCnt="38"/>
      <dgm:spPr/>
    </dgm:pt>
    <dgm:pt modelId="{1D798FA3-4178-7149-A5A6-49AB072CF82A}" type="pres">
      <dgm:prSet presAssocID="{E6F1CFC1-A23E-1C41-9374-ED840972F8B6}" presName="hierChild4" presStyleCnt="0"/>
      <dgm:spPr/>
    </dgm:pt>
    <dgm:pt modelId="{D94024E2-865F-664C-864C-3ADA677F7E0B}" type="pres">
      <dgm:prSet presAssocID="{E6F1CFC1-A23E-1C41-9374-ED840972F8B6}" presName="hierChild5" presStyleCnt="0"/>
      <dgm:spPr/>
    </dgm:pt>
    <dgm:pt modelId="{CB7400ED-E7C5-F14A-B94F-CBB48A2C1C54}" type="pres">
      <dgm:prSet presAssocID="{7E1688A2-94AA-F549-8B1D-5370A6F36775}" presName="Name37" presStyleLbl="parChTrans1D4" presStyleIdx="16" presStyleCnt="38"/>
      <dgm:spPr/>
    </dgm:pt>
    <dgm:pt modelId="{EBFC30A0-771B-7D40-932F-639AF38EFC50}" type="pres">
      <dgm:prSet presAssocID="{AE810DA5-43E3-C240-899C-6BF0BA0A5C97}" presName="hierRoot2" presStyleCnt="0">
        <dgm:presLayoutVars>
          <dgm:hierBranch val="init"/>
        </dgm:presLayoutVars>
      </dgm:prSet>
      <dgm:spPr/>
    </dgm:pt>
    <dgm:pt modelId="{B681ADEF-89B2-2A4D-B419-A89A23B09E15}" type="pres">
      <dgm:prSet presAssocID="{AE810DA5-43E3-C240-899C-6BF0BA0A5C97}" presName="rootComposite" presStyleCnt="0"/>
      <dgm:spPr/>
    </dgm:pt>
    <dgm:pt modelId="{4E8D78DF-8893-0945-BFED-6C730A73778F}" type="pres">
      <dgm:prSet presAssocID="{AE810DA5-43E3-C240-899C-6BF0BA0A5C97}" presName="rootText" presStyleLbl="node4" presStyleIdx="16" presStyleCnt="38">
        <dgm:presLayoutVars>
          <dgm:chPref val="3"/>
        </dgm:presLayoutVars>
      </dgm:prSet>
      <dgm:spPr/>
    </dgm:pt>
    <dgm:pt modelId="{F2293C07-90EC-D347-AFCA-30DD2B00E230}" type="pres">
      <dgm:prSet presAssocID="{AE810DA5-43E3-C240-899C-6BF0BA0A5C97}" presName="rootConnector" presStyleLbl="node4" presStyleIdx="16" presStyleCnt="38"/>
      <dgm:spPr/>
    </dgm:pt>
    <dgm:pt modelId="{EF558A7B-48A8-AD44-82EC-1881D1B15262}" type="pres">
      <dgm:prSet presAssocID="{AE810DA5-43E3-C240-899C-6BF0BA0A5C97}" presName="hierChild4" presStyleCnt="0"/>
      <dgm:spPr/>
    </dgm:pt>
    <dgm:pt modelId="{B8491DD3-1469-014D-B15F-251F6D2EA2B3}" type="pres">
      <dgm:prSet presAssocID="{AE810DA5-43E3-C240-899C-6BF0BA0A5C97}" presName="hierChild5" presStyleCnt="0"/>
      <dgm:spPr/>
    </dgm:pt>
    <dgm:pt modelId="{B45EBA81-0E07-C34E-9B87-FC331067BC31}" type="pres">
      <dgm:prSet presAssocID="{E5EBA440-C2B9-6B4F-A6BC-EEC8068BDC64}" presName="Name37" presStyleLbl="parChTrans1D4" presStyleIdx="17" presStyleCnt="38"/>
      <dgm:spPr/>
    </dgm:pt>
    <dgm:pt modelId="{70ECA6F4-FDD3-B44C-9ECE-965090913384}" type="pres">
      <dgm:prSet presAssocID="{5F4C2973-9447-EC41-82FD-C0B0DB437492}" presName="hierRoot2" presStyleCnt="0">
        <dgm:presLayoutVars>
          <dgm:hierBranch val="init"/>
        </dgm:presLayoutVars>
      </dgm:prSet>
      <dgm:spPr/>
    </dgm:pt>
    <dgm:pt modelId="{AD923231-FFB9-464A-B71D-EC869F5BF71F}" type="pres">
      <dgm:prSet presAssocID="{5F4C2973-9447-EC41-82FD-C0B0DB437492}" presName="rootComposite" presStyleCnt="0"/>
      <dgm:spPr/>
    </dgm:pt>
    <dgm:pt modelId="{59B87AFB-8201-944F-8F3B-E1BA31B3DEB9}" type="pres">
      <dgm:prSet presAssocID="{5F4C2973-9447-EC41-82FD-C0B0DB437492}" presName="rootText" presStyleLbl="node4" presStyleIdx="17" presStyleCnt="38">
        <dgm:presLayoutVars>
          <dgm:chPref val="3"/>
        </dgm:presLayoutVars>
      </dgm:prSet>
      <dgm:spPr/>
    </dgm:pt>
    <dgm:pt modelId="{3687380E-650B-024D-A6E7-546F98B72180}" type="pres">
      <dgm:prSet presAssocID="{5F4C2973-9447-EC41-82FD-C0B0DB437492}" presName="rootConnector" presStyleLbl="node4" presStyleIdx="17" presStyleCnt="38"/>
      <dgm:spPr/>
    </dgm:pt>
    <dgm:pt modelId="{10BA9569-DE04-2043-9794-EC73832AE9D9}" type="pres">
      <dgm:prSet presAssocID="{5F4C2973-9447-EC41-82FD-C0B0DB437492}" presName="hierChild4" presStyleCnt="0"/>
      <dgm:spPr/>
    </dgm:pt>
    <dgm:pt modelId="{56D10CB1-E0D1-2A47-B281-77463E15E203}" type="pres">
      <dgm:prSet presAssocID="{5F4C2973-9447-EC41-82FD-C0B0DB437492}" presName="hierChild5" presStyleCnt="0"/>
      <dgm:spPr/>
    </dgm:pt>
    <dgm:pt modelId="{351DFE60-63E9-5B4E-8DBA-AC62C97DE8BA}" type="pres">
      <dgm:prSet presAssocID="{A467D0F2-24CC-AC49-9748-1745665C616D}" presName="Name37" presStyleLbl="parChTrans1D4" presStyleIdx="18" presStyleCnt="38"/>
      <dgm:spPr/>
    </dgm:pt>
    <dgm:pt modelId="{D3C088C0-1F8C-7942-9641-B4599D6D54F3}" type="pres">
      <dgm:prSet presAssocID="{7D27BC55-D22F-7F44-BC6D-BBF72B459ACB}" presName="hierRoot2" presStyleCnt="0">
        <dgm:presLayoutVars>
          <dgm:hierBranch val="init"/>
        </dgm:presLayoutVars>
      </dgm:prSet>
      <dgm:spPr/>
    </dgm:pt>
    <dgm:pt modelId="{45CF026E-8A78-2042-B4D3-E1B0A80896BC}" type="pres">
      <dgm:prSet presAssocID="{7D27BC55-D22F-7F44-BC6D-BBF72B459ACB}" presName="rootComposite" presStyleCnt="0"/>
      <dgm:spPr/>
    </dgm:pt>
    <dgm:pt modelId="{486D9445-1C35-614C-A5A3-F95037F18C69}" type="pres">
      <dgm:prSet presAssocID="{7D27BC55-D22F-7F44-BC6D-BBF72B459ACB}" presName="rootText" presStyleLbl="node4" presStyleIdx="18" presStyleCnt="38">
        <dgm:presLayoutVars>
          <dgm:chPref val="3"/>
        </dgm:presLayoutVars>
      </dgm:prSet>
      <dgm:spPr/>
    </dgm:pt>
    <dgm:pt modelId="{CFF61040-CD7B-154C-B8A3-BE8799918E38}" type="pres">
      <dgm:prSet presAssocID="{7D27BC55-D22F-7F44-BC6D-BBF72B459ACB}" presName="rootConnector" presStyleLbl="node4" presStyleIdx="18" presStyleCnt="38"/>
      <dgm:spPr/>
    </dgm:pt>
    <dgm:pt modelId="{14B82997-B4D6-3A44-A26C-906042A9DFDB}" type="pres">
      <dgm:prSet presAssocID="{7D27BC55-D22F-7F44-BC6D-BBF72B459ACB}" presName="hierChild4" presStyleCnt="0"/>
      <dgm:spPr/>
    </dgm:pt>
    <dgm:pt modelId="{7D5EC8A8-422F-1B4F-BC06-A8F3C8400008}" type="pres">
      <dgm:prSet presAssocID="{7D27BC55-D22F-7F44-BC6D-BBF72B459ACB}" presName="hierChild5" presStyleCnt="0"/>
      <dgm:spPr/>
    </dgm:pt>
    <dgm:pt modelId="{63AB33CD-367C-CE40-AB00-50F85774CCDE}" type="pres">
      <dgm:prSet presAssocID="{DEC91819-EA66-A841-89BB-9A3005CF2F1D}" presName="Name37" presStyleLbl="parChTrans1D4" presStyleIdx="19" presStyleCnt="38"/>
      <dgm:spPr/>
    </dgm:pt>
    <dgm:pt modelId="{AF3A4A5D-EDB2-274B-AEFE-2DA3AA28510A}" type="pres">
      <dgm:prSet presAssocID="{A844F46D-4405-894A-9766-EA9937ECB611}" presName="hierRoot2" presStyleCnt="0">
        <dgm:presLayoutVars>
          <dgm:hierBranch val="init"/>
        </dgm:presLayoutVars>
      </dgm:prSet>
      <dgm:spPr/>
    </dgm:pt>
    <dgm:pt modelId="{6963CE0E-931C-FB44-A7D9-35A807CF4B35}" type="pres">
      <dgm:prSet presAssocID="{A844F46D-4405-894A-9766-EA9937ECB611}" presName="rootComposite" presStyleCnt="0"/>
      <dgm:spPr/>
    </dgm:pt>
    <dgm:pt modelId="{3208BBD0-6574-FF46-86EC-7FC942EF2165}" type="pres">
      <dgm:prSet presAssocID="{A844F46D-4405-894A-9766-EA9937ECB611}" presName="rootText" presStyleLbl="node4" presStyleIdx="19" presStyleCnt="38">
        <dgm:presLayoutVars>
          <dgm:chPref val="3"/>
        </dgm:presLayoutVars>
      </dgm:prSet>
      <dgm:spPr/>
    </dgm:pt>
    <dgm:pt modelId="{6F1B5EBB-C669-734E-94D7-2756AC7DE9F3}" type="pres">
      <dgm:prSet presAssocID="{A844F46D-4405-894A-9766-EA9937ECB611}" presName="rootConnector" presStyleLbl="node4" presStyleIdx="19" presStyleCnt="38"/>
      <dgm:spPr/>
    </dgm:pt>
    <dgm:pt modelId="{81C82E65-8ADE-3749-A691-B8BB7887081C}" type="pres">
      <dgm:prSet presAssocID="{A844F46D-4405-894A-9766-EA9937ECB611}" presName="hierChild4" presStyleCnt="0"/>
      <dgm:spPr/>
    </dgm:pt>
    <dgm:pt modelId="{1DCC8105-9FBB-8A4C-9916-A18D65407058}" type="pres">
      <dgm:prSet presAssocID="{A844F46D-4405-894A-9766-EA9937ECB611}" presName="hierChild5" presStyleCnt="0"/>
      <dgm:spPr/>
    </dgm:pt>
    <dgm:pt modelId="{8D3EE50F-FB90-8A4E-96B9-E5E596E887F0}" type="pres">
      <dgm:prSet presAssocID="{63FB836B-0943-EE4F-BB32-A2D26B7D3DB8}" presName="hierChild5" presStyleCnt="0"/>
      <dgm:spPr/>
    </dgm:pt>
    <dgm:pt modelId="{43443B98-E938-B64B-B0C7-07FE4701B00B}" type="pres">
      <dgm:prSet presAssocID="{967B8CC1-881A-D047-A7AE-A9C64F7AD93E}" presName="Name37" presStyleLbl="parChTrans1D4" presStyleIdx="20" presStyleCnt="38"/>
      <dgm:spPr/>
    </dgm:pt>
    <dgm:pt modelId="{5A807A78-61F9-954D-B453-A4A792516FE4}" type="pres">
      <dgm:prSet presAssocID="{BB3F14C0-DAA9-9C46-91BE-CC3E2A10DD3B}" presName="hierRoot2" presStyleCnt="0">
        <dgm:presLayoutVars>
          <dgm:hierBranch val="init"/>
        </dgm:presLayoutVars>
      </dgm:prSet>
      <dgm:spPr/>
    </dgm:pt>
    <dgm:pt modelId="{4CC60F5E-875B-0E45-BB68-8F82BBB3844A}" type="pres">
      <dgm:prSet presAssocID="{BB3F14C0-DAA9-9C46-91BE-CC3E2A10DD3B}" presName="rootComposite" presStyleCnt="0"/>
      <dgm:spPr/>
    </dgm:pt>
    <dgm:pt modelId="{E5C45381-3965-1940-AC5D-296B5FF4A72C}" type="pres">
      <dgm:prSet presAssocID="{BB3F14C0-DAA9-9C46-91BE-CC3E2A10DD3B}" presName="rootText" presStyleLbl="node4" presStyleIdx="20" presStyleCnt="38">
        <dgm:presLayoutVars>
          <dgm:chPref val="3"/>
        </dgm:presLayoutVars>
      </dgm:prSet>
      <dgm:spPr/>
    </dgm:pt>
    <dgm:pt modelId="{9C4EB05D-70E1-8A4A-BEB3-0B6932C5C168}" type="pres">
      <dgm:prSet presAssocID="{BB3F14C0-DAA9-9C46-91BE-CC3E2A10DD3B}" presName="rootConnector" presStyleLbl="node4" presStyleIdx="20" presStyleCnt="38"/>
      <dgm:spPr/>
    </dgm:pt>
    <dgm:pt modelId="{8C12DFFC-3415-EF47-A815-AB4C8CD84B0D}" type="pres">
      <dgm:prSet presAssocID="{BB3F14C0-DAA9-9C46-91BE-CC3E2A10DD3B}" presName="hierChild4" presStyleCnt="0"/>
      <dgm:spPr/>
    </dgm:pt>
    <dgm:pt modelId="{314A4D2B-9592-C648-8F12-43F6DF1997F2}" type="pres">
      <dgm:prSet presAssocID="{DD316FE8-BD54-024E-99D3-A398644B81D5}" presName="Name37" presStyleLbl="parChTrans1D4" presStyleIdx="21" presStyleCnt="38"/>
      <dgm:spPr/>
    </dgm:pt>
    <dgm:pt modelId="{E0332FB9-1B1D-DC43-8B30-DB676C17AD0E}" type="pres">
      <dgm:prSet presAssocID="{A0B45314-6619-C746-84E8-512B5858AE80}" presName="hierRoot2" presStyleCnt="0">
        <dgm:presLayoutVars>
          <dgm:hierBranch val="init"/>
        </dgm:presLayoutVars>
      </dgm:prSet>
      <dgm:spPr/>
    </dgm:pt>
    <dgm:pt modelId="{8C5C4C54-0D4E-194C-A88A-03D53CD4F760}" type="pres">
      <dgm:prSet presAssocID="{A0B45314-6619-C746-84E8-512B5858AE80}" presName="rootComposite" presStyleCnt="0"/>
      <dgm:spPr/>
    </dgm:pt>
    <dgm:pt modelId="{943B0FCB-851C-B447-8334-504438F19C0C}" type="pres">
      <dgm:prSet presAssocID="{A0B45314-6619-C746-84E8-512B5858AE80}" presName="rootText" presStyleLbl="node4" presStyleIdx="21" presStyleCnt="38">
        <dgm:presLayoutVars>
          <dgm:chPref val="3"/>
        </dgm:presLayoutVars>
      </dgm:prSet>
      <dgm:spPr/>
    </dgm:pt>
    <dgm:pt modelId="{2587EDD5-2328-C44C-9A87-2FE3AF5F487D}" type="pres">
      <dgm:prSet presAssocID="{A0B45314-6619-C746-84E8-512B5858AE80}" presName="rootConnector" presStyleLbl="node4" presStyleIdx="21" presStyleCnt="38"/>
      <dgm:spPr/>
    </dgm:pt>
    <dgm:pt modelId="{619953F3-38EA-7445-96FA-AFE6F4B70393}" type="pres">
      <dgm:prSet presAssocID="{A0B45314-6619-C746-84E8-512B5858AE80}" presName="hierChild4" presStyleCnt="0"/>
      <dgm:spPr/>
    </dgm:pt>
    <dgm:pt modelId="{FB75FEDF-2CF7-D048-AB1F-8E496C006C7E}" type="pres">
      <dgm:prSet presAssocID="{A0B45314-6619-C746-84E8-512B5858AE80}" presName="hierChild5" presStyleCnt="0"/>
      <dgm:spPr/>
    </dgm:pt>
    <dgm:pt modelId="{CA7727FB-D87F-FE47-B7D2-FE5678D0D004}" type="pres">
      <dgm:prSet presAssocID="{4E99B5A3-94A6-E242-89ED-DA6BBFB977D0}" presName="Name37" presStyleLbl="parChTrans1D4" presStyleIdx="22" presStyleCnt="38"/>
      <dgm:spPr/>
    </dgm:pt>
    <dgm:pt modelId="{72F693F6-95F9-AC45-AE02-3FBF8BF38BCE}" type="pres">
      <dgm:prSet presAssocID="{3431EF5A-76B2-3043-820B-529A1940833B}" presName="hierRoot2" presStyleCnt="0">
        <dgm:presLayoutVars>
          <dgm:hierBranch val="init"/>
        </dgm:presLayoutVars>
      </dgm:prSet>
      <dgm:spPr/>
    </dgm:pt>
    <dgm:pt modelId="{0EE2DE54-5607-B64D-A22B-424EADBAF8CD}" type="pres">
      <dgm:prSet presAssocID="{3431EF5A-76B2-3043-820B-529A1940833B}" presName="rootComposite" presStyleCnt="0"/>
      <dgm:spPr/>
    </dgm:pt>
    <dgm:pt modelId="{35F2AFB3-1F6D-804A-AAD9-244B65E665F1}" type="pres">
      <dgm:prSet presAssocID="{3431EF5A-76B2-3043-820B-529A1940833B}" presName="rootText" presStyleLbl="node4" presStyleIdx="22" presStyleCnt="38">
        <dgm:presLayoutVars>
          <dgm:chPref val="3"/>
        </dgm:presLayoutVars>
      </dgm:prSet>
      <dgm:spPr/>
    </dgm:pt>
    <dgm:pt modelId="{191FB35A-9DA9-0746-BD5E-231932EC0DE2}" type="pres">
      <dgm:prSet presAssocID="{3431EF5A-76B2-3043-820B-529A1940833B}" presName="rootConnector" presStyleLbl="node4" presStyleIdx="22" presStyleCnt="38"/>
      <dgm:spPr/>
    </dgm:pt>
    <dgm:pt modelId="{A081B8E0-9DF3-8247-98F6-ADC1C551FA3A}" type="pres">
      <dgm:prSet presAssocID="{3431EF5A-76B2-3043-820B-529A1940833B}" presName="hierChild4" presStyleCnt="0"/>
      <dgm:spPr/>
    </dgm:pt>
    <dgm:pt modelId="{63143C80-10ED-7E40-A29B-959E8D3B9478}" type="pres">
      <dgm:prSet presAssocID="{3431EF5A-76B2-3043-820B-529A1940833B}" presName="hierChild5" presStyleCnt="0"/>
      <dgm:spPr/>
    </dgm:pt>
    <dgm:pt modelId="{E0150214-F9C9-AA4F-A911-C5C29F231BAA}" type="pres">
      <dgm:prSet presAssocID="{F82B233A-557A-CF43-8103-F4F979E25F34}" presName="Name37" presStyleLbl="parChTrans1D4" presStyleIdx="23" presStyleCnt="38"/>
      <dgm:spPr/>
    </dgm:pt>
    <dgm:pt modelId="{44B6DD69-6922-7347-8D3E-5B090135EB3E}" type="pres">
      <dgm:prSet presAssocID="{CF7F9807-C1C2-364F-8D99-3FDEA8F9DB67}" presName="hierRoot2" presStyleCnt="0">
        <dgm:presLayoutVars>
          <dgm:hierBranch val="init"/>
        </dgm:presLayoutVars>
      </dgm:prSet>
      <dgm:spPr/>
    </dgm:pt>
    <dgm:pt modelId="{1BC119F9-9A52-7645-BF85-35E74814F759}" type="pres">
      <dgm:prSet presAssocID="{CF7F9807-C1C2-364F-8D99-3FDEA8F9DB67}" presName="rootComposite" presStyleCnt="0"/>
      <dgm:spPr/>
    </dgm:pt>
    <dgm:pt modelId="{7A535C58-04EA-EC40-82B9-1835170897E3}" type="pres">
      <dgm:prSet presAssocID="{CF7F9807-C1C2-364F-8D99-3FDEA8F9DB67}" presName="rootText" presStyleLbl="node4" presStyleIdx="23" presStyleCnt="38">
        <dgm:presLayoutVars>
          <dgm:chPref val="3"/>
        </dgm:presLayoutVars>
      </dgm:prSet>
      <dgm:spPr/>
    </dgm:pt>
    <dgm:pt modelId="{53AC4E17-C8D0-8B4F-89D8-399E819ECC67}" type="pres">
      <dgm:prSet presAssocID="{CF7F9807-C1C2-364F-8D99-3FDEA8F9DB67}" presName="rootConnector" presStyleLbl="node4" presStyleIdx="23" presStyleCnt="38"/>
      <dgm:spPr/>
    </dgm:pt>
    <dgm:pt modelId="{2641782B-6DFA-AC44-9336-26AC2DE39C60}" type="pres">
      <dgm:prSet presAssocID="{CF7F9807-C1C2-364F-8D99-3FDEA8F9DB67}" presName="hierChild4" presStyleCnt="0"/>
      <dgm:spPr/>
    </dgm:pt>
    <dgm:pt modelId="{901E82FB-6525-7F46-92F8-12B362758734}" type="pres">
      <dgm:prSet presAssocID="{CF7F9807-C1C2-364F-8D99-3FDEA8F9DB67}" presName="hierChild5" presStyleCnt="0"/>
      <dgm:spPr/>
    </dgm:pt>
    <dgm:pt modelId="{162283DC-3E81-D04B-A24E-9C19F20DA645}" type="pres">
      <dgm:prSet presAssocID="{BB3F14C0-DAA9-9C46-91BE-CC3E2A10DD3B}" presName="hierChild5" presStyleCnt="0"/>
      <dgm:spPr/>
    </dgm:pt>
    <dgm:pt modelId="{B0694B97-0357-084E-A47B-1D69857BFE8B}" type="pres">
      <dgm:prSet presAssocID="{CDB5E4FC-DC21-4A48-B5A3-104DC29CD8C1}" presName="hierChild5" presStyleCnt="0"/>
      <dgm:spPr/>
    </dgm:pt>
    <dgm:pt modelId="{786A1D96-6B77-A54E-B471-E5F13851F106}" type="pres">
      <dgm:prSet presAssocID="{0FFECD4E-E8B9-C647-8E29-A1B483F03641}" presName="Name37" presStyleLbl="parChTrans1D3" presStyleIdx="5" presStyleCnt="7"/>
      <dgm:spPr/>
    </dgm:pt>
    <dgm:pt modelId="{8ED3CAE3-4A67-A643-9229-460CC00C3576}" type="pres">
      <dgm:prSet presAssocID="{71C7A905-4F33-324E-9C37-3339E2E643B8}" presName="hierRoot2" presStyleCnt="0">
        <dgm:presLayoutVars>
          <dgm:hierBranch val="init"/>
        </dgm:presLayoutVars>
      </dgm:prSet>
      <dgm:spPr/>
    </dgm:pt>
    <dgm:pt modelId="{87CFCCFC-6D67-5B4F-B79F-ABE9F6F404D6}" type="pres">
      <dgm:prSet presAssocID="{71C7A905-4F33-324E-9C37-3339E2E643B8}" presName="rootComposite" presStyleCnt="0"/>
      <dgm:spPr/>
    </dgm:pt>
    <dgm:pt modelId="{C7BB3E89-59B3-F047-B23D-FDACE5074A0D}" type="pres">
      <dgm:prSet presAssocID="{71C7A905-4F33-324E-9C37-3339E2E643B8}" presName="rootText" presStyleLbl="node3" presStyleIdx="5" presStyleCnt="7">
        <dgm:presLayoutVars>
          <dgm:chPref val="3"/>
        </dgm:presLayoutVars>
      </dgm:prSet>
      <dgm:spPr/>
    </dgm:pt>
    <dgm:pt modelId="{801A1FE0-4734-2D41-88AF-3764ED3A5DA0}" type="pres">
      <dgm:prSet presAssocID="{71C7A905-4F33-324E-9C37-3339E2E643B8}" presName="rootConnector" presStyleLbl="node3" presStyleIdx="5" presStyleCnt="7"/>
      <dgm:spPr/>
    </dgm:pt>
    <dgm:pt modelId="{9DB0BD31-958D-2F4C-8CE5-9C74A6A6687A}" type="pres">
      <dgm:prSet presAssocID="{71C7A905-4F33-324E-9C37-3339E2E643B8}" presName="hierChild4" presStyleCnt="0"/>
      <dgm:spPr/>
    </dgm:pt>
    <dgm:pt modelId="{9FDAF06A-09AF-324D-8C85-AF3E715F5B99}" type="pres">
      <dgm:prSet presAssocID="{C2F0C9CA-6BC1-AD4F-B0BF-52FFB4B00BAB}" presName="Name37" presStyleLbl="parChTrans1D4" presStyleIdx="24" presStyleCnt="38"/>
      <dgm:spPr/>
    </dgm:pt>
    <dgm:pt modelId="{2362DF1F-9474-B542-8CBE-70A4924FB415}" type="pres">
      <dgm:prSet presAssocID="{E802436F-F24E-734F-B86F-264D1E63FB6B}" presName="hierRoot2" presStyleCnt="0">
        <dgm:presLayoutVars>
          <dgm:hierBranch val="init"/>
        </dgm:presLayoutVars>
      </dgm:prSet>
      <dgm:spPr/>
    </dgm:pt>
    <dgm:pt modelId="{CA385C61-F410-EC49-B346-9D8E30F945A1}" type="pres">
      <dgm:prSet presAssocID="{E802436F-F24E-734F-B86F-264D1E63FB6B}" presName="rootComposite" presStyleCnt="0"/>
      <dgm:spPr/>
    </dgm:pt>
    <dgm:pt modelId="{CE3FB246-C9E5-DA48-938A-92F4EE1D4499}" type="pres">
      <dgm:prSet presAssocID="{E802436F-F24E-734F-B86F-264D1E63FB6B}" presName="rootText" presStyleLbl="node4" presStyleIdx="24" presStyleCnt="38">
        <dgm:presLayoutVars>
          <dgm:chPref val="3"/>
        </dgm:presLayoutVars>
      </dgm:prSet>
      <dgm:spPr/>
    </dgm:pt>
    <dgm:pt modelId="{754483DA-0298-F64B-9DBA-7592C0F821C5}" type="pres">
      <dgm:prSet presAssocID="{E802436F-F24E-734F-B86F-264D1E63FB6B}" presName="rootConnector" presStyleLbl="node4" presStyleIdx="24" presStyleCnt="38"/>
      <dgm:spPr/>
    </dgm:pt>
    <dgm:pt modelId="{10CC6654-070C-2F4B-93AE-A5CC9711E78E}" type="pres">
      <dgm:prSet presAssocID="{E802436F-F24E-734F-B86F-264D1E63FB6B}" presName="hierChild4" presStyleCnt="0"/>
      <dgm:spPr/>
    </dgm:pt>
    <dgm:pt modelId="{75DF39CF-9150-1E4E-ACF8-C6AD2DE64258}" type="pres">
      <dgm:prSet presAssocID="{ED1CFED9-3DC6-DB41-8BBB-98E25E419B2B}" presName="Name37" presStyleLbl="parChTrans1D4" presStyleIdx="25" presStyleCnt="38"/>
      <dgm:spPr/>
    </dgm:pt>
    <dgm:pt modelId="{06102DEE-AF0A-C54C-AF09-5625EA89720D}" type="pres">
      <dgm:prSet presAssocID="{17BA4DEB-BA82-4243-979B-5768040B9BEE}" presName="hierRoot2" presStyleCnt="0">
        <dgm:presLayoutVars>
          <dgm:hierBranch val="init"/>
        </dgm:presLayoutVars>
      </dgm:prSet>
      <dgm:spPr/>
    </dgm:pt>
    <dgm:pt modelId="{F5B70552-292C-AB4C-BABB-7FB05C8929E5}" type="pres">
      <dgm:prSet presAssocID="{17BA4DEB-BA82-4243-979B-5768040B9BEE}" presName="rootComposite" presStyleCnt="0"/>
      <dgm:spPr/>
    </dgm:pt>
    <dgm:pt modelId="{54B5AFE4-02B8-274F-8A4A-CEA14631D63C}" type="pres">
      <dgm:prSet presAssocID="{17BA4DEB-BA82-4243-979B-5768040B9BEE}" presName="rootText" presStyleLbl="node4" presStyleIdx="25" presStyleCnt="38">
        <dgm:presLayoutVars>
          <dgm:chPref val="3"/>
        </dgm:presLayoutVars>
      </dgm:prSet>
      <dgm:spPr/>
    </dgm:pt>
    <dgm:pt modelId="{484112B5-33AA-B543-96FE-FE69F2412701}" type="pres">
      <dgm:prSet presAssocID="{17BA4DEB-BA82-4243-979B-5768040B9BEE}" presName="rootConnector" presStyleLbl="node4" presStyleIdx="25" presStyleCnt="38"/>
      <dgm:spPr/>
    </dgm:pt>
    <dgm:pt modelId="{CA27895B-BE20-634E-951B-35139956B364}" type="pres">
      <dgm:prSet presAssocID="{17BA4DEB-BA82-4243-979B-5768040B9BEE}" presName="hierChild4" presStyleCnt="0"/>
      <dgm:spPr/>
    </dgm:pt>
    <dgm:pt modelId="{A0E13965-3F44-7A4D-8397-A8A5FF72B26C}" type="pres">
      <dgm:prSet presAssocID="{17BA4DEB-BA82-4243-979B-5768040B9BEE}" presName="hierChild5" presStyleCnt="0"/>
      <dgm:spPr/>
    </dgm:pt>
    <dgm:pt modelId="{41CBEF0F-69EE-DF40-A031-41E65903FDCB}" type="pres">
      <dgm:prSet presAssocID="{B4FDA703-A76A-9246-8043-D122A2384A22}" presName="Name37" presStyleLbl="parChTrans1D4" presStyleIdx="26" presStyleCnt="38"/>
      <dgm:spPr/>
    </dgm:pt>
    <dgm:pt modelId="{5069F0E8-EB33-A14F-BBC2-3664A1C72B08}" type="pres">
      <dgm:prSet presAssocID="{B83E5B2A-D944-DC43-9867-EE31AE990826}" presName="hierRoot2" presStyleCnt="0">
        <dgm:presLayoutVars>
          <dgm:hierBranch val="init"/>
        </dgm:presLayoutVars>
      </dgm:prSet>
      <dgm:spPr/>
    </dgm:pt>
    <dgm:pt modelId="{3B1CEF1B-F54A-5845-88AA-AE575B0E4CD1}" type="pres">
      <dgm:prSet presAssocID="{B83E5B2A-D944-DC43-9867-EE31AE990826}" presName="rootComposite" presStyleCnt="0"/>
      <dgm:spPr/>
    </dgm:pt>
    <dgm:pt modelId="{1082C23B-972B-2946-8ABA-CC9A57E9057F}" type="pres">
      <dgm:prSet presAssocID="{B83E5B2A-D944-DC43-9867-EE31AE990826}" presName="rootText" presStyleLbl="node4" presStyleIdx="26" presStyleCnt="38">
        <dgm:presLayoutVars>
          <dgm:chPref val="3"/>
        </dgm:presLayoutVars>
      </dgm:prSet>
      <dgm:spPr/>
    </dgm:pt>
    <dgm:pt modelId="{F563F3CD-50E5-7C41-88AF-D63B376721B1}" type="pres">
      <dgm:prSet presAssocID="{B83E5B2A-D944-DC43-9867-EE31AE990826}" presName="rootConnector" presStyleLbl="node4" presStyleIdx="26" presStyleCnt="38"/>
      <dgm:spPr/>
    </dgm:pt>
    <dgm:pt modelId="{D0F80CA8-5083-CC4F-B0F1-21B0F5B55FFD}" type="pres">
      <dgm:prSet presAssocID="{B83E5B2A-D944-DC43-9867-EE31AE990826}" presName="hierChild4" presStyleCnt="0"/>
      <dgm:spPr/>
    </dgm:pt>
    <dgm:pt modelId="{665FEB7C-2D44-D741-B743-3B43C29D03B3}" type="pres">
      <dgm:prSet presAssocID="{B83E5B2A-D944-DC43-9867-EE31AE990826}" presName="hierChild5" presStyleCnt="0"/>
      <dgm:spPr/>
    </dgm:pt>
    <dgm:pt modelId="{578F6CD2-70A2-E245-80F6-F4D8D00AD194}" type="pres">
      <dgm:prSet presAssocID="{EF2A022F-1B1C-AB47-A4D1-6D5D7E3D4F43}" presName="Name37" presStyleLbl="parChTrans1D4" presStyleIdx="27" presStyleCnt="38"/>
      <dgm:spPr/>
    </dgm:pt>
    <dgm:pt modelId="{A527061F-3C28-804D-A85F-DBEB13E24AA2}" type="pres">
      <dgm:prSet presAssocID="{84A9FC14-EB07-514A-9F0C-E9A5D02A6430}" presName="hierRoot2" presStyleCnt="0">
        <dgm:presLayoutVars>
          <dgm:hierBranch val="init"/>
        </dgm:presLayoutVars>
      </dgm:prSet>
      <dgm:spPr/>
    </dgm:pt>
    <dgm:pt modelId="{1000629F-B089-0749-86DB-CE425D08EB77}" type="pres">
      <dgm:prSet presAssocID="{84A9FC14-EB07-514A-9F0C-E9A5D02A6430}" presName="rootComposite" presStyleCnt="0"/>
      <dgm:spPr/>
    </dgm:pt>
    <dgm:pt modelId="{C012C1AF-E9A8-6145-97F7-AE6A396F51BA}" type="pres">
      <dgm:prSet presAssocID="{84A9FC14-EB07-514A-9F0C-E9A5D02A6430}" presName="rootText" presStyleLbl="node4" presStyleIdx="27" presStyleCnt="38">
        <dgm:presLayoutVars>
          <dgm:chPref val="3"/>
        </dgm:presLayoutVars>
      </dgm:prSet>
      <dgm:spPr/>
    </dgm:pt>
    <dgm:pt modelId="{30C5170D-5CC7-3B48-B922-3F3FA1911937}" type="pres">
      <dgm:prSet presAssocID="{84A9FC14-EB07-514A-9F0C-E9A5D02A6430}" presName="rootConnector" presStyleLbl="node4" presStyleIdx="27" presStyleCnt="38"/>
      <dgm:spPr/>
    </dgm:pt>
    <dgm:pt modelId="{C9965385-7E02-BB4E-8DAC-3061BDA3B940}" type="pres">
      <dgm:prSet presAssocID="{84A9FC14-EB07-514A-9F0C-E9A5D02A6430}" presName="hierChild4" presStyleCnt="0"/>
      <dgm:spPr/>
    </dgm:pt>
    <dgm:pt modelId="{C2792ABA-41E0-0245-B80C-F66292C60F0C}" type="pres">
      <dgm:prSet presAssocID="{84A9FC14-EB07-514A-9F0C-E9A5D02A6430}" presName="hierChild5" presStyleCnt="0"/>
      <dgm:spPr/>
    </dgm:pt>
    <dgm:pt modelId="{D673AA80-368D-3E4B-B425-7578FF6C2057}" type="pres">
      <dgm:prSet presAssocID="{E802436F-F24E-734F-B86F-264D1E63FB6B}" presName="hierChild5" presStyleCnt="0"/>
      <dgm:spPr/>
    </dgm:pt>
    <dgm:pt modelId="{820378C4-2E8F-1E42-9988-700658A1AA9A}" type="pres">
      <dgm:prSet presAssocID="{815CFFA3-55DF-5647-B8ED-80C43FF8AB6D}" presName="Name37" presStyleLbl="parChTrans1D4" presStyleIdx="28" presStyleCnt="38"/>
      <dgm:spPr/>
    </dgm:pt>
    <dgm:pt modelId="{85113F28-52A3-154E-A131-01230C938DD2}" type="pres">
      <dgm:prSet presAssocID="{60736591-F189-8041-9F5A-4BC66B305F8E}" presName="hierRoot2" presStyleCnt="0">
        <dgm:presLayoutVars>
          <dgm:hierBranch val="init"/>
        </dgm:presLayoutVars>
      </dgm:prSet>
      <dgm:spPr/>
    </dgm:pt>
    <dgm:pt modelId="{2114BEA3-3FEC-2C46-BD93-8E7194128329}" type="pres">
      <dgm:prSet presAssocID="{60736591-F189-8041-9F5A-4BC66B305F8E}" presName="rootComposite" presStyleCnt="0"/>
      <dgm:spPr/>
    </dgm:pt>
    <dgm:pt modelId="{B8EF4129-D699-CA4C-A101-97BE0B762A3D}" type="pres">
      <dgm:prSet presAssocID="{60736591-F189-8041-9F5A-4BC66B305F8E}" presName="rootText" presStyleLbl="node4" presStyleIdx="28" presStyleCnt="38">
        <dgm:presLayoutVars>
          <dgm:chPref val="3"/>
        </dgm:presLayoutVars>
      </dgm:prSet>
      <dgm:spPr/>
    </dgm:pt>
    <dgm:pt modelId="{8D70033D-CD15-3847-AEED-C278FBD8A053}" type="pres">
      <dgm:prSet presAssocID="{60736591-F189-8041-9F5A-4BC66B305F8E}" presName="rootConnector" presStyleLbl="node4" presStyleIdx="28" presStyleCnt="38"/>
      <dgm:spPr/>
    </dgm:pt>
    <dgm:pt modelId="{D8FADF29-BA9F-024D-8A0D-3B3473BB53EC}" type="pres">
      <dgm:prSet presAssocID="{60736591-F189-8041-9F5A-4BC66B305F8E}" presName="hierChild4" presStyleCnt="0"/>
      <dgm:spPr/>
    </dgm:pt>
    <dgm:pt modelId="{DBFC375B-6676-024F-86FD-1BCDAA03D1DD}" type="pres">
      <dgm:prSet presAssocID="{41A2E0EA-95EC-FF4E-B97E-72295B1E2E57}" presName="Name37" presStyleLbl="parChTrans1D4" presStyleIdx="29" presStyleCnt="38"/>
      <dgm:spPr/>
    </dgm:pt>
    <dgm:pt modelId="{43B30D57-641A-F246-8DED-9A97A78EE34F}" type="pres">
      <dgm:prSet presAssocID="{068E50CF-66A2-8542-9050-59B9838564D3}" presName="hierRoot2" presStyleCnt="0">
        <dgm:presLayoutVars>
          <dgm:hierBranch val="init"/>
        </dgm:presLayoutVars>
      </dgm:prSet>
      <dgm:spPr/>
    </dgm:pt>
    <dgm:pt modelId="{CE3986D3-1778-9A4C-A8A0-5BE7C09BA79E}" type="pres">
      <dgm:prSet presAssocID="{068E50CF-66A2-8542-9050-59B9838564D3}" presName="rootComposite" presStyleCnt="0"/>
      <dgm:spPr/>
    </dgm:pt>
    <dgm:pt modelId="{BBC3144F-1057-5642-8692-4F0A7A8D0E47}" type="pres">
      <dgm:prSet presAssocID="{068E50CF-66A2-8542-9050-59B9838564D3}" presName="rootText" presStyleLbl="node4" presStyleIdx="29" presStyleCnt="38">
        <dgm:presLayoutVars>
          <dgm:chPref val="3"/>
        </dgm:presLayoutVars>
      </dgm:prSet>
      <dgm:spPr/>
    </dgm:pt>
    <dgm:pt modelId="{C39EC152-BA66-794B-A2F6-9774AA2A864A}" type="pres">
      <dgm:prSet presAssocID="{068E50CF-66A2-8542-9050-59B9838564D3}" presName="rootConnector" presStyleLbl="node4" presStyleIdx="29" presStyleCnt="38"/>
      <dgm:spPr/>
    </dgm:pt>
    <dgm:pt modelId="{95EB1EB9-D1CB-4841-A38D-A445ACE776A4}" type="pres">
      <dgm:prSet presAssocID="{068E50CF-66A2-8542-9050-59B9838564D3}" presName="hierChild4" presStyleCnt="0"/>
      <dgm:spPr/>
    </dgm:pt>
    <dgm:pt modelId="{0B0D373F-AD29-124B-9DCC-1D80B468A3DE}" type="pres">
      <dgm:prSet presAssocID="{A4E15BA2-C4F2-594C-8F7A-79A1DC3EBCB9}" presName="Name37" presStyleLbl="parChTrans1D4" presStyleIdx="30" presStyleCnt="38"/>
      <dgm:spPr/>
    </dgm:pt>
    <dgm:pt modelId="{7CB0B6D0-C2B5-AE45-BC8C-09A295EAD10E}" type="pres">
      <dgm:prSet presAssocID="{46F55430-C933-1646-A2C5-3B731E656EE8}" presName="hierRoot2" presStyleCnt="0">
        <dgm:presLayoutVars>
          <dgm:hierBranch val="init"/>
        </dgm:presLayoutVars>
      </dgm:prSet>
      <dgm:spPr/>
    </dgm:pt>
    <dgm:pt modelId="{DD2DAC4E-88C1-3040-B36B-E41CA5E0FEB1}" type="pres">
      <dgm:prSet presAssocID="{46F55430-C933-1646-A2C5-3B731E656EE8}" presName="rootComposite" presStyleCnt="0"/>
      <dgm:spPr/>
    </dgm:pt>
    <dgm:pt modelId="{060AABD7-9775-5243-960E-7B17A5DD9526}" type="pres">
      <dgm:prSet presAssocID="{46F55430-C933-1646-A2C5-3B731E656EE8}" presName="rootText" presStyleLbl="node4" presStyleIdx="30" presStyleCnt="38">
        <dgm:presLayoutVars>
          <dgm:chPref val="3"/>
        </dgm:presLayoutVars>
      </dgm:prSet>
      <dgm:spPr/>
    </dgm:pt>
    <dgm:pt modelId="{DCE61E4E-29EF-6B4D-AFE4-31CF5051206B}" type="pres">
      <dgm:prSet presAssocID="{46F55430-C933-1646-A2C5-3B731E656EE8}" presName="rootConnector" presStyleLbl="node4" presStyleIdx="30" presStyleCnt="38"/>
      <dgm:spPr/>
    </dgm:pt>
    <dgm:pt modelId="{D0F88E3F-A5A1-3542-BE7A-C017E5BE6E1A}" type="pres">
      <dgm:prSet presAssocID="{46F55430-C933-1646-A2C5-3B731E656EE8}" presName="hierChild4" presStyleCnt="0"/>
      <dgm:spPr/>
    </dgm:pt>
    <dgm:pt modelId="{00D250E1-C715-044B-B3C4-F837853F1172}" type="pres">
      <dgm:prSet presAssocID="{46F55430-C933-1646-A2C5-3B731E656EE8}" presName="hierChild5" presStyleCnt="0"/>
      <dgm:spPr/>
    </dgm:pt>
    <dgm:pt modelId="{3A9F19B5-5FB5-944E-860C-1C64473C55A7}" type="pres">
      <dgm:prSet presAssocID="{A1A05D75-F0F3-0D49-BE29-88B09E99DF8A}" presName="Name37" presStyleLbl="parChTrans1D4" presStyleIdx="31" presStyleCnt="38"/>
      <dgm:spPr/>
    </dgm:pt>
    <dgm:pt modelId="{8F8CF189-3722-2440-A6E5-F82EA5649A5E}" type="pres">
      <dgm:prSet presAssocID="{A70EB2AB-2F18-9441-A441-F9C34C7F41AD}" presName="hierRoot2" presStyleCnt="0">
        <dgm:presLayoutVars>
          <dgm:hierBranch val="init"/>
        </dgm:presLayoutVars>
      </dgm:prSet>
      <dgm:spPr/>
    </dgm:pt>
    <dgm:pt modelId="{CCFF8581-4C54-C842-90FE-C6C92697788A}" type="pres">
      <dgm:prSet presAssocID="{A70EB2AB-2F18-9441-A441-F9C34C7F41AD}" presName="rootComposite" presStyleCnt="0"/>
      <dgm:spPr/>
    </dgm:pt>
    <dgm:pt modelId="{6BEB0858-D6D7-774C-A6A0-7761CACAECE6}" type="pres">
      <dgm:prSet presAssocID="{A70EB2AB-2F18-9441-A441-F9C34C7F41AD}" presName="rootText" presStyleLbl="node4" presStyleIdx="31" presStyleCnt="38">
        <dgm:presLayoutVars>
          <dgm:chPref val="3"/>
        </dgm:presLayoutVars>
      </dgm:prSet>
      <dgm:spPr/>
    </dgm:pt>
    <dgm:pt modelId="{9B737583-886C-1B48-B6A8-1CC74753C51B}" type="pres">
      <dgm:prSet presAssocID="{A70EB2AB-2F18-9441-A441-F9C34C7F41AD}" presName="rootConnector" presStyleLbl="node4" presStyleIdx="31" presStyleCnt="38"/>
      <dgm:spPr/>
    </dgm:pt>
    <dgm:pt modelId="{EFA5615D-0002-C24B-AEF5-AC53336C2207}" type="pres">
      <dgm:prSet presAssocID="{A70EB2AB-2F18-9441-A441-F9C34C7F41AD}" presName="hierChild4" presStyleCnt="0"/>
      <dgm:spPr/>
    </dgm:pt>
    <dgm:pt modelId="{461E94DC-B696-F643-B522-3CC5FE72C362}" type="pres">
      <dgm:prSet presAssocID="{A70EB2AB-2F18-9441-A441-F9C34C7F41AD}" presName="hierChild5" presStyleCnt="0"/>
      <dgm:spPr/>
    </dgm:pt>
    <dgm:pt modelId="{6C748C82-B6AD-A044-B569-29998D5BFF1C}" type="pres">
      <dgm:prSet presAssocID="{068E50CF-66A2-8542-9050-59B9838564D3}" presName="hierChild5" presStyleCnt="0"/>
      <dgm:spPr/>
    </dgm:pt>
    <dgm:pt modelId="{7A472797-ABAA-7044-8CD7-418AEA12AC91}" type="pres">
      <dgm:prSet presAssocID="{0224C577-0A1D-3441-9A8C-9143D12B3119}" presName="Name37" presStyleLbl="parChTrans1D4" presStyleIdx="32" presStyleCnt="38"/>
      <dgm:spPr/>
    </dgm:pt>
    <dgm:pt modelId="{996532D0-89D2-424C-B0FB-9170429F421A}" type="pres">
      <dgm:prSet presAssocID="{87AA7D8A-2D19-D14F-B23A-4D2B3C19CAA8}" presName="hierRoot2" presStyleCnt="0">
        <dgm:presLayoutVars>
          <dgm:hierBranch val="init"/>
        </dgm:presLayoutVars>
      </dgm:prSet>
      <dgm:spPr/>
    </dgm:pt>
    <dgm:pt modelId="{A0A3A595-5DED-AD42-8CED-2F992C695E4D}" type="pres">
      <dgm:prSet presAssocID="{87AA7D8A-2D19-D14F-B23A-4D2B3C19CAA8}" presName="rootComposite" presStyleCnt="0"/>
      <dgm:spPr/>
    </dgm:pt>
    <dgm:pt modelId="{96FBB8AC-54AF-3D4F-8041-C810283A4081}" type="pres">
      <dgm:prSet presAssocID="{87AA7D8A-2D19-D14F-B23A-4D2B3C19CAA8}" presName="rootText" presStyleLbl="node4" presStyleIdx="32" presStyleCnt="38">
        <dgm:presLayoutVars>
          <dgm:chPref val="3"/>
        </dgm:presLayoutVars>
      </dgm:prSet>
      <dgm:spPr/>
    </dgm:pt>
    <dgm:pt modelId="{A7654CF7-5B46-F04E-98ED-8D3087DBA60D}" type="pres">
      <dgm:prSet presAssocID="{87AA7D8A-2D19-D14F-B23A-4D2B3C19CAA8}" presName="rootConnector" presStyleLbl="node4" presStyleIdx="32" presStyleCnt="38"/>
      <dgm:spPr/>
    </dgm:pt>
    <dgm:pt modelId="{E2BB7361-F42B-8C41-8F3F-887837E17F0E}" type="pres">
      <dgm:prSet presAssocID="{87AA7D8A-2D19-D14F-B23A-4D2B3C19CAA8}" presName="hierChild4" presStyleCnt="0"/>
      <dgm:spPr/>
    </dgm:pt>
    <dgm:pt modelId="{1F9D4D4C-9785-234D-848D-B47654ED423C}" type="pres">
      <dgm:prSet presAssocID="{7C25BABD-896E-614A-9DD6-D831D25C60AD}" presName="Name37" presStyleLbl="parChTrans1D4" presStyleIdx="33" presStyleCnt="38"/>
      <dgm:spPr/>
    </dgm:pt>
    <dgm:pt modelId="{4804E667-F670-F441-9206-865D31508855}" type="pres">
      <dgm:prSet presAssocID="{072C94A9-F842-9449-B280-4C0D8E936F7B}" presName="hierRoot2" presStyleCnt="0">
        <dgm:presLayoutVars>
          <dgm:hierBranch val="init"/>
        </dgm:presLayoutVars>
      </dgm:prSet>
      <dgm:spPr/>
    </dgm:pt>
    <dgm:pt modelId="{3AB7A4DE-923D-1847-AF3F-0901A9C29C35}" type="pres">
      <dgm:prSet presAssocID="{072C94A9-F842-9449-B280-4C0D8E936F7B}" presName="rootComposite" presStyleCnt="0"/>
      <dgm:spPr/>
    </dgm:pt>
    <dgm:pt modelId="{970E8EC7-4517-0045-87F6-6DE9BBCCAAF3}" type="pres">
      <dgm:prSet presAssocID="{072C94A9-F842-9449-B280-4C0D8E936F7B}" presName="rootText" presStyleLbl="node4" presStyleIdx="33" presStyleCnt="38">
        <dgm:presLayoutVars>
          <dgm:chPref val="3"/>
        </dgm:presLayoutVars>
      </dgm:prSet>
      <dgm:spPr/>
    </dgm:pt>
    <dgm:pt modelId="{2615937C-37EE-0D4A-847E-1DFAEB36CD2F}" type="pres">
      <dgm:prSet presAssocID="{072C94A9-F842-9449-B280-4C0D8E936F7B}" presName="rootConnector" presStyleLbl="node4" presStyleIdx="33" presStyleCnt="38"/>
      <dgm:spPr/>
    </dgm:pt>
    <dgm:pt modelId="{866DABC8-6410-C142-B585-D834DBB28DE7}" type="pres">
      <dgm:prSet presAssocID="{072C94A9-F842-9449-B280-4C0D8E936F7B}" presName="hierChild4" presStyleCnt="0"/>
      <dgm:spPr/>
    </dgm:pt>
    <dgm:pt modelId="{53F94F93-7932-6D44-A889-444C4F0EEA88}" type="pres">
      <dgm:prSet presAssocID="{072C94A9-F842-9449-B280-4C0D8E936F7B}" presName="hierChild5" presStyleCnt="0"/>
      <dgm:spPr/>
    </dgm:pt>
    <dgm:pt modelId="{B39C015E-6A19-1447-A719-8760EF48B866}" type="pres">
      <dgm:prSet presAssocID="{87AA7D8A-2D19-D14F-B23A-4D2B3C19CAA8}" presName="hierChild5" presStyleCnt="0"/>
      <dgm:spPr/>
    </dgm:pt>
    <dgm:pt modelId="{45EA0AC2-A317-ED46-AC2A-15DDA7C4D96F}" type="pres">
      <dgm:prSet presAssocID="{60736591-F189-8041-9F5A-4BC66B305F8E}" presName="hierChild5" presStyleCnt="0"/>
      <dgm:spPr/>
    </dgm:pt>
    <dgm:pt modelId="{A3691461-3E6A-954E-89C1-F254974A1748}" type="pres">
      <dgm:prSet presAssocID="{E0DAACA5-EA67-B646-AE1D-C47CED50B460}" presName="Name37" presStyleLbl="parChTrans1D4" presStyleIdx="34" presStyleCnt="38"/>
      <dgm:spPr/>
    </dgm:pt>
    <dgm:pt modelId="{3DE44861-4806-2542-9088-D318029CC261}" type="pres">
      <dgm:prSet presAssocID="{DD38CCCE-8231-C849-8595-51B0199F8719}" presName="hierRoot2" presStyleCnt="0">
        <dgm:presLayoutVars>
          <dgm:hierBranch val="init"/>
        </dgm:presLayoutVars>
      </dgm:prSet>
      <dgm:spPr/>
    </dgm:pt>
    <dgm:pt modelId="{0D9A9813-14F3-244E-A318-AE889EB55583}" type="pres">
      <dgm:prSet presAssocID="{DD38CCCE-8231-C849-8595-51B0199F8719}" presName="rootComposite" presStyleCnt="0"/>
      <dgm:spPr/>
    </dgm:pt>
    <dgm:pt modelId="{F2493715-7549-9243-8B1C-C7F567D2A346}" type="pres">
      <dgm:prSet presAssocID="{DD38CCCE-8231-C849-8595-51B0199F8719}" presName="rootText" presStyleLbl="node4" presStyleIdx="34" presStyleCnt="38">
        <dgm:presLayoutVars>
          <dgm:chPref val="3"/>
        </dgm:presLayoutVars>
      </dgm:prSet>
      <dgm:spPr/>
    </dgm:pt>
    <dgm:pt modelId="{894DBEEA-5593-9249-8A88-4984AE877823}" type="pres">
      <dgm:prSet presAssocID="{DD38CCCE-8231-C849-8595-51B0199F8719}" presName="rootConnector" presStyleLbl="node4" presStyleIdx="34" presStyleCnt="38"/>
      <dgm:spPr/>
    </dgm:pt>
    <dgm:pt modelId="{EF5DB680-D2CB-F04D-8D26-AE2EDD27D52E}" type="pres">
      <dgm:prSet presAssocID="{DD38CCCE-8231-C849-8595-51B0199F8719}" presName="hierChild4" presStyleCnt="0"/>
      <dgm:spPr/>
    </dgm:pt>
    <dgm:pt modelId="{B15EFA27-FA2D-B745-8F97-D5E32BB06688}" type="pres">
      <dgm:prSet presAssocID="{DD38CCCE-8231-C849-8595-51B0199F8719}" presName="hierChild5" presStyleCnt="0"/>
      <dgm:spPr/>
    </dgm:pt>
    <dgm:pt modelId="{CCE1C101-43B4-814A-BC17-61B42B17E67D}" type="pres">
      <dgm:prSet presAssocID="{71C7A905-4F33-324E-9C37-3339E2E643B8}" presName="hierChild5" presStyleCnt="0"/>
      <dgm:spPr/>
    </dgm:pt>
    <dgm:pt modelId="{7E3A78B0-8119-6B44-8DE7-79FEF3E0E294}" type="pres">
      <dgm:prSet presAssocID="{83E2B299-1A4C-0E40-86EC-18D1AF0A3BE9}" presName="Name37" presStyleLbl="parChTrans1D3" presStyleIdx="6" presStyleCnt="7"/>
      <dgm:spPr/>
    </dgm:pt>
    <dgm:pt modelId="{0D7AC5DC-97E2-D14F-BA4F-FCD492F617DF}" type="pres">
      <dgm:prSet presAssocID="{CAF5B932-15A8-3C42-80F5-4793AD16B8B7}" presName="hierRoot2" presStyleCnt="0">
        <dgm:presLayoutVars>
          <dgm:hierBranch val="init"/>
        </dgm:presLayoutVars>
      </dgm:prSet>
      <dgm:spPr/>
    </dgm:pt>
    <dgm:pt modelId="{A96B6C60-815D-2047-8966-702D6F9BE042}" type="pres">
      <dgm:prSet presAssocID="{CAF5B932-15A8-3C42-80F5-4793AD16B8B7}" presName="rootComposite" presStyleCnt="0"/>
      <dgm:spPr/>
    </dgm:pt>
    <dgm:pt modelId="{A805B6E8-9CDD-5A4B-8878-7A89A1313F31}" type="pres">
      <dgm:prSet presAssocID="{CAF5B932-15A8-3C42-80F5-4793AD16B8B7}" presName="rootText" presStyleLbl="node3" presStyleIdx="6" presStyleCnt="7">
        <dgm:presLayoutVars>
          <dgm:chPref val="3"/>
        </dgm:presLayoutVars>
      </dgm:prSet>
      <dgm:spPr/>
    </dgm:pt>
    <dgm:pt modelId="{D02BFDD6-9D0C-D84E-ABD2-9747453C7FBD}" type="pres">
      <dgm:prSet presAssocID="{CAF5B932-15A8-3C42-80F5-4793AD16B8B7}" presName="rootConnector" presStyleLbl="node3" presStyleIdx="6" presStyleCnt="7"/>
      <dgm:spPr/>
    </dgm:pt>
    <dgm:pt modelId="{387C99B8-4734-274B-94B5-45CC64DD90F9}" type="pres">
      <dgm:prSet presAssocID="{CAF5B932-15A8-3C42-80F5-4793AD16B8B7}" presName="hierChild4" presStyleCnt="0"/>
      <dgm:spPr/>
    </dgm:pt>
    <dgm:pt modelId="{4D386B4D-243C-9B48-95F0-892B1E0BC2C8}" type="pres">
      <dgm:prSet presAssocID="{390E3C8F-5FD3-754A-953B-4A87B1F0C658}" presName="Name37" presStyleLbl="parChTrans1D4" presStyleIdx="35" presStyleCnt="38"/>
      <dgm:spPr/>
    </dgm:pt>
    <dgm:pt modelId="{4328341F-12EF-274D-8C8E-5D5B6808E4CE}" type="pres">
      <dgm:prSet presAssocID="{3EDD021C-4555-AB43-9736-6AC6C149F3F7}" presName="hierRoot2" presStyleCnt="0">
        <dgm:presLayoutVars>
          <dgm:hierBranch val="init"/>
        </dgm:presLayoutVars>
      </dgm:prSet>
      <dgm:spPr/>
    </dgm:pt>
    <dgm:pt modelId="{9E50A404-CDB4-B448-878B-CE6FBBA98C02}" type="pres">
      <dgm:prSet presAssocID="{3EDD021C-4555-AB43-9736-6AC6C149F3F7}" presName="rootComposite" presStyleCnt="0"/>
      <dgm:spPr/>
    </dgm:pt>
    <dgm:pt modelId="{6651AA4D-69E1-6D4A-A661-C5968A09EB60}" type="pres">
      <dgm:prSet presAssocID="{3EDD021C-4555-AB43-9736-6AC6C149F3F7}" presName="rootText" presStyleLbl="node4" presStyleIdx="35" presStyleCnt="38">
        <dgm:presLayoutVars>
          <dgm:chPref val="3"/>
        </dgm:presLayoutVars>
      </dgm:prSet>
      <dgm:spPr/>
    </dgm:pt>
    <dgm:pt modelId="{42DA6735-A220-F747-88A4-296E49C1DDFE}" type="pres">
      <dgm:prSet presAssocID="{3EDD021C-4555-AB43-9736-6AC6C149F3F7}" presName="rootConnector" presStyleLbl="node4" presStyleIdx="35" presStyleCnt="38"/>
      <dgm:spPr/>
    </dgm:pt>
    <dgm:pt modelId="{18157E6A-9538-3A43-9223-F41D5B6EB20B}" type="pres">
      <dgm:prSet presAssocID="{3EDD021C-4555-AB43-9736-6AC6C149F3F7}" presName="hierChild4" presStyleCnt="0"/>
      <dgm:spPr/>
    </dgm:pt>
    <dgm:pt modelId="{82B57618-22FA-064B-95F1-1A8B4337FF46}" type="pres">
      <dgm:prSet presAssocID="{84F85B3B-1F7B-224A-9B62-E6078B07F469}" presName="Name37" presStyleLbl="parChTrans1D4" presStyleIdx="36" presStyleCnt="38"/>
      <dgm:spPr/>
    </dgm:pt>
    <dgm:pt modelId="{0B606B53-75A3-014A-AC88-D31F9CDF9A8F}" type="pres">
      <dgm:prSet presAssocID="{ABD0A9B5-5DD6-9346-A800-C4F327B0F89C}" presName="hierRoot2" presStyleCnt="0">
        <dgm:presLayoutVars>
          <dgm:hierBranch val="init"/>
        </dgm:presLayoutVars>
      </dgm:prSet>
      <dgm:spPr/>
    </dgm:pt>
    <dgm:pt modelId="{7AE5C3F3-0387-2B43-BCEB-B7D8D88494C0}" type="pres">
      <dgm:prSet presAssocID="{ABD0A9B5-5DD6-9346-A800-C4F327B0F89C}" presName="rootComposite" presStyleCnt="0"/>
      <dgm:spPr/>
    </dgm:pt>
    <dgm:pt modelId="{EEB36141-7485-5D45-99D7-376D4D38960C}" type="pres">
      <dgm:prSet presAssocID="{ABD0A9B5-5DD6-9346-A800-C4F327B0F89C}" presName="rootText" presStyleLbl="node4" presStyleIdx="36" presStyleCnt="38">
        <dgm:presLayoutVars>
          <dgm:chPref val="3"/>
        </dgm:presLayoutVars>
      </dgm:prSet>
      <dgm:spPr/>
    </dgm:pt>
    <dgm:pt modelId="{C82EC066-E3C5-3047-AEBD-2FF1092A2BA0}" type="pres">
      <dgm:prSet presAssocID="{ABD0A9B5-5DD6-9346-A800-C4F327B0F89C}" presName="rootConnector" presStyleLbl="node4" presStyleIdx="36" presStyleCnt="38"/>
      <dgm:spPr/>
    </dgm:pt>
    <dgm:pt modelId="{3EA2A6AE-82C6-0041-A7C7-98FA1300ED9A}" type="pres">
      <dgm:prSet presAssocID="{ABD0A9B5-5DD6-9346-A800-C4F327B0F89C}" presName="hierChild4" presStyleCnt="0"/>
      <dgm:spPr/>
    </dgm:pt>
    <dgm:pt modelId="{5B795CE1-A3AD-9040-ACEF-AE336922BE60}" type="pres">
      <dgm:prSet presAssocID="{ABD0A9B5-5DD6-9346-A800-C4F327B0F89C}" presName="hierChild5" presStyleCnt="0"/>
      <dgm:spPr/>
    </dgm:pt>
    <dgm:pt modelId="{5BC5858E-CAAB-1B4A-8921-CC80FA46105C}" type="pres">
      <dgm:prSet presAssocID="{6DE93A47-D7E5-5E4C-8CF1-86F972C052CE}" presName="Name37" presStyleLbl="parChTrans1D4" presStyleIdx="37" presStyleCnt="38"/>
      <dgm:spPr/>
    </dgm:pt>
    <dgm:pt modelId="{52D35571-0239-5443-88D4-C80923363D54}" type="pres">
      <dgm:prSet presAssocID="{CA7A5E52-7655-D04A-94EE-4A4817CBC097}" presName="hierRoot2" presStyleCnt="0">
        <dgm:presLayoutVars>
          <dgm:hierBranch val="init"/>
        </dgm:presLayoutVars>
      </dgm:prSet>
      <dgm:spPr/>
    </dgm:pt>
    <dgm:pt modelId="{099A0F76-A3A2-7342-A2BF-10FFC9BF40E2}" type="pres">
      <dgm:prSet presAssocID="{CA7A5E52-7655-D04A-94EE-4A4817CBC097}" presName="rootComposite" presStyleCnt="0"/>
      <dgm:spPr/>
    </dgm:pt>
    <dgm:pt modelId="{D4AB06A5-5C1E-E544-AD81-79A11242B2C7}" type="pres">
      <dgm:prSet presAssocID="{CA7A5E52-7655-D04A-94EE-4A4817CBC097}" presName="rootText" presStyleLbl="node4" presStyleIdx="37" presStyleCnt="38">
        <dgm:presLayoutVars>
          <dgm:chPref val="3"/>
        </dgm:presLayoutVars>
      </dgm:prSet>
      <dgm:spPr/>
    </dgm:pt>
    <dgm:pt modelId="{31B644EA-D244-484C-891E-EC72B2F44438}" type="pres">
      <dgm:prSet presAssocID="{CA7A5E52-7655-D04A-94EE-4A4817CBC097}" presName="rootConnector" presStyleLbl="node4" presStyleIdx="37" presStyleCnt="38"/>
      <dgm:spPr/>
    </dgm:pt>
    <dgm:pt modelId="{13859817-24CE-9841-801C-A491BE7C7148}" type="pres">
      <dgm:prSet presAssocID="{CA7A5E52-7655-D04A-94EE-4A4817CBC097}" presName="hierChild4" presStyleCnt="0"/>
      <dgm:spPr/>
    </dgm:pt>
    <dgm:pt modelId="{CC76E0D5-A719-1442-B2E7-44195CEA5318}" type="pres">
      <dgm:prSet presAssocID="{CA7A5E52-7655-D04A-94EE-4A4817CBC097}" presName="hierChild5" presStyleCnt="0"/>
      <dgm:spPr/>
    </dgm:pt>
    <dgm:pt modelId="{06BC5D86-562D-5944-990F-E0A9F4C040F5}" type="pres">
      <dgm:prSet presAssocID="{3EDD021C-4555-AB43-9736-6AC6C149F3F7}" presName="hierChild5" presStyleCnt="0"/>
      <dgm:spPr/>
    </dgm:pt>
    <dgm:pt modelId="{FAE8E3F5-3E21-804B-A131-AB2A58A15211}" type="pres">
      <dgm:prSet presAssocID="{CAF5B932-15A8-3C42-80F5-4793AD16B8B7}" presName="hierChild5" presStyleCnt="0"/>
      <dgm:spPr/>
    </dgm:pt>
    <dgm:pt modelId="{86882990-EF56-6342-9A78-D591A82EFD87}" type="pres">
      <dgm:prSet presAssocID="{479C8B34-00BA-FE4D-AAA1-9FB17709A2AD}" presName="hierChild5" presStyleCnt="0"/>
      <dgm:spPr/>
    </dgm:pt>
    <dgm:pt modelId="{72FB72C9-35B9-2845-B8FD-053FF66DED07}" type="pres">
      <dgm:prSet presAssocID="{626C308D-DBF2-8F44-9E86-17AD842FEAD1}" presName="Name37" presStyleLbl="parChTrans1D2" presStyleIdx="2" presStyleCnt="3"/>
      <dgm:spPr/>
    </dgm:pt>
    <dgm:pt modelId="{EA73A93F-2C65-DD4F-8199-A97EE9D53405}" type="pres">
      <dgm:prSet presAssocID="{BBFA9094-315B-C84F-B532-8E8486074F1D}" presName="hierRoot2" presStyleCnt="0">
        <dgm:presLayoutVars>
          <dgm:hierBranch val="init"/>
        </dgm:presLayoutVars>
      </dgm:prSet>
      <dgm:spPr/>
    </dgm:pt>
    <dgm:pt modelId="{CBDF9FDB-9852-4546-BF31-2B96D6509A21}" type="pres">
      <dgm:prSet presAssocID="{BBFA9094-315B-C84F-B532-8E8486074F1D}" presName="rootComposite" presStyleCnt="0"/>
      <dgm:spPr/>
    </dgm:pt>
    <dgm:pt modelId="{B9C274F7-9BF9-7E4B-9307-1306EA1E294D}" type="pres">
      <dgm:prSet presAssocID="{BBFA9094-315B-C84F-B532-8E8486074F1D}" presName="rootText" presStyleLbl="node2" presStyleIdx="2" presStyleCnt="3">
        <dgm:presLayoutVars>
          <dgm:chPref val="3"/>
        </dgm:presLayoutVars>
      </dgm:prSet>
      <dgm:spPr/>
    </dgm:pt>
    <dgm:pt modelId="{96BDBE73-BE05-7C4D-AF89-5072997ED5E0}" type="pres">
      <dgm:prSet presAssocID="{BBFA9094-315B-C84F-B532-8E8486074F1D}" presName="rootConnector" presStyleLbl="node2" presStyleIdx="2" presStyleCnt="3"/>
      <dgm:spPr/>
    </dgm:pt>
    <dgm:pt modelId="{A3AD51F3-83A3-6947-A272-67DFF61C1512}" type="pres">
      <dgm:prSet presAssocID="{BBFA9094-315B-C84F-B532-8E8486074F1D}" presName="hierChild4" presStyleCnt="0"/>
      <dgm:spPr/>
    </dgm:pt>
    <dgm:pt modelId="{41EC6A8D-9102-1D45-955E-CAF0BACC7132}" type="pres">
      <dgm:prSet presAssocID="{BBFA9094-315B-C84F-B532-8E8486074F1D}" presName="hierChild5" presStyleCnt="0"/>
      <dgm:spPr/>
    </dgm:pt>
    <dgm:pt modelId="{D10B2B62-5E0D-9446-B9FE-501E125FA931}" type="pres">
      <dgm:prSet presAssocID="{4434D9DA-886B-514F-9469-4216EB9EB432}" presName="hierChild3" presStyleCnt="0"/>
      <dgm:spPr/>
    </dgm:pt>
  </dgm:ptLst>
  <dgm:cxnLst>
    <dgm:cxn modelId="{4B0C4F01-68C8-F441-A5F7-47BBCCA88FC8}" type="presOf" srcId="{ABD0A9B5-5DD6-9346-A800-C4F327B0F89C}" destId="{EEB36141-7485-5D45-99D7-376D4D38960C}" srcOrd="0" destOrd="0" presId="urn:microsoft.com/office/officeart/2005/8/layout/orgChart1"/>
    <dgm:cxn modelId="{4039E201-8225-0F46-A328-632F6FA850FB}" srcId="{4434D9DA-886B-514F-9469-4216EB9EB432}" destId="{3881FF17-D4E6-3F44-907B-090A47622F87}" srcOrd="0" destOrd="0" parTransId="{30FADB83-946E-D74F-A1D6-D7FBC6960332}" sibTransId="{6543F05C-87FA-3946-9458-CE1610963EE5}"/>
    <dgm:cxn modelId="{58F5D002-3B07-3540-A807-502F6C27B36D}" srcId="{63FB836B-0943-EE4F-BB32-A2D26B7D3DB8}" destId="{7D27BC55-D22F-7F44-BC6D-BBF72B459ACB}" srcOrd="4" destOrd="0" parTransId="{A467D0F2-24CC-AC49-9748-1745665C616D}" sibTransId="{3526D31F-3408-3B46-9887-AF3A16ED023E}"/>
    <dgm:cxn modelId="{85CE0F03-4BBB-8D4C-B9B1-8EEE07EB8557}" type="presOf" srcId="{EF2A022F-1B1C-AB47-A4D1-6D5D7E3D4F43}" destId="{578F6CD2-70A2-E245-80F6-F4D8D00AD194}" srcOrd="0" destOrd="0" presId="urn:microsoft.com/office/officeart/2005/8/layout/orgChart1"/>
    <dgm:cxn modelId="{A4F43304-4F17-514E-AB42-5E0F92BA42FF}" srcId="{3EDD021C-4555-AB43-9736-6AC6C149F3F7}" destId="{ABD0A9B5-5DD6-9346-A800-C4F327B0F89C}" srcOrd="0" destOrd="0" parTransId="{84F85B3B-1F7B-224A-9B62-E6078B07F469}" sibTransId="{B18049B8-4735-5F44-B5C3-3A8A15550A8F}"/>
    <dgm:cxn modelId="{0FBF8304-A8DA-744F-AD16-CB920DD3EBCC}" type="presOf" srcId="{6AC61705-80AF-B749-AADE-38F22E7667A1}" destId="{4A8DCAC1-01C1-B04D-BD82-E005461C51C8}" srcOrd="0" destOrd="0" presId="urn:microsoft.com/office/officeart/2005/8/layout/orgChart1"/>
    <dgm:cxn modelId="{6FF89104-D2DB-E14A-B7F2-6E5FB979DA8C}" type="presOf" srcId="{E802436F-F24E-734F-B86F-264D1E63FB6B}" destId="{CE3FB246-C9E5-DA48-938A-92F4EE1D4499}" srcOrd="0" destOrd="0" presId="urn:microsoft.com/office/officeart/2005/8/layout/orgChart1"/>
    <dgm:cxn modelId="{79880F05-356B-1E4C-BECB-70E470DEED22}" type="presOf" srcId="{626C308D-DBF2-8F44-9E86-17AD842FEAD1}" destId="{72FB72C9-35B9-2845-B8FD-053FF66DED07}" srcOrd="0" destOrd="0" presId="urn:microsoft.com/office/officeart/2005/8/layout/orgChart1"/>
    <dgm:cxn modelId="{6BEA5105-3667-9E4D-B9C2-E3FFBA0D07A0}" type="presOf" srcId="{04138639-A34A-484A-BCBF-31D689496BB5}" destId="{72EE3D6B-8011-4744-A7B5-560B38A2B77A}" srcOrd="0" destOrd="0" presId="urn:microsoft.com/office/officeart/2005/8/layout/orgChart1"/>
    <dgm:cxn modelId="{EA4FF606-4CE4-1848-9D68-4FF31CB8EA7B}" type="presOf" srcId="{CAF5B932-15A8-3C42-80F5-4793AD16B8B7}" destId="{D02BFDD6-9D0C-D84E-ABD2-9747453C7FBD}" srcOrd="1" destOrd="0" presId="urn:microsoft.com/office/officeart/2005/8/layout/orgChart1"/>
    <dgm:cxn modelId="{6F89430A-0DF4-1146-992E-91F398B24746}" srcId="{E802436F-F24E-734F-B86F-264D1E63FB6B}" destId="{84A9FC14-EB07-514A-9F0C-E9A5D02A6430}" srcOrd="2" destOrd="0" parTransId="{EF2A022F-1B1C-AB47-A4D1-6D5D7E3D4F43}" sibTransId="{FEDD6522-20CC-4848-9D52-0DE2361432B0}"/>
    <dgm:cxn modelId="{7821AC0B-D625-0B46-9715-9DCCC6656910}" type="presOf" srcId="{BB3F14C0-DAA9-9C46-91BE-CC3E2A10DD3B}" destId="{9C4EB05D-70E1-8A4A-BEB3-0B6932C5C168}" srcOrd="1" destOrd="0" presId="urn:microsoft.com/office/officeart/2005/8/layout/orgChart1"/>
    <dgm:cxn modelId="{0C10D00B-4869-1647-8BDE-922025960124}" type="presOf" srcId="{815CFFA3-55DF-5647-B8ED-80C43FF8AB6D}" destId="{820378C4-2E8F-1E42-9988-700658A1AA9A}" srcOrd="0" destOrd="0" presId="urn:microsoft.com/office/officeart/2005/8/layout/orgChart1"/>
    <dgm:cxn modelId="{F25A2411-85E7-1D4B-817F-0BD6616ED392}" type="presOf" srcId="{E5EBA440-C2B9-6B4F-A6BC-EEC8068BDC64}" destId="{B45EBA81-0E07-C34E-9B87-FC331067BC31}" srcOrd="0" destOrd="0" presId="urn:microsoft.com/office/officeart/2005/8/layout/orgChart1"/>
    <dgm:cxn modelId="{B2AC7515-B03B-DD44-A574-AE9BD5279ACD}" type="presOf" srcId="{E0DAACA5-EA67-B646-AE1D-C47CED50B460}" destId="{A3691461-3E6A-954E-89C1-F254974A1748}" srcOrd="0" destOrd="0" presId="urn:microsoft.com/office/officeart/2005/8/layout/orgChart1"/>
    <dgm:cxn modelId="{72157B16-4221-1F45-8CB3-E6D42E20233F}" type="presOf" srcId="{CDB5E4FC-DC21-4A48-B5A3-104DC29CD8C1}" destId="{0F4494FE-9971-2441-BE16-27BCCBB4D8F4}" srcOrd="1" destOrd="0" presId="urn:microsoft.com/office/officeart/2005/8/layout/orgChart1"/>
    <dgm:cxn modelId="{DF7A1919-76CF-E64F-9E99-08CF2ED26419}" srcId="{4434D9DA-886B-514F-9469-4216EB9EB432}" destId="{BBFA9094-315B-C84F-B532-8E8486074F1D}" srcOrd="2" destOrd="0" parTransId="{626C308D-DBF2-8F44-9E86-17AD842FEAD1}" sibTransId="{53922D3C-7243-2140-B8A3-FE5B71CE6CE0}"/>
    <dgm:cxn modelId="{00024A1D-4765-9245-8499-A94BE7BDDF04}" type="presOf" srcId="{FE2701ED-74B3-CF41-A499-F339FEA971BB}" destId="{5B06BD4C-5974-F546-99BD-0550D8E00529}" srcOrd="0" destOrd="0" presId="urn:microsoft.com/office/officeart/2005/8/layout/orgChart1"/>
    <dgm:cxn modelId="{FF1BC520-EE6A-AF44-BE32-5A168113F8EA}" srcId="{BB3F14C0-DAA9-9C46-91BE-CC3E2A10DD3B}" destId="{3431EF5A-76B2-3043-820B-529A1940833B}" srcOrd="1" destOrd="0" parTransId="{4E99B5A3-94A6-E242-89ED-DA6BBFB977D0}" sibTransId="{41C55909-8924-DC41-9AFE-0300C3679BE2}"/>
    <dgm:cxn modelId="{5F2CD221-F29E-2441-93C1-35D4102BF36E}" srcId="{60736591-F189-8041-9F5A-4BC66B305F8E}" destId="{87AA7D8A-2D19-D14F-B23A-4D2B3C19CAA8}" srcOrd="1" destOrd="0" parTransId="{0224C577-0A1D-3441-9A8C-9143D12B3119}" sibTransId="{1169D4B5-48EA-DB4B-8037-BDEAB73D5292}"/>
    <dgm:cxn modelId="{5AB83825-B5BC-514A-89FB-CDFF0EE511A4}" type="presOf" srcId="{C7E53873-D445-1A49-A3FE-581A04EC5849}" destId="{4758DA9D-E598-6B48-BCA9-18BD90FD14AA}" srcOrd="0" destOrd="0" presId="urn:microsoft.com/office/officeart/2005/8/layout/orgChart1"/>
    <dgm:cxn modelId="{5449A627-1763-2F42-BB97-E5F76062CD54}" type="presOf" srcId="{072C94A9-F842-9449-B280-4C0D8E936F7B}" destId="{970E8EC7-4517-0045-87F6-6DE9BBCCAAF3}" srcOrd="0" destOrd="0" presId="urn:microsoft.com/office/officeart/2005/8/layout/orgChart1"/>
    <dgm:cxn modelId="{C02FDF28-D63F-AA4C-8117-0FE2DC459347}" type="presOf" srcId="{AE810DA5-43E3-C240-899C-6BF0BA0A5C97}" destId="{F2293C07-90EC-D347-AFCA-30DD2B00E230}" srcOrd="1" destOrd="0" presId="urn:microsoft.com/office/officeart/2005/8/layout/orgChart1"/>
    <dgm:cxn modelId="{A27D042A-A933-3D47-89EF-4B1E75208EC0}" type="presOf" srcId="{479C8B34-00BA-FE4D-AAA1-9FB17709A2AD}" destId="{8B96D9DA-B4D4-6540-B71B-08963DB56E69}" srcOrd="0" destOrd="0" presId="urn:microsoft.com/office/officeart/2005/8/layout/orgChart1"/>
    <dgm:cxn modelId="{CCF64E2A-05B9-E844-A042-EE3A8F0A43F5}" type="presOf" srcId="{7D273A46-05BA-4746-88B2-AC92D866DAB4}" destId="{A970FFD6-0849-B642-B3CE-152F8B5424AF}" srcOrd="0" destOrd="0" presId="urn:microsoft.com/office/officeart/2005/8/layout/orgChart1"/>
    <dgm:cxn modelId="{FC37D62B-1A13-9242-BAB7-D8D3693A1564}" type="presOf" srcId="{3A0F718E-F53F-7D4E-839B-A6AF9A41030B}" destId="{2C7BB217-6A62-824B-B855-8BAA09E86290}" srcOrd="1" destOrd="0" presId="urn:microsoft.com/office/officeart/2005/8/layout/orgChart1"/>
    <dgm:cxn modelId="{79D5E82B-DAB6-7B46-8E3D-B7D203A60858}" srcId="{63FB836B-0943-EE4F-BB32-A2D26B7D3DB8}" destId="{AE810DA5-43E3-C240-899C-6BF0BA0A5C97}" srcOrd="2" destOrd="0" parTransId="{7E1688A2-94AA-F549-8B1D-5370A6F36775}" sibTransId="{A998B5B5-6A96-554B-BDFD-73A3126AA4F7}"/>
    <dgm:cxn modelId="{0682022D-E62F-B44F-B25A-A36F6DD6E144}" srcId="{63FB836B-0943-EE4F-BB32-A2D26B7D3DB8}" destId="{E6F1CFC1-A23E-1C41-9374-ED840972F8B6}" srcOrd="1" destOrd="0" parTransId="{72CBB020-9520-FF40-8F5A-D2B885469361}" sibTransId="{7C801057-062C-2844-8B21-3A890712DAFB}"/>
    <dgm:cxn modelId="{48B1322D-9DB0-8747-9ECD-2B9BD6C38042}" type="presOf" srcId="{FE2701ED-74B3-CF41-A499-F339FEA971BB}" destId="{188CA971-B002-2247-8D09-E851D992E26E}" srcOrd="1" destOrd="0" presId="urn:microsoft.com/office/officeart/2005/8/layout/orgChart1"/>
    <dgm:cxn modelId="{82B6842D-2299-AC4F-BFAF-0D6CB38D36E5}" type="presOf" srcId="{479C8B34-00BA-FE4D-AAA1-9FB17709A2AD}" destId="{35F1C37C-E53B-3F41-9395-BD054698DEDA}" srcOrd="1" destOrd="0" presId="urn:microsoft.com/office/officeart/2005/8/layout/orgChart1"/>
    <dgm:cxn modelId="{A6D3CC2E-8041-6642-9B88-E3918FE59F99}" srcId="{3881FF17-D4E6-3F44-907B-090A47622F87}" destId="{23793CBD-4EEE-DC4C-A36E-D12D94EDB3C1}" srcOrd="0" destOrd="0" parTransId="{F4C8CF04-F359-CC4F-A120-CEB97DB2B13F}" sibTransId="{3CDA9DB6-BEAE-8E4F-9F24-5F8EC6C6276D}"/>
    <dgm:cxn modelId="{85A3B130-964E-BA4E-8FE0-E6AE5E640AB8}" type="presOf" srcId="{71C7A905-4F33-324E-9C37-3339E2E643B8}" destId="{C7BB3E89-59B3-F047-B23D-FDACE5074A0D}" srcOrd="0" destOrd="0" presId="urn:microsoft.com/office/officeart/2005/8/layout/orgChart1"/>
    <dgm:cxn modelId="{DF5B5935-E012-AF4D-9C37-4863B01F294A}" type="presOf" srcId="{CDB3B891-E59C-044F-B731-7B0EFEA5B6DB}" destId="{55392910-4535-7144-944B-6D5934066F72}" srcOrd="1" destOrd="0" presId="urn:microsoft.com/office/officeart/2005/8/layout/orgChart1"/>
    <dgm:cxn modelId="{935AB336-9789-BE43-A6DC-CD799C5750F0}" srcId="{068E50CF-66A2-8542-9050-59B9838564D3}" destId="{A70EB2AB-2F18-9441-A441-F9C34C7F41AD}" srcOrd="1" destOrd="0" parTransId="{A1A05D75-F0F3-0D49-BE29-88B09E99DF8A}" sibTransId="{7643D5E0-5895-D94D-AADD-E243BCA5F22A}"/>
    <dgm:cxn modelId="{2849DE37-8764-0E45-85F4-853D0575D126}" srcId="{71C7A905-4F33-324E-9C37-3339E2E643B8}" destId="{60736591-F189-8041-9F5A-4BC66B305F8E}" srcOrd="1" destOrd="0" parTransId="{815CFFA3-55DF-5647-B8ED-80C43FF8AB6D}" sibTransId="{FF8C4004-F256-EC4F-8BB1-2803A771A540}"/>
    <dgm:cxn modelId="{42437438-3444-A24A-9B0A-D03777B10DAA}" type="presOf" srcId="{87AA7D8A-2D19-D14F-B23A-4D2B3C19CAA8}" destId="{96FBB8AC-54AF-3D4F-8041-C810283A4081}" srcOrd="0" destOrd="0" presId="urn:microsoft.com/office/officeart/2005/8/layout/orgChart1"/>
    <dgm:cxn modelId="{105A7039-53DE-5345-952B-D7672A9C7730}" type="presOf" srcId="{7A7B4465-8D85-074A-B2DA-F287B66D7A93}" destId="{E32CF58A-20F6-564B-B10A-2E301A417EC7}" srcOrd="0" destOrd="0" presId="urn:microsoft.com/office/officeart/2005/8/layout/orgChart1"/>
    <dgm:cxn modelId="{B9E67B3C-B4CE-1940-8B71-D058E3F3FCCF}" srcId="{3881FF17-D4E6-3F44-907B-090A47622F87}" destId="{CDB3B891-E59C-044F-B731-7B0EFEA5B6DB}" srcOrd="2" destOrd="0" parTransId="{C7E53873-D445-1A49-A3FE-581A04EC5849}" sibTransId="{11E12DB2-B11C-8F4D-8DB5-500700D9F4C1}"/>
    <dgm:cxn modelId="{EA77D03C-9F42-B54B-9EB2-5716F1364EFB}" type="presOf" srcId="{8106ABC5-78B4-2445-8D6A-388A80B1E31D}" destId="{8FB36DB4-6E42-3043-8686-F5C10D3ECC66}" srcOrd="1" destOrd="0" presId="urn:microsoft.com/office/officeart/2005/8/layout/orgChart1"/>
    <dgm:cxn modelId="{0E06623F-D5C1-EF48-8519-B11754C79F50}" type="presOf" srcId="{19A4165C-EDFF-2A43-92C3-1CDD90912392}" destId="{6003C7CA-B08D-264D-8790-0687099563D7}" srcOrd="0" destOrd="0" presId="urn:microsoft.com/office/officeart/2005/8/layout/orgChart1"/>
    <dgm:cxn modelId="{187F0540-13AC-F647-AAD2-C6BE93935330}" type="presOf" srcId="{6AC61705-80AF-B749-AADE-38F22E7667A1}" destId="{DF9F6120-FDFD-364E-94B2-8DF98499A938}" srcOrd="1" destOrd="0" presId="urn:microsoft.com/office/officeart/2005/8/layout/orgChart1"/>
    <dgm:cxn modelId="{085C8640-7CB9-5649-8CF7-B39F8BA200ED}" type="presOf" srcId="{7D273A46-05BA-4746-88B2-AC92D866DAB4}" destId="{8D7E1541-998D-EF41-8AEE-6ECECE5F4B82}" srcOrd="1" destOrd="0" presId="urn:microsoft.com/office/officeart/2005/8/layout/orgChart1"/>
    <dgm:cxn modelId="{A8EFA941-839E-5243-82F7-EA18BA37740C}" type="presOf" srcId="{2EC3A08E-E730-BF40-883E-AB6E8B1A99CE}" destId="{C5B5579B-55BF-FB49-AE1E-A47DE980F12E}" srcOrd="1" destOrd="0" presId="urn:microsoft.com/office/officeart/2005/8/layout/orgChart1"/>
    <dgm:cxn modelId="{F64BAE41-5B8A-2843-88DC-33DE88AF2438}" type="presOf" srcId="{62ACBB7F-0CC1-264F-B91D-A4A2DEE84850}" destId="{203862C5-D2E9-3440-91FB-5A6C20EC1201}" srcOrd="0" destOrd="0" presId="urn:microsoft.com/office/officeart/2005/8/layout/orgChart1"/>
    <dgm:cxn modelId="{4B380A43-4DDB-6546-84AE-30E3BCF43BA8}" type="presOf" srcId="{BBFA9094-315B-C84F-B532-8E8486074F1D}" destId="{96BDBE73-BE05-7C4D-AF89-5072997ED5E0}" srcOrd="1" destOrd="0" presId="urn:microsoft.com/office/officeart/2005/8/layout/orgChart1"/>
    <dgm:cxn modelId="{283BB943-D2C5-7744-B0A6-A6E4825768E3}" type="presOf" srcId="{0FE75EBF-C3A7-C04E-9B26-02F28F57767F}" destId="{E1DDCEE0-5276-7844-89B5-8B5F49EFA700}" srcOrd="0" destOrd="0" presId="urn:microsoft.com/office/officeart/2005/8/layout/orgChart1"/>
    <dgm:cxn modelId="{0188BE44-7143-944B-BF40-0498FBB993E4}" type="presOf" srcId="{6E720FA8-658A-6A4A-BFA6-F59FD8BDE217}" destId="{DF2FF0EA-FED0-2E4B-A50B-6E55201636A2}" srcOrd="1" destOrd="0" presId="urn:microsoft.com/office/officeart/2005/8/layout/orgChart1"/>
    <dgm:cxn modelId="{7372BD45-BC12-1244-9505-850DDBFBC310}" srcId="{48C59008-87D8-014A-B707-8E913712A6FB}" destId="{3A0F718E-F53F-7D4E-839B-A6AF9A41030B}" srcOrd="2" destOrd="0" parTransId="{62ACBB7F-0CC1-264F-B91D-A4A2DEE84850}" sibTransId="{E525103F-01E8-4D4D-9301-2B4FFD305844}"/>
    <dgm:cxn modelId="{F9376646-0EB0-C140-A904-990282C2D3E0}" srcId="{CDB5E4FC-DC21-4A48-B5A3-104DC29CD8C1}" destId="{2EC3A08E-E730-BF40-883E-AB6E8B1A99CE}" srcOrd="1" destOrd="0" parTransId="{4B0921E0-33BE-C146-9F69-EDC98D2CE941}" sibTransId="{3BA1EB1F-D4D3-9D40-A47B-E8BC434DB9FD}"/>
    <dgm:cxn modelId="{97AB5549-39F5-E443-8C96-F3E0F0038C01}" type="presOf" srcId="{D824E8D8-3BD6-DC48-94E2-7B77E88F1AC8}" destId="{602ED23B-651F-C245-952A-0AA06293E1FA}" srcOrd="0" destOrd="0" presId="urn:microsoft.com/office/officeart/2005/8/layout/orgChart1"/>
    <dgm:cxn modelId="{F7CAF749-71B1-F44A-8E22-88629BCB4B09}" type="presOf" srcId="{48C59008-87D8-014A-B707-8E913712A6FB}" destId="{D3D414E5-1DF5-FF42-B7A2-61958B819E90}" srcOrd="0" destOrd="0" presId="urn:microsoft.com/office/officeart/2005/8/layout/orgChart1"/>
    <dgm:cxn modelId="{C957084A-BECD-5A49-AB7C-F16805649BEC}" type="presOf" srcId="{068E50CF-66A2-8542-9050-59B9838564D3}" destId="{BBC3144F-1057-5642-8692-4F0A7A8D0E47}" srcOrd="0" destOrd="0" presId="urn:microsoft.com/office/officeart/2005/8/layout/orgChart1"/>
    <dgm:cxn modelId="{CAFD824A-387F-B54C-8460-41EB391D4709}" srcId="{00C6F53F-2D73-A74C-9B23-2AE71ACCDF04}" destId="{917D3C50-150A-224F-9DA7-081293C365DD}" srcOrd="0" destOrd="0" parTransId="{26F2EE99-14F7-1C42-81C1-43D118B51A2D}" sibTransId="{0D1DBF54-47CD-754C-8517-721A320AAE3B}"/>
    <dgm:cxn modelId="{0159224B-E98F-F54B-9D88-0B8E841E0E90}" type="presOf" srcId="{6DE93A47-D7E5-5E4C-8CF1-86F972C052CE}" destId="{5BC5858E-CAAB-1B4A-8921-CC80FA46105C}" srcOrd="0" destOrd="0" presId="urn:microsoft.com/office/officeart/2005/8/layout/orgChart1"/>
    <dgm:cxn modelId="{73387E4B-FCA4-BC42-872C-900A2C17A128}" type="presOf" srcId="{CF7F9807-C1C2-364F-8D99-3FDEA8F9DB67}" destId="{53AC4E17-C8D0-8B4F-89D8-399E819ECC67}" srcOrd="1" destOrd="0" presId="urn:microsoft.com/office/officeart/2005/8/layout/orgChart1"/>
    <dgm:cxn modelId="{C3B5584C-E9B1-C94E-97D6-82917DAEC99A}" type="presOf" srcId="{8EAA4905-8B1F-B149-ACB1-C21EF571372E}" destId="{81DB4345-D85F-E948-8CE1-380C4FB01150}" srcOrd="0" destOrd="0" presId="urn:microsoft.com/office/officeart/2005/8/layout/orgChart1"/>
    <dgm:cxn modelId="{11DB5F4E-CD43-3A4A-B872-BC65B7C7EF0A}" type="presOf" srcId="{A0B45314-6619-C746-84E8-512B5858AE80}" destId="{2587EDD5-2328-C44C-9A87-2FE3AF5F487D}" srcOrd="1" destOrd="0" presId="urn:microsoft.com/office/officeart/2005/8/layout/orgChart1"/>
    <dgm:cxn modelId="{DC99934F-68AF-C544-899C-E0FD9007CCAD}" type="presOf" srcId="{8106ABC5-78B4-2445-8D6A-388A80B1E31D}" destId="{F0881F95-DA2F-0842-AAE8-4FA007CBEEEF}" srcOrd="0" destOrd="0" presId="urn:microsoft.com/office/officeart/2005/8/layout/orgChart1"/>
    <dgm:cxn modelId="{8B2AEC50-0743-E34B-B375-81826DD7740A}" srcId="{48C59008-87D8-014A-B707-8E913712A6FB}" destId="{0FE75EBF-C3A7-C04E-9B26-02F28F57767F}" srcOrd="1" destOrd="0" parTransId="{04138639-A34A-484A-BCBF-31D689496BB5}" sibTransId="{E819A15B-0B8A-5747-8423-4806331E13DA}"/>
    <dgm:cxn modelId="{607C1653-FEE6-8B4A-A544-0424524C1C62}" srcId="{3881FF17-D4E6-3F44-907B-090A47622F87}" destId="{C4BFF135-0044-9C45-AE87-FA6E651EC749}" srcOrd="3" destOrd="0" parTransId="{80133B40-308E-2F4A-BAB1-883657769884}" sibTransId="{0BABA3FC-241D-9946-9B96-97E21DCC10D1}"/>
    <dgm:cxn modelId="{0BEEF754-01E1-2545-B80E-4B2FF95BC343}" type="presOf" srcId="{F82B233A-557A-CF43-8103-F4F979E25F34}" destId="{E0150214-F9C9-AA4F-A911-C5C29F231BAA}" srcOrd="0" destOrd="0" presId="urn:microsoft.com/office/officeart/2005/8/layout/orgChart1"/>
    <dgm:cxn modelId="{F3F2E355-AB1C-2942-95E5-108898D65934}" type="presOf" srcId="{19078D0B-EB64-2D4C-8E19-B88B9EA182A9}" destId="{32EBDDF0-BE85-1E4D-B81A-18408CC66615}" srcOrd="0" destOrd="0" presId="urn:microsoft.com/office/officeart/2005/8/layout/orgChart1"/>
    <dgm:cxn modelId="{EB529056-7E3F-6F40-AE3E-E9B77B7C470F}" srcId="{48C59008-87D8-014A-B707-8E913712A6FB}" destId="{BB409237-A215-2541-9A2F-072CE06FB752}" srcOrd="4" destOrd="0" parTransId="{E46B9851-1CBD-9545-AE80-4374D80A3023}" sibTransId="{FFCFFA60-5673-C64B-BC93-B858AFC57090}"/>
    <dgm:cxn modelId="{E0E4E458-6AB5-1E44-A245-2876092B462A}" type="presOf" srcId="{DEC91819-EA66-A841-89BB-9A3005CF2F1D}" destId="{63AB33CD-367C-CE40-AB00-50F85774CCDE}" srcOrd="0" destOrd="0" presId="urn:microsoft.com/office/officeart/2005/8/layout/orgChart1"/>
    <dgm:cxn modelId="{BF3FD459-7557-154D-A3C8-E80F0AD22DB3}" type="presOf" srcId="{DD316FE8-BD54-024E-99D3-A398644B81D5}" destId="{314A4D2B-9592-C648-8F12-43F6DF1997F2}" srcOrd="0" destOrd="0" presId="urn:microsoft.com/office/officeart/2005/8/layout/orgChart1"/>
    <dgm:cxn modelId="{2059E459-ED2D-8440-A712-83E9BFAAEFB5}" type="presOf" srcId="{9B5C394E-C3C8-2147-8A26-A94C6D6415A4}" destId="{BA002B88-5D40-E84F-A93F-5A6F910AF8FC}" srcOrd="0" destOrd="0" presId="urn:microsoft.com/office/officeart/2005/8/layout/orgChart1"/>
    <dgm:cxn modelId="{E0AD8A5C-E1D1-C04A-A080-3BAAC51B4273}" type="presOf" srcId="{BB3F14C0-DAA9-9C46-91BE-CC3E2A10DD3B}" destId="{E5C45381-3965-1940-AC5D-296B5FF4A72C}" srcOrd="0" destOrd="0" presId="urn:microsoft.com/office/officeart/2005/8/layout/orgChart1"/>
    <dgm:cxn modelId="{90EC2D5D-2F30-6446-AE18-1E60586C2996}" type="presOf" srcId="{3EDD021C-4555-AB43-9736-6AC6C149F3F7}" destId="{6651AA4D-69E1-6D4A-A661-C5968A09EB60}" srcOrd="0" destOrd="0" presId="urn:microsoft.com/office/officeart/2005/8/layout/orgChart1"/>
    <dgm:cxn modelId="{531FC65D-16F9-224B-AD10-ACE1DE9BE58F}" type="presOf" srcId="{4E99B5A3-94A6-E242-89ED-DA6BBFB977D0}" destId="{CA7727FB-D87F-FE47-B7D2-FE5678D0D004}" srcOrd="0" destOrd="0" presId="urn:microsoft.com/office/officeart/2005/8/layout/orgChart1"/>
    <dgm:cxn modelId="{6C50825F-A3B2-FF42-8AF2-394A98EE5D57}" type="presOf" srcId="{6E720FA8-658A-6A4A-BFA6-F59FD8BDE217}" destId="{F70FE370-FD15-6D4E-971A-2D113AE2AB1F}" srcOrd="0" destOrd="0" presId="urn:microsoft.com/office/officeart/2005/8/layout/orgChart1"/>
    <dgm:cxn modelId="{5AF19E5F-A8A9-DB48-B554-011D65C69577}" type="presOf" srcId="{967B8CC1-881A-D047-A7AE-A9C64F7AD93E}" destId="{43443B98-E938-B64B-B0C7-07FE4701B00B}" srcOrd="0" destOrd="0" presId="urn:microsoft.com/office/officeart/2005/8/layout/orgChart1"/>
    <dgm:cxn modelId="{379ED85F-F459-D24E-B23F-414BFFD2E0FF}" type="presOf" srcId="{3431EF5A-76B2-3043-820B-529A1940833B}" destId="{35F2AFB3-1F6D-804A-AAD9-244B65E665F1}" srcOrd="0" destOrd="0" presId="urn:microsoft.com/office/officeart/2005/8/layout/orgChart1"/>
    <dgm:cxn modelId="{97527D60-16DD-AE43-97B9-3BC11859B101}" srcId="{E802436F-F24E-734F-B86F-264D1E63FB6B}" destId="{17BA4DEB-BA82-4243-979B-5768040B9BEE}" srcOrd="0" destOrd="0" parTransId="{ED1CFED9-3DC6-DB41-8BBB-98E25E419B2B}" sibTransId="{D6D914D9-D5AD-734B-B767-42241DC4BE43}"/>
    <dgm:cxn modelId="{95DECC61-3F69-E745-83AF-141C8684F140}" type="presOf" srcId="{26F2EE99-14F7-1C42-81C1-43D118B51A2D}" destId="{BC0EE472-7680-DB4D-A03F-E564B31E7B16}" srcOrd="0" destOrd="0" presId="urn:microsoft.com/office/officeart/2005/8/layout/orgChart1"/>
    <dgm:cxn modelId="{772F3863-9942-394F-A2AA-AF010A71C3F6}" srcId="{48C59008-87D8-014A-B707-8E913712A6FB}" destId="{00C6F53F-2D73-A74C-9B23-2AE71ACCDF04}" srcOrd="3" destOrd="0" parTransId="{415C0B38-EE50-0640-9584-F7D85F21C684}" sibTransId="{31A145FB-F4F2-AB49-B8E5-24B2F7C92CDD}"/>
    <dgm:cxn modelId="{FF484065-D32D-BB42-A22E-D10975EBA70E}" srcId="{87AA7D8A-2D19-D14F-B23A-4D2B3C19CAA8}" destId="{072C94A9-F842-9449-B280-4C0D8E936F7B}" srcOrd="0" destOrd="0" parTransId="{7C25BABD-896E-614A-9DD6-D831D25C60AD}" sibTransId="{498115F3-A7F8-BE4D-8B6B-763BDA8C7AB1}"/>
    <dgm:cxn modelId="{38E2E165-0A05-1547-A7FE-BF91E75A8351}" type="presOf" srcId="{B83E5B2A-D944-DC43-9867-EE31AE990826}" destId="{F563F3CD-50E5-7C41-88AF-D63B376721B1}" srcOrd="1" destOrd="0" presId="urn:microsoft.com/office/officeart/2005/8/layout/orgChart1"/>
    <dgm:cxn modelId="{DDF5CD66-C70F-7C4E-8B4E-9EDAB7D9CA40}" srcId="{19078D0B-EB64-2D4C-8E19-B88B9EA182A9}" destId="{4434D9DA-886B-514F-9469-4216EB9EB432}" srcOrd="0" destOrd="0" parTransId="{587CACF9-30F8-BA4A-AFE8-4D8883ED93B2}" sibTransId="{2E17D612-6F2D-454F-96B1-8729A2D69C22}"/>
    <dgm:cxn modelId="{766C3368-6EA3-CD46-A60F-C052325BA485}" type="presOf" srcId="{DD38CCCE-8231-C849-8595-51B0199F8719}" destId="{894DBEEA-5593-9249-8A88-4984AE877823}" srcOrd="1" destOrd="0" presId="urn:microsoft.com/office/officeart/2005/8/layout/orgChart1"/>
    <dgm:cxn modelId="{A82D8F68-65C5-4F4A-B8F1-E8B36DC4EA4B}" type="presOf" srcId="{068E50CF-66A2-8542-9050-59B9838564D3}" destId="{C39EC152-BA66-794B-A2F6-9774AA2A864A}" srcOrd="1" destOrd="0" presId="urn:microsoft.com/office/officeart/2005/8/layout/orgChart1"/>
    <dgm:cxn modelId="{AE9F9668-F042-3941-8073-7224DBD7B858}" type="presOf" srcId="{0DECD1B0-F8BE-0848-8A8E-2BD6F95CA4A1}" destId="{57201067-6BA6-7548-9B8B-E30BBABD639A}" srcOrd="0" destOrd="0" presId="urn:microsoft.com/office/officeart/2005/8/layout/orgChart1"/>
    <dgm:cxn modelId="{75211F69-2812-8A4C-B176-BD6E23632563}" type="presOf" srcId="{A70EB2AB-2F18-9441-A441-F9C34C7F41AD}" destId="{6BEB0858-D6D7-774C-A6A0-7761CACAECE6}" srcOrd="0" destOrd="0" presId="urn:microsoft.com/office/officeart/2005/8/layout/orgChart1"/>
    <dgm:cxn modelId="{4F6FE669-5730-5745-8D6D-82B1098D5D34}" type="presOf" srcId="{84A9FC14-EB07-514A-9F0C-E9A5D02A6430}" destId="{30C5170D-5CC7-3B48-B922-3F3FA1911937}" srcOrd="1" destOrd="0" presId="urn:microsoft.com/office/officeart/2005/8/layout/orgChart1"/>
    <dgm:cxn modelId="{9ED4F76A-F56D-AA46-9E14-436399EF180B}" type="presOf" srcId="{A844F46D-4405-894A-9766-EA9937ECB611}" destId="{6F1B5EBB-C669-734E-94D7-2756AC7DE9F3}" srcOrd="1" destOrd="0" presId="urn:microsoft.com/office/officeart/2005/8/layout/orgChart1"/>
    <dgm:cxn modelId="{B6A46C6D-174E-9641-B3DA-210A168713B2}" type="presOf" srcId="{A70EB2AB-2F18-9441-A441-F9C34C7F41AD}" destId="{9B737583-886C-1B48-B6A8-1CC74753C51B}" srcOrd="1" destOrd="0" presId="urn:microsoft.com/office/officeart/2005/8/layout/orgChart1"/>
    <dgm:cxn modelId="{CE4A5E6F-3C04-FD43-A7DD-4E262CA02EC4}" srcId="{2EC3A08E-E730-BF40-883E-AB6E8B1A99CE}" destId="{19A4165C-EDFF-2A43-92C3-1CDD90912392}" srcOrd="2" destOrd="0" parTransId="{0DECD1B0-F8BE-0848-8A8E-2BD6F95CA4A1}" sibTransId="{2A95E3FE-9386-584E-B2D9-41C5B6EACFD7}"/>
    <dgm:cxn modelId="{DC462870-9039-0B4F-890E-A0E729174E94}" type="presOf" srcId="{E46B9851-1CBD-9545-AE80-4374D80A3023}" destId="{1B58F0DC-1F9D-C949-AEDC-A5898C910746}" srcOrd="0" destOrd="0" presId="urn:microsoft.com/office/officeart/2005/8/layout/orgChart1"/>
    <dgm:cxn modelId="{22AAB670-78CD-0B46-A720-4F8717734C7E}" type="presOf" srcId="{36DC4D78-70F5-F74C-A2ED-DD1D1BC06BD5}" destId="{7B42ADB2-7AC2-A343-A6F9-200C7189E955}" srcOrd="0" destOrd="0" presId="urn:microsoft.com/office/officeart/2005/8/layout/orgChart1"/>
    <dgm:cxn modelId="{44D6A871-149E-D34C-9E04-F452BE0116FC}" type="presOf" srcId="{17BA4DEB-BA82-4243-979B-5768040B9BEE}" destId="{54B5AFE4-02B8-274F-8A4A-CEA14631D63C}" srcOrd="0" destOrd="0" presId="urn:microsoft.com/office/officeart/2005/8/layout/orgChart1"/>
    <dgm:cxn modelId="{C7C78872-2C24-134B-9ACB-BA7355F6C318}" type="presOf" srcId="{7D27BC55-D22F-7F44-BC6D-BBF72B459ACB}" destId="{CFF61040-CD7B-154C-B8A3-BE8799918E38}" srcOrd="1" destOrd="0" presId="urn:microsoft.com/office/officeart/2005/8/layout/orgChart1"/>
    <dgm:cxn modelId="{5640CD72-D52D-984F-B661-DB35A3E350DC}" type="presOf" srcId="{CDB3B891-E59C-044F-B731-7B0EFEA5B6DB}" destId="{20EFA879-2B64-104C-B856-95482071B330}" srcOrd="0" destOrd="0" presId="urn:microsoft.com/office/officeart/2005/8/layout/orgChart1"/>
    <dgm:cxn modelId="{3E3D7773-EA0F-E94C-89D8-3B8E2C12F8B7}" type="presOf" srcId="{4B0921E0-33BE-C146-9F69-EDC98D2CE941}" destId="{7602D42A-0ABA-E541-A6E0-6ACEE93B77D2}" srcOrd="0" destOrd="0" presId="urn:microsoft.com/office/officeart/2005/8/layout/orgChart1"/>
    <dgm:cxn modelId="{E2A83974-4A0B-0248-8608-96BD46DE24DD}" srcId="{48C59008-87D8-014A-B707-8E913712A6FB}" destId="{7D273A46-05BA-4746-88B2-AC92D866DAB4}" srcOrd="0" destOrd="0" parTransId="{9CC1EC5A-C966-EC4C-9A61-4C455AD26BC1}" sibTransId="{62CD35E6-F4B8-E947-A814-D1497E0B4B43}"/>
    <dgm:cxn modelId="{1461F075-F6B7-0E4F-9B55-6B36400531CD}" type="presOf" srcId="{00C6F53F-2D73-A74C-9B23-2AE71ACCDF04}" destId="{F253EB9E-3804-2740-9D5F-A6213A6A5620}" srcOrd="1" destOrd="0" presId="urn:microsoft.com/office/officeart/2005/8/layout/orgChart1"/>
    <dgm:cxn modelId="{A7175B78-38E9-A04A-9665-8C78E2201D21}" type="presOf" srcId="{A0B45314-6619-C746-84E8-512B5858AE80}" destId="{943B0FCB-851C-B447-8334-504438F19C0C}" srcOrd="0" destOrd="0" presId="urn:microsoft.com/office/officeart/2005/8/layout/orgChart1"/>
    <dgm:cxn modelId="{92B0A779-1979-5D4A-95B0-AA55840A5F2E}" type="presOf" srcId="{3881FF17-D4E6-3F44-907B-090A47622F87}" destId="{46C1B49F-7D92-9349-B5AB-4A798BD33EAA}" srcOrd="1" destOrd="0" presId="urn:microsoft.com/office/officeart/2005/8/layout/orgChart1"/>
    <dgm:cxn modelId="{16C4047A-21B1-3843-8A99-8E078801EAA3}" type="presOf" srcId="{46F55430-C933-1646-A2C5-3B731E656EE8}" destId="{DCE61E4E-29EF-6B4D-AFE4-31CF5051206B}" srcOrd="1" destOrd="0" presId="urn:microsoft.com/office/officeart/2005/8/layout/orgChart1"/>
    <dgm:cxn modelId="{36AA927A-A510-7140-B761-877CA7A1FADF}" type="presOf" srcId="{23793CBD-4EEE-DC4C-A36E-D12D94EDB3C1}" destId="{B5A33F94-365B-8F4F-B386-E5B7FEDA24A9}" srcOrd="1" destOrd="0" presId="urn:microsoft.com/office/officeart/2005/8/layout/orgChart1"/>
    <dgm:cxn modelId="{E64DEA7C-19DC-A14B-9666-9C2270D6AB8F}" srcId="{068E50CF-66A2-8542-9050-59B9838564D3}" destId="{46F55430-C933-1646-A2C5-3B731E656EE8}" srcOrd="0" destOrd="0" parTransId="{A4E15BA2-C4F2-594C-8F7A-79A1DC3EBCB9}" sibTransId="{7682FEB4-2F46-564A-8E9E-A443073FB0B4}"/>
    <dgm:cxn modelId="{07708B7D-3048-B143-8579-4A57E0CE17F0}" type="presOf" srcId="{AE810DA5-43E3-C240-899C-6BF0BA0A5C97}" destId="{4E8D78DF-8893-0945-BFED-6C730A73778F}" srcOrd="0" destOrd="0" presId="urn:microsoft.com/office/officeart/2005/8/layout/orgChart1"/>
    <dgm:cxn modelId="{0FCD967E-0209-6A4D-8B7F-D339415560FF}" srcId="{E802436F-F24E-734F-B86F-264D1E63FB6B}" destId="{B83E5B2A-D944-DC43-9867-EE31AE990826}" srcOrd="1" destOrd="0" parTransId="{B4FDA703-A76A-9246-8043-D122A2384A22}" sibTransId="{87969007-BE5F-654B-BA06-8583672B8AC0}"/>
    <dgm:cxn modelId="{52DCC981-89A8-6342-95AE-86ADE5259BB8}" type="presOf" srcId="{0D9ED29F-3EDD-3C4A-A993-DFC6713E2C13}" destId="{C14CA6E4-4DCE-3E42-9F59-12283949E3CF}" srcOrd="0" destOrd="0" presId="urn:microsoft.com/office/officeart/2005/8/layout/orgChart1"/>
    <dgm:cxn modelId="{3FA13083-AEB0-EC4A-A5BA-ECDB2555CD77}" srcId="{CDB5E4FC-DC21-4A48-B5A3-104DC29CD8C1}" destId="{BB3F14C0-DAA9-9C46-91BE-CC3E2A10DD3B}" srcOrd="3" destOrd="0" parTransId="{967B8CC1-881A-D047-A7AE-A9C64F7AD93E}" sibTransId="{375728B1-84FE-9441-8698-23EDD9F287C1}"/>
    <dgm:cxn modelId="{DA11C883-7AC5-5143-A4B9-E4B631EEBA8D}" type="presOf" srcId="{48C59008-87D8-014A-B707-8E913712A6FB}" destId="{ACB436C8-5D50-AD42-965C-8F1CD7109199}" srcOrd="1" destOrd="0" presId="urn:microsoft.com/office/officeart/2005/8/layout/orgChart1"/>
    <dgm:cxn modelId="{C1051F85-A4C0-BC48-B5C7-45F46F8B207D}" type="presOf" srcId="{BB409237-A215-2541-9A2F-072CE06FB752}" destId="{958B4CB3-5875-6E43-B3D0-A7AB62B5E333}" srcOrd="0" destOrd="0" presId="urn:microsoft.com/office/officeart/2005/8/layout/orgChart1"/>
    <dgm:cxn modelId="{9B7D8885-DDBF-854B-B4C0-C307FAD1477A}" srcId="{BB3F14C0-DAA9-9C46-91BE-CC3E2A10DD3B}" destId="{CF7F9807-C1C2-364F-8D99-3FDEA8F9DB67}" srcOrd="2" destOrd="0" parTransId="{F82B233A-557A-CF43-8103-F4F979E25F34}" sibTransId="{258E3FFE-D436-9E47-879F-955DE999DB23}"/>
    <dgm:cxn modelId="{D87A0586-C05D-6D40-B523-585247977AAF}" type="presOf" srcId="{E802436F-F24E-734F-B86F-264D1E63FB6B}" destId="{754483DA-0298-F64B-9DBA-7592C0F821C5}" srcOrd="1" destOrd="0" presId="urn:microsoft.com/office/officeart/2005/8/layout/orgChart1"/>
    <dgm:cxn modelId="{3CFC8387-381C-2748-AD07-09DE2CAB842A}" type="presOf" srcId="{3881FF17-D4E6-3F44-907B-090A47622F87}" destId="{B1CFAB00-62E0-F448-8FEA-6B702C382A8D}" srcOrd="0" destOrd="0" presId="urn:microsoft.com/office/officeart/2005/8/layout/orgChart1"/>
    <dgm:cxn modelId="{80A47A89-F67D-C446-8C6D-BE94DAC3E812}" type="presOf" srcId="{00C6F53F-2D73-A74C-9B23-2AE71ACCDF04}" destId="{EFF8C666-92C1-8B42-9F57-434C2D0C3F75}" srcOrd="0" destOrd="0" presId="urn:microsoft.com/office/officeart/2005/8/layout/orgChart1"/>
    <dgm:cxn modelId="{E57D8A8A-9368-484E-8ED5-854D4A6BF266}" type="presOf" srcId="{3EDD021C-4555-AB43-9736-6AC6C149F3F7}" destId="{42DA6735-A220-F747-88A4-296E49C1DDFE}" srcOrd="1" destOrd="0" presId="urn:microsoft.com/office/officeart/2005/8/layout/orgChart1"/>
    <dgm:cxn modelId="{D1504C8F-BBBA-3043-8017-866C9495B164}" type="presOf" srcId="{A467D0F2-24CC-AC49-9748-1745665C616D}" destId="{351DFE60-63E9-5B4E-8DBA-AC62C97DE8BA}" srcOrd="0" destOrd="0" presId="urn:microsoft.com/office/officeart/2005/8/layout/orgChart1"/>
    <dgm:cxn modelId="{8821808F-D78E-7647-9E00-3384B2BAAEB4}" type="presOf" srcId="{ED1CFED9-3DC6-DB41-8BBB-98E25E419B2B}" destId="{75DF39CF-9150-1E4E-ACF8-C6AD2DE64258}" srcOrd="0" destOrd="0" presId="urn:microsoft.com/office/officeart/2005/8/layout/orgChart1"/>
    <dgm:cxn modelId="{273C1990-606F-B84C-AAE4-46BF41DB1759}" srcId="{3881FF17-D4E6-3F44-907B-090A47622F87}" destId="{8106ABC5-78B4-2445-8D6A-388A80B1E31D}" srcOrd="1" destOrd="0" parTransId="{37E90674-D28A-5F41-BF98-A7744F969146}" sibTransId="{2A1B7396-C849-1E41-8042-4101219AB493}"/>
    <dgm:cxn modelId="{D8608194-0130-6F47-A47E-E24E75C798BE}" type="presOf" srcId="{E6F1CFC1-A23E-1C41-9374-ED840972F8B6}" destId="{D9EEA361-E82D-A546-BC9B-B3878D45A58F}" srcOrd="0" destOrd="0" presId="urn:microsoft.com/office/officeart/2005/8/layout/orgChart1"/>
    <dgm:cxn modelId="{1B523195-4421-2943-BD97-5973446416FB}" type="presOf" srcId="{072C94A9-F842-9449-B280-4C0D8E936F7B}" destId="{2615937C-37EE-0D4A-847E-1DFAEB36CD2F}" srcOrd="1" destOrd="0" presId="urn:microsoft.com/office/officeart/2005/8/layout/orgChart1"/>
    <dgm:cxn modelId="{C8C6B395-4E46-954C-B477-385AFE6B9989}" type="presOf" srcId="{87AA7D8A-2D19-D14F-B23A-4D2B3C19CAA8}" destId="{A7654CF7-5B46-F04E-98ED-8D3087DBA60D}" srcOrd="1" destOrd="0" presId="urn:microsoft.com/office/officeart/2005/8/layout/orgChart1"/>
    <dgm:cxn modelId="{6BCEDA95-6CDE-A24A-B90C-B9CE5AC8D949}" type="presOf" srcId="{71C7A905-4F33-324E-9C37-3339E2E643B8}" destId="{801A1FE0-4734-2D41-88AF-3764ED3A5DA0}" srcOrd="1" destOrd="0" presId="urn:microsoft.com/office/officeart/2005/8/layout/orgChart1"/>
    <dgm:cxn modelId="{177BD59C-404B-054E-8991-A87A1EDF0083}" type="presOf" srcId="{917D3C50-150A-224F-9DA7-081293C365DD}" destId="{E5C4ABB9-D51C-F14C-B38C-2CDCC6D2F895}" srcOrd="1" destOrd="0" presId="urn:microsoft.com/office/officeart/2005/8/layout/orgChart1"/>
    <dgm:cxn modelId="{511CD79F-CB6A-5443-B1DA-7E39C6582968}" srcId="{63FB836B-0943-EE4F-BB32-A2D26B7D3DB8}" destId="{5F4C2973-9447-EC41-82FD-C0B0DB437492}" srcOrd="3" destOrd="0" parTransId="{E5EBA440-C2B9-6B4F-A6BC-EEC8068BDC64}" sibTransId="{D0A0AFAA-CCC3-EF40-B026-72E7BE01D830}"/>
    <dgm:cxn modelId="{F2E4DE9F-9F82-F645-9BDB-B786E170C9DE}" srcId="{23793CBD-4EEE-DC4C-A36E-D12D94EDB3C1}" destId="{FE2701ED-74B3-CF41-A499-F339FEA971BB}" srcOrd="1" destOrd="0" parTransId="{36DC4D78-70F5-F74C-A2ED-DD1D1BC06BD5}" sibTransId="{F6DF9E75-7096-D74F-8052-059A3C4DAD6D}"/>
    <dgm:cxn modelId="{65308EA1-9CCA-3A4E-81D1-C93B26D6AD4D}" srcId="{CDB5E4FC-DC21-4A48-B5A3-104DC29CD8C1}" destId="{63FB836B-0943-EE4F-BB32-A2D26B7D3DB8}" srcOrd="2" destOrd="0" parTransId="{0D9ED29F-3EDD-3C4A-A993-DFC6713E2C13}" sibTransId="{A54EBB28-86DA-5046-8F37-77E7BB137213}"/>
    <dgm:cxn modelId="{B34FA5A2-450A-4142-B792-824F756BAF92}" type="presOf" srcId="{46F55430-C933-1646-A2C5-3B731E656EE8}" destId="{060AABD7-9775-5243-960E-7B17A5DD9526}" srcOrd="0" destOrd="0" presId="urn:microsoft.com/office/officeart/2005/8/layout/orgChart1"/>
    <dgm:cxn modelId="{07EE05A3-63C9-4648-9256-CB23720FA93E}" type="presOf" srcId="{C10F482E-25C4-9046-9EED-BE261E35B666}" destId="{CC970A46-79E1-054A-AF2F-8F1FF62B12D1}" srcOrd="0" destOrd="0" presId="urn:microsoft.com/office/officeart/2005/8/layout/orgChart1"/>
    <dgm:cxn modelId="{05071DA3-B9C2-5942-A6EC-C7B756079A70}" type="presOf" srcId="{ABD0A9B5-5DD6-9346-A800-C4F327B0F89C}" destId="{C82EC066-E3C5-3047-AEBD-2FF1092A2BA0}" srcOrd="1" destOrd="0" presId="urn:microsoft.com/office/officeart/2005/8/layout/orgChart1"/>
    <dgm:cxn modelId="{09D1ECA4-7708-D14B-AE65-214B7C533966}" srcId="{BB3F14C0-DAA9-9C46-91BE-CC3E2A10DD3B}" destId="{A0B45314-6619-C746-84E8-512B5858AE80}" srcOrd="0" destOrd="0" parTransId="{DD316FE8-BD54-024E-99D3-A398644B81D5}" sibTransId="{AD31E3BA-37EB-B245-A754-F78CD3764132}"/>
    <dgm:cxn modelId="{0E7BD2A5-9102-7945-B2B8-101B14A124FE}" type="presOf" srcId="{DD38CCCE-8231-C849-8595-51B0199F8719}" destId="{F2493715-7549-9243-8B1C-C7F567D2A346}" srcOrd="0" destOrd="0" presId="urn:microsoft.com/office/officeart/2005/8/layout/orgChart1"/>
    <dgm:cxn modelId="{E6600AA6-8505-E446-A6DA-C25C8349C042}" type="presOf" srcId="{C4BFF135-0044-9C45-AE87-FA6E651EC749}" destId="{C926B428-9BE8-EC4E-A230-785380488218}" srcOrd="0" destOrd="0" presId="urn:microsoft.com/office/officeart/2005/8/layout/orgChart1"/>
    <dgm:cxn modelId="{EB885EA6-A360-B140-A021-48A5A1E3A9D9}" type="presOf" srcId="{72969F4A-4A57-044D-AB2B-D40C7B2085B2}" destId="{6A5BB488-4CBB-5446-A59A-37C9FD04EB10}" srcOrd="0" destOrd="0" presId="urn:microsoft.com/office/officeart/2005/8/layout/orgChart1"/>
    <dgm:cxn modelId="{B00166A6-1292-1544-AAB8-D3369FA0A00B}" type="presOf" srcId="{80133B40-308E-2F4A-BAB1-883657769884}" destId="{CEB236F4-081F-4D45-85A1-2DC0015FA789}" srcOrd="0" destOrd="0" presId="urn:microsoft.com/office/officeart/2005/8/layout/orgChart1"/>
    <dgm:cxn modelId="{0529ADA8-171D-3448-BC12-834862E5534F}" type="presOf" srcId="{917D3C50-150A-224F-9DA7-081293C365DD}" destId="{6AEF0282-7399-0445-963B-3118D4E5B111}" srcOrd="0" destOrd="0" presId="urn:microsoft.com/office/officeart/2005/8/layout/orgChart1"/>
    <dgm:cxn modelId="{0ED895AA-B0F4-564D-B483-B8F0B079B8CD}" type="presOf" srcId="{9CC1EC5A-C966-EC4C-9A61-4C455AD26BC1}" destId="{4AF533EF-AC5C-F146-9297-209858BC17E8}" srcOrd="0" destOrd="0" presId="urn:microsoft.com/office/officeart/2005/8/layout/orgChart1"/>
    <dgm:cxn modelId="{3100E0AA-6D48-1A47-BE64-AF3ADD184B58}" type="presOf" srcId="{4434D9DA-886B-514F-9469-4216EB9EB432}" destId="{F7D33066-A925-6B45-A992-7AB493EA1BBB}" srcOrd="1" destOrd="0" presId="urn:microsoft.com/office/officeart/2005/8/layout/orgChart1"/>
    <dgm:cxn modelId="{2F4E2BAC-4C3E-1947-9E93-F37046FB8AE1}" type="presOf" srcId="{60736591-F189-8041-9F5A-4BC66B305F8E}" destId="{8D70033D-CD15-3847-AEED-C278FBD8A053}" srcOrd="1" destOrd="0" presId="urn:microsoft.com/office/officeart/2005/8/layout/orgChart1"/>
    <dgm:cxn modelId="{376D72AC-AF35-F646-A7DB-90E2719EF206}" type="presOf" srcId="{A4E15BA2-C4F2-594C-8F7A-79A1DC3EBCB9}" destId="{0B0D373F-AD29-124B-9DCC-1D80B468A3DE}" srcOrd="0" destOrd="0" presId="urn:microsoft.com/office/officeart/2005/8/layout/orgChart1"/>
    <dgm:cxn modelId="{80573FAE-0597-404A-87BC-6A568BFEC7FE}" type="presOf" srcId="{0224C577-0A1D-3441-9A8C-9143D12B3119}" destId="{7A472797-ABAA-7044-8CD7-418AEA12AC91}" srcOrd="0" destOrd="0" presId="urn:microsoft.com/office/officeart/2005/8/layout/orgChart1"/>
    <dgm:cxn modelId="{F044A4AE-5742-D74B-8395-16BABC70A238}" srcId="{3EDD021C-4555-AB43-9736-6AC6C149F3F7}" destId="{CA7A5E52-7655-D04A-94EE-4A4817CBC097}" srcOrd="1" destOrd="0" parTransId="{6DE93A47-D7E5-5E4C-8CF1-86F972C052CE}" sibTransId="{365DCA27-9DCA-E34F-A1BB-DD678E1A74DA}"/>
    <dgm:cxn modelId="{F5CAC0AE-0255-3A4B-B832-D9D02C6A233B}" type="presOf" srcId="{37E90674-D28A-5F41-BF98-A7744F969146}" destId="{8F1438EE-69C0-4147-8A4C-C217ECD2CF6F}" srcOrd="0" destOrd="0" presId="urn:microsoft.com/office/officeart/2005/8/layout/orgChart1"/>
    <dgm:cxn modelId="{00092FAF-7C5C-9E4B-B95C-4B1B8C0D5E48}" type="presOf" srcId="{84A9FC14-EB07-514A-9F0C-E9A5D02A6430}" destId="{C012C1AF-E9A8-6145-97F7-AE6A396F51BA}" srcOrd="0" destOrd="0" presId="urn:microsoft.com/office/officeart/2005/8/layout/orgChart1"/>
    <dgm:cxn modelId="{B4A491AF-5F9A-0B4E-9EDD-2AD561DF5514}" type="presOf" srcId="{B83E5B2A-D944-DC43-9867-EE31AE990826}" destId="{1082C23B-972B-2946-8ABA-CC9A57E9057F}" srcOrd="0" destOrd="0" presId="urn:microsoft.com/office/officeart/2005/8/layout/orgChart1"/>
    <dgm:cxn modelId="{D6FF7DB0-5302-424E-8B3D-F34517372616}" type="presOf" srcId="{0FE75EBF-C3A7-C04E-9B26-02F28F57767F}" destId="{D86F592E-8E89-EF48-B38F-CB887D9F520E}" srcOrd="1" destOrd="0" presId="urn:microsoft.com/office/officeart/2005/8/layout/orgChart1"/>
    <dgm:cxn modelId="{93159CB0-ABC9-6143-A672-8382C951C644}" type="presOf" srcId="{CA7A5E52-7655-D04A-94EE-4A4817CBC097}" destId="{31B644EA-D244-484C-891E-EC72B2F44438}" srcOrd="1" destOrd="0" presId="urn:microsoft.com/office/officeart/2005/8/layout/orgChart1"/>
    <dgm:cxn modelId="{24B0B7B0-8A78-1741-94D3-E0F3462AA612}" srcId="{CDB5E4FC-DC21-4A48-B5A3-104DC29CD8C1}" destId="{48C59008-87D8-014A-B707-8E913712A6FB}" srcOrd="0" destOrd="0" parTransId="{72969F4A-4A57-044D-AB2B-D40C7B2085B2}" sibTransId="{12A8272C-01C9-B444-AEAF-DAD00D71F426}"/>
    <dgm:cxn modelId="{BA49E6B2-B433-9345-A19B-0C5B519D9B1B}" type="presOf" srcId="{83E2B299-1A4C-0E40-86EC-18D1AF0A3BE9}" destId="{7E3A78B0-8119-6B44-8DE7-79FEF3E0E294}" srcOrd="0" destOrd="0" presId="urn:microsoft.com/office/officeart/2005/8/layout/orgChart1"/>
    <dgm:cxn modelId="{CEDC27B5-C0CA-9543-B34C-49D1C715D769}" type="presOf" srcId="{F17D7920-60F1-EE46-B53E-E28EB1CD6019}" destId="{45A9E26D-597C-654A-AA2F-C3168A34E4FE}" srcOrd="0" destOrd="0" presId="urn:microsoft.com/office/officeart/2005/8/layout/orgChart1"/>
    <dgm:cxn modelId="{801E56B5-3423-254F-8FB0-8D6B9BD6C100}" type="presOf" srcId="{BB409237-A215-2541-9A2F-072CE06FB752}" destId="{02837389-B7DB-5F46-B4BF-10400E938648}" srcOrd="1" destOrd="0" presId="urn:microsoft.com/office/officeart/2005/8/layout/orgChart1"/>
    <dgm:cxn modelId="{486A06B6-7B0F-0D4A-ABBB-3B96CA641253}" srcId="{479C8B34-00BA-FE4D-AAA1-9FB17709A2AD}" destId="{71C7A905-4F33-324E-9C37-3339E2E643B8}" srcOrd="1" destOrd="0" parTransId="{0FFECD4E-E8B9-C647-8E29-A1B483F03641}" sibTransId="{B93BB74E-1913-0742-9236-2FCC506B282F}"/>
    <dgm:cxn modelId="{23B081B8-980D-6444-A218-B7778D9FBFB2}" type="presOf" srcId="{B4C86C35-7D42-2249-892F-0BE7ED2CB90D}" destId="{1FD1784A-65A2-B44D-8DCF-E26A4CD89E8C}" srcOrd="0" destOrd="0" presId="urn:microsoft.com/office/officeart/2005/8/layout/orgChart1"/>
    <dgm:cxn modelId="{1E7BBDBD-E7AB-4A4B-A141-B977558B5AC3}" type="presOf" srcId="{BBFA9094-315B-C84F-B532-8E8486074F1D}" destId="{B9C274F7-9BF9-7E4B-9307-1306EA1E294D}" srcOrd="0" destOrd="0" presId="urn:microsoft.com/office/officeart/2005/8/layout/orgChart1"/>
    <dgm:cxn modelId="{083CFDC0-55A8-684E-A35F-5D2BB8B3F47A}" srcId="{71C7A905-4F33-324E-9C37-3339E2E643B8}" destId="{DD38CCCE-8231-C849-8595-51B0199F8719}" srcOrd="2" destOrd="0" parTransId="{E0DAACA5-EA67-B646-AE1D-C47CED50B460}" sibTransId="{53878A1A-1A2B-9C43-AFE2-6D2ED7687FED}"/>
    <dgm:cxn modelId="{C711DCC1-3459-8C45-9290-21DB3A244DB8}" type="presOf" srcId="{B4C86C35-7D42-2249-892F-0BE7ED2CB90D}" destId="{32CE23AF-7754-4D40-839F-9825C114591C}" srcOrd="1" destOrd="0" presId="urn:microsoft.com/office/officeart/2005/8/layout/orgChart1"/>
    <dgm:cxn modelId="{61FF1FC3-5E15-9F4A-8202-C7968647802D}" srcId="{2EC3A08E-E730-BF40-883E-AB6E8B1A99CE}" destId="{B4C86C35-7D42-2249-892F-0BE7ED2CB90D}" srcOrd="0" destOrd="0" parTransId="{7A7B4465-8D85-074A-B2DA-F287B66D7A93}" sibTransId="{3ED8D9C4-7C96-0845-9B84-E5D8F0FC19C5}"/>
    <dgm:cxn modelId="{CDE756C4-CC8D-2C42-8B6A-798A6E9952F1}" srcId="{60736591-F189-8041-9F5A-4BC66B305F8E}" destId="{068E50CF-66A2-8542-9050-59B9838564D3}" srcOrd="0" destOrd="0" parTransId="{41A2E0EA-95EC-FF4E-B97E-72295B1E2E57}" sibTransId="{A0EE9A9E-9D44-D242-BAF8-02E96EB45D8D}"/>
    <dgm:cxn modelId="{3F745DC4-7EB7-8B46-B8CE-B993C72D57BD}" type="presOf" srcId="{5F4C2973-9447-EC41-82FD-C0B0DB437492}" destId="{3687380E-650B-024D-A6E7-546F98B72180}" srcOrd="1" destOrd="0" presId="urn:microsoft.com/office/officeart/2005/8/layout/orgChart1"/>
    <dgm:cxn modelId="{ECFF7EC5-8F62-2A4C-9411-A6B58A20E193}" type="presOf" srcId="{19A4165C-EDFF-2A43-92C3-1CDD90912392}" destId="{579EB125-E374-5743-A5D4-F0044582381C}" srcOrd="1" destOrd="0" presId="urn:microsoft.com/office/officeart/2005/8/layout/orgChart1"/>
    <dgm:cxn modelId="{5B3C76C6-52F4-9A47-A531-FD2325EF1933}" type="presOf" srcId="{30FADB83-946E-D74F-A1D6-D7FBC6960332}" destId="{5A75044F-9803-8C40-89E5-3F221BABE3D8}" srcOrd="0" destOrd="0" presId="urn:microsoft.com/office/officeart/2005/8/layout/orgChart1"/>
    <dgm:cxn modelId="{6B3285C6-AE80-644F-9E12-E84704CA39FE}" type="presOf" srcId="{D824E8D8-3BD6-DC48-94E2-7B77E88F1AC8}" destId="{70487D68-5F06-4048-96D2-53CAFB52E8BF}" srcOrd="1" destOrd="0" presId="urn:microsoft.com/office/officeart/2005/8/layout/orgChart1"/>
    <dgm:cxn modelId="{F22176C8-0B7C-D445-8191-415BA730B873}" type="presOf" srcId="{63FB836B-0943-EE4F-BB32-A2D26B7D3DB8}" destId="{5AA79ED1-4507-DB40-B85D-09E61BDA10FE}" srcOrd="0" destOrd="0" presId="urn:microsoft.com/office/officeart/2005/8/layout/orgChart1"/>
    <dgm:cxn modelId="{7CF40EC9-FF45-474F-B7AB-696D60FCA202}" srcId="{63FB836B-0943-EE4F-BB32-A2D26B7D3DB8}" destId="{A844F46D-4405-894A-9766-EA9937ECB611}" srcOrd="5" destOrd="0" parTransId="{DEC91819-EA66-A841-89BB-9A3005CF2F1D}" sibTransId="{EFAEF6C2-EB9B-C248-95AF-FE286A947728}"/>
    <dgm:cxn modelId="{88AF2CCE-2ADF-624F-AC80-5FA9339A2A99}" type="presOf" srcId="{4434D9DA-886B-514F-9469-4216EB9EB432}" destId="{07C63B29-C1EA-3B43-9D8D-730A2E6A3937}" srcOrd="0" destOrd="0" presId="urn:microsoft.com/office/officeart/2005/8/layout/orgChart1"/>
    <dgm:cxn modelId="{539B0FD0-4559-2749-B53F-C19B1AB332B3}" type="presOf" srcId="{A1A05D75-F0F3-0D49-BE29-88B09E99DF8A}" destId="{3A9F19B5-5FB5-944E-860C-1C64473C55A7}" srcOrd="0" destOrd="0" presId="urn:microsoft.com/office/officeart/2005/8/layout/orgChart1"/>
    <dgm:cxn modelId="{EA6154D0-C1A6-474C-813A-8E3C03A05EBA}" type="presOf" srcId="{F4C8CF04-F359-CC4F-A120-CEB97DB2B13F}" destId="{0B52B892-5480-494B-86F3-06EB0F536F3E}" srcOrd="0" destOrd="0" presId="urn:microsoft.com/office/officeart/2005/8/layout/orgChart1"/>
    <dgm:cxn modelId="{D67291D1-428C-2641-85EC-A312449BAEED}" type="presOf" srcId="{CAF5B932-15A8-3C42-80F5-4793AD16B8B7}" destId="{A805B6E8-9CDD-5A4B-8878-7A89A1313F31}" srcOrd="0" destOrd="0" presId="urn:microsoft.com/office/officeart/2005/8/layout/orgChart1"/>
    <dgm:cxn modelId="{AFAEB3D1-D4D8-4C4B-958A-7EEE66A61C3B}" type="presOf" srcId="{CA7A5E52-7655-D04A-94EE-4A4817CBC097}" destId="{D4AB06A5-5C1E-E544-AD81-79A11242B2C7}" srcOrd="0" destOrd="0" presId="urn:microsoft.com/office/officeart/2005/8/layout/orgChart1"/>
    <dgm:cxn modelId="{F26A1ED2-3D17-AD41-8529-451523F60F69}" type="presOf" srcId="{3A0F718E-F53F-7D4E-839B-A6AF9A41030B}" destId="{0FD93061-CFDB-E244-8E93-8D7CD25DD9BA}" srcOrd="0" destOrd="0" presId="urn:microsoft.com/office/officeart/2005/8/layout/orgChart1"/>
    <dgm:cxn modelId="{C640B0D2-E3D1-6744-ADC9-A0B9AC7E57EB}" srcId="{4434D9DA-886B-514F-9469-4216EB9EB432}" destId="{479C8B34-00BA-FE4D-AAA1-9FB17709A2AD}" srcOrd="1" destOrd="0" parTransId="{F17D7920-60F1-EE46-B53E-E28EB1CD6019}" sibTransId="{47313DCB-7DC8-044C-80CB-077E25D27EAB}"/>
    <dgm:cxn modelId="{46CD3AD4-04B8-E64B-8A16-807240F6416B}" srcId="{CAF5B932-15A8-3C42-80F5-4793AD16B8B7}" destId="{3EDD021C-4555-AB43-9736-6AC6C149F3F7}" srcOrd="0" destOrd="0" parTransId="{390E3C8F-5FD3-754A-953B-4A87B1F0C658}" sibTransId="{18650035-87C3-7945-BF4F-2C08763C5A28}"/>
    <dgm:cxn modelId="{FFEFAFD4-2EBA-0246-96A7-6D70C15269A9}" type="presOf" srcId="{7C25BABD-896E-614A-9DD6-D831D25C60AD}" destId="{1F9D4D4C-9785-234D-848D-B47654ED423C}" srcOrd="0" destOrd="0" presId="urn:microsoft.com/office/officeart/2005/8/layout/orgChart1"/>
    <dgm:cxn modelId="{A43F98D5-0534-694E-97F6-81820EFA7D95}" type="presOf" srcId="{84F85B3B-1F7B-224A-9B62-E6078B07F469}" destId="{82B57618-22FA-064B-95F1-1A8B4337FF46}" srcOrd="0" destOrd="0" presId="urn:microsoft.com/office/officeart/2005/8/layout/orgChart1"/>
    <dgm:cxn modelId="{A3079FDA-1B65-0D4F-B0D6-32943F67FE7A}" type="presOf" srcId="{390E3C8F-5FD3-754A-953B-4A87B1F0C658}" destId="{4D386B4D-243C-9B48-95F0-892B1E0BC2C8}" srcOrd="0" destOrd="0" presId="urn:microsoft.com/office/officeart/2005/8/layout/orgChart1"/>
    <dgm:cxn modelId="{727280DD-D432-1649-9C16-2D89C0C6AE28}" type="presOf" srcId="{C4BFF135-0044-9C45-AE87-FA6E651EC749}" destId="{24B69EE2-6607-E242-B074-355FC22E0079}" srcOrd="1" destOrd="0" presId="urn:microsoft.com/office/officeart/2005/8/layout/orgChart1"/>
    <dgm:cxn modelId="{294E9DDD-A5DF-D540-87B5-3028F9BD14FE}" type="presOf" srcId="{17BA4DEB-BA82-4243-979B-5768040B9BEE}" destId="{484112B5-33AA-B543-96FE-FE69F2412701}" srcOrd="1" destOrd="0" presId="urn:microsoft.com/office/officeart/2005/8/layout/orgChart1"/>
    <dgm:cxn modelId="{AEF147DF-4C1F-8C45-9F28-FBDD9ACD4DBA}" type="presOf" srcId="{A844F46D-4405-894A-9766-EA9937ECB611}" destId="{3208BBD0-6574-FF46-86EC-7FC942EF2165}" srcOrd="0" destOrd="0" presId="urn:microsoft.com/office/officeart/2005/8/layout/orgChart1"/>
    <dgm:cxn modelId="{FEFA12E1-80C3-CE4F-AEB9-DBC265DD35F1}" srcId="{2EC3A08E-E730-BF40-883E-AB6E8B1A99CE}" destId="{6E720FA8-658A-6A4A-BFA6-F59FD8BDE217}" srcOrd="1" destOrd="0" parTransId="{A325BB54-F8CF-994C-8F0F-82DD125134CB}" sibTransId="{9836410A-FA2E-D846-9CBF-0CADFC079400}"/>
    <dgm:cxn modelId="{571BDAE3-AD95-BC4E-A1C8-A2889FB87E04}" type="presOf" srcId="{2EC3A08E-E730-BF40-883E-AB6E8B1A99CE}" destId="{476B6A89-EB27-2B41-A1F3-BB6CFA88AC45}" srcOrd="0" destOrd="0" presId="urn:microsoft.com/office/officeart/2005/8/layout/orgChart1"/>
    <dgm:cxn modelId="{EA1334E4-27F0-164B-9934-BCF9BE04F62A}" type="presOf" srcId="{CF7F9807-C1C2-364F-8D99-3FDEA8F9DB67}" destId="{7A535C58-04EA-EC40-82B9-1835170897E3}" srcOrd="0" destOrd="0" presId="urn:microsoft.com/office/officeart/2005/8/layout/orgChart1"/>
    <dgm:cxn modelId="{AE2044E5-C81C-9C4E-84A7-CB99BDF0AFCA}" type="presOf" srcId="{3431EF5A-76B2-3043-820B-529A1940833B}" destId="{191FB35A-9DA9-0746-BD5E-231932EC0DE2}" srcOrd="1" destOrd="0" presId="urn:microsoft.com/office/officeart/2005/8/layout/orgChart1"/>
    <dgm:cxn modelId="{DA198EE5-0068-414B-8F0A-348B578CD1EC}" srcId="{71C7A905-4F33-324E-9C37-3339E2E643B8}" destId="{E802436F-F24E-734F-B86F-264D1E63FB6B}" srcOrd="0" destOrd="0" parTransId="{C2F0C9CA-6BC1-AD4F-B0BF-52FFB4B00BAB}" sibTransId="{093F486A-538B-614F-B8F6-89E830FCEBB0}"/>
    <dgm:cxn modelId="{71FEB5E8-7B59-1D4A-A824-CE283ECC464B}" type="presOf" srcId="{CDB5E4FC-DC21-4A48-B5A3-104DC29CD8C1}" destId="{2D378DDA-6B75-0147-9ABA-83B1570D3259}" srcOrd="0" destOrd="0" presId="urn:microsoft.com/office/officeart/2005/8/layout/orgChart1"/>
    <dgm:cxn modelId="{9020D8E9-5CBD-0544-A5EE-1FAAF85BAD9F}" type="presOf" srcId="{C2F0C9CA-6BC1-AD4F-B0BF-52FFB4B00BAB}" destId="{9FDAF06A-09AF-324D-8C85-AF3E715F5B99}" srcOrd="0" destOrd="0" presId="urn:microsoft.com/office/officeart/2005/8/layout/orgChart1"/>
    <dgm:cxn modelId="{1C451FEC-5460-034E-B045-97E6EC7837E1}" type="presOf" srcId="{A325BB54-F8CF-994C-8F0F-82DD125134CB}" destId="{CEC5EB4E-4ECC-6A44-91BC-2F6FF75ECBD6}" srcOrd="0" destOrd="0" presId="urn:microsoft.com/office/officeart/2005/8/layout/orgChart1"/>
    <dgm:cxn modelId="{631A28EC-17DF-B84B-961E-B9B658C44B04}" srcId="{23793CBD-4EEE-DC4C-A36E-D12D94EDB3C1}" destId="{D824E8D8-3BD6-DC48-94E2-7B77E88F1AC8}" srcOrd="0" destOrd="0" parTransId="{C10F482E-25C4-9046-9EED-BE261E35B666}" sibTransId="{A0D8B76D-6F78-A74E-B811-C37A8225F034}"/>
    <dgm:cxn modelId="{BA96D8ED-1352-9D4A-8175-F36C16569EC7}" srcId="{63FB836B-0943-EE4F-BB32-A2D26B7D3DB8}" destId="{6AC61705-80AF-B749-AADE-38F22E7667A1}" srcOrd="0" destOrd="0" parTransId="{8EAA4905-8B1F-B149-ACB1-C21EF571372E}" sibTransId="{B4AB5CAA-5CA9-4049-8332-CB88961FCFE8}"/>
    <dgm:cxn modelId="{29AA64EE-10FE-D247-8375-E9436181AE91}" srcId="{479C8B34-00BA-FE4D-AAA1-9FB17709A2AD}" destId="{CDB5E4FC-DC21-4A48-B5A3-104DC29CD8C1}" srcOrd="0" destOrd="0" parTransId="{9B5C394E-C3C8-2147-8A26-A94C6D6415A4}" sibTransId="{CD625E1A-183D-FD45-B4E6-23F08430B8D6}"/>
    <dgm:cxn modelId="{50FBE9EE-6E35-1D45-A43E-6F139D1DB8A0}" type="presOf" srcId="{7D27BC55-D22F-7F44-BC6D-BBF72B459ACB}" destId="{486D9445-1C35-614C-A5A3-F95037F18C69}" srcOrd="0" destOrd="0" presId="urn:microsoft.com/office/officeart/2005/8/layout/orgChart1"/>
    <dgm:cxn modelId="{16A89CF0-649E-BD4C-9C03-894047C0D15D}" type="presOf" srcId="{72CBB020-9520-FF40-8F5A-D2B885469361}" destId="{DB3565F5-65D2-0347-BB65-B8A9EBDCCB45}" srcOrd="0" destOrd="0" presId="urn:microsoft.com/office/officeart/2005/8/layout/orgChart1"/>
    <dgm:cxn modelId="{92E4A0F1-C964-9549-9B1E-C82C6D879D12}" srcId="{479C8B34-00BA-FE4D-AAA1-9FB17709A2AD}" destId="{CAF5B932-15A8-3C42-80F5-4793AD16B8B7}" srcOrd="2" destOrd="0" parTransId="{83E2B299-1A4C-0E40-86EC-18D1AF0A3BE9}" sibTransId="{30D0D28F-691A-8D4F-A897-F66B8F33BFF2}"/>
    <dgm:cxn modelId="{473BF8F1-90B2-3F4E-BD45-BEFE4847D4B6}" type="presOf" srcId="{5F4C2973-9447-EC41-82FD-C0B0DB437492}" destId="{59B87AFB-8201-944F-8F3B-E1BA31B3DEB9}" srcOrd="0" destOrd="0" presId="urn:microsoft.com/office/officeart/2005/8/layout/orgChart1"/>
    <dgm:cxn modelId="{BF88D9F2-E1B7-F746-8580-E05054438C4A}" type="presOf" srcId="{0FFECD4E-E8B9-C647-8E29-A1B483F03641}" destId="{786A1D96-6B77-A54E-B471-E5F13851F106}" srcOrd="0" destOrd="0" presId="urn:microsoft.com/office/officeart/2005/8/layout/orgChart1"/>
    <dgm:cxn modelId="{CA8E2EF3-50A4-984A-98EB-9BA07C37BEC0}" type="presOf" srcId="{63FB836B-0943-EE4F-BB32-A2D26B7D3DB8}" destId="{3CC8FD6E-3B37-554E-9500-4E79C5890D1A}" srcOrd="1" destOrd="0" presId="urn:microsoft.com/office/officeart/2005/8/layout/orgChart1"/>
    <dgm:cxn modelId="{AD3406F6-6AA0-A24D-B9ED-D7DD395180E7}" type="presOf" srcId="{415C0B38-EE50-0640-9584-F7D85F21C684}" destId="{F216F775-A191-EF49-A4C1-0D30FC2816B3}" srcOrd="0" destOrd="0" presId="urn:microsoft.com/office/officeart/2005/8/layout/orgChart1"/>
    <dgm:cxn modelId="{9DABA6F6-63C8-0740-8BA3-5A0720D1D742}" type="presOf" srcId="{E6F1CFC1-A23E-1C41-9374-ED840972F8B6}" destId="{249BD25E-9D4E-8749-978E-3738CE5E556E}" srcOrd="1" destOrd="0" presId="urn:microsoft.com/office/officeart/2005/8/layout/orgChart1"/>
    <dgm:cxn modelId="{8A9B26F7-D6B3-2E40-8384-8AA5648BAD78}" type="presOf" srcId="{41A2E0EA-95EC-FF4E-B97E-72295B1E2E57}" destId="{DBFC375B-6676-024F-86FD-1BCDAA03D1DD}" srcOrd="0" destOrd="0" presId="urn:microsoft.com/office/officeart/2005/8/layout/orgChart1"/>
    <dgm:cxn modelId="{9D66EDF9-8BD3-9F40-AABD-DAA702030D5F}" type="presOf" srcId="{60736591-F189-8041-9F5A-4BC66B305F8E}" destId="{B8EF4129-D699-CA4C-A101-97BE0B762A3D}" srcOrd="0" destOrd="0" presId="urn:microsoft.com/office/officeart/2005/8/layout/orgChart1"/>
    <dgm:cxn modelId="{E5A4F1F9-2FDD-8847-AB98-343345F0172A}" type="presOf" srcId="{7E1688A2-94AA-F549-8B1D-5370A6F36775}" destId="{CB7400ED-E7C5-F14A-B94F-CBB48A2C1C54}" srcOrd="0" destOrd="0" presId="urn:microsoft.com/office/officeart/2005/8/layout/orgChart1"/>
    <dgm:cxn modelId="{D97DF2F9-7217-D446-8EEF-477715BBB5AE}" type="presOf" srcId="{B4FDA703-A76A-9246-8043-D122A2384A22}" destId="{41CBEF0F-69EE-DF40-A031-41E65903FDCB}" srcOrd="0" destOrd="0" presId="urn:microsoft.com/office/officeart/2005/8/layout/orgChart1"/>
    <dgm:cxn modelId="{F0FC45FC-0BC0-5F48-8861-E9E222358030}" type="presOf" srcId="{23793CBD-4EEE-DC4C-A36E-D12D94EDB3C1}" destId="{EBF42417-C4C7-0F4E-BBB2-130F1873F657}" srcOrd="0" destOrd="0" presId="urn:microsoft.com/office/officeart/2005/8/layout/orgChart1"/>
    <dgm:cxn modelId="{51D22100-B0F2-FF4C-A181-90A91329EACD}" type="presParOf" srcId="{32EBDDF0-BE85-1E4D-B81A-18408CC66615}" destId="{0810C385-5482-C649-9942-1532FFA89BCE}" srcOrd="0" destOrd="0" presId="urn:microsoft.com/office/officeart/2005/8/layout/orgChart1"/>
    <dgm:cxn modelId="{719F6C24-3C1F-F449-822D-BD239EB1F8D0}" type="presParOf" srcId="{0810C385-5482-C649-9942-1532FFA89BCE}" destId="{8EE869B7-8D32-6345-91E2-6EA6714E1243}" srcOrd="0" destOrd="0" presId="urn:microsoft.com/office/officeart/2005/8/layout/orgChart1"/>
    <dgm:cxn modelId="{76AAA0F4-29F5-E741-8BA5-DECB5D2695C7}" type="presParOf" srcId="{8EE869B7-8D32-6345-91E2-6EA6714E1243}" destId="{07C63B29-C1EA-3B43-9D8D-730A2E6A3937}" srcOrd="0" destOrd="0" presId="urn:microsoft.com/office/officeart/2005/8/layout/orgChart1"/>
    <dgm:cxn modelId="{A64E9C2D-9FAE-E64E-AF95-F11F9A9C2641}" type="presParOf" srcId="{8EE869B7-8D32-6345-91E2-6EA6714E1243}" destId="{F7D33066-A925-6B45-A992-7AB493EA1BBB}" srcOrd="1" destOrd="0" presId="urn:microsoft.com/office/officeart/2005/8/layout/orgChart1"/>
    <dgm:cxn modelId="{19D14F6E-5AB1-FD4F-B2F3-657720009BF6}" type="presParOf" srcId="{0810C385-5482-C649-9942-1532FFA89BCE}" destId="{0253AA33-309C-4345-8253-27F5605E06AD}" srcOrd="1" destOrd="0" presId="urn:microsoft.com/office/officeart/2005/8/layout/orgChart1"/>
    <dgm:cxn modelId="{49BB510F-B3E1-B74C-8DE1-06B70EC4BE89}" type="presParOf" srcId="{0253AA33-309C-4345-8253-27F5605E06AD}" destId="{5A75044F-9803-8C40-89E5-3F221BABE3D8}" srcOrd="0" destOrd="0" presId="urn:microsoft.com/office/officeart/2005/8/layout/orgChart1"/>
    <dgm:cxn modelId="{10CCE9D0-4983-3745-B045-D1C931F210EB}" type="presParOf" srcId="{0253AA33-309C-4345-8253-27F5605E06AD}" destId="{1D774C4D-7B5C-D34D-824F-40042EE71DE5}" srcOrd="1" destOrd="0" presId="urn:microsoft.com/office/officeart/2005/8/layout/orgChart1"/>
    <dgm:cxn modelId="{C646AB5C-DF9D-3E43-9074-8BB82FD9A431}" type="presParOf" srcId="{1D774C4D-7B5C-D34D-824F-40042EE71DE5}" destId="{B11A92D2-0FD8-3547-A7CF-802743CB93CD}" srcOrd="0" destOrd="0" presId="urn:microsoft.com/office/officeart/2005/8/layout/orgChart1"/>
    <dgm:cxn modelId="{8E17C037-FB6A-5C4A-8B54-2788757D9EC7}" type="presParOf" srcId="{B11A92D2-0FD8-3547-A7CF-802743CB93CD}" destId="{B1CFAB00-62E0-F448-8FEA-6B702C382A8D}" srcOrd="0" destOrd="0" presId="urn:microsoft.com/office/officeart/2005/8/layout/orgChart1"/>
    <dgm:cxn modelId="{1ACCB3B7-35F9-CB4D-BFFA-B41E1B652FB0}" type="presParOf" srcId="{B11A92D2-0FD8-3547-A7CF-802743CB93CD}" destId="{46C1B49F-7D92-9349-B5AB-4A798BD33EAA}" srcOrd="1" destOrd="0" presId="urn:microsoft.com/office/officeart/2005/8/layout/orgChart1"/>
    <dgm:cxn modelId="{97217DFF-9799-0F48-8113-468566CF3AD9}" type="presParOf" srcId="{1D774C4D-7B5C-D34D-824F-40042EE71DE5}" destId="{DF208E49-739C-E64E-BA01-2E3EC10FAA54}" srcOrd="1" destOrd="0" presId="urn:microsoft.com/office/officeart/2005/8/layout/orgChart1"/>
    <dgm:cxn modelId="{C0C5D518-2DD9-8541-B6C3-423AC33F78E1}" type="presParOf" srcId="{DF208E49-739C-E64E-BA01-2E3EC10FAA54}" destId="{0B52B892-5480-494B-86F3-06EB0F536F3E}" srcOrd="0" destOrd="0" presId="urn:microsoft.com/office/officeart/2005/8/layout/orgChart1"/>
    <dgm:cxn modelId="{6A4B3A26-28B1-934D-96BB-3865D68FABE7}" type="presParOf" srcId="{DF208E49-739C-E64E-BA01-2E3EC10FAA54}" destId="{0D0B0A29-1DF5-6641-AA79-DA243D05BDFB}" srcOrd="1" destOrd="0" presId="urn:microsoft.com/office/officeart/2005/8/layout/orgChart1"/>
    <dgm:cxn modelId="{AB81B586-DB0C-F541-8EDA-D1E7FCF5532E}" type="presParOf" srcId="{0D0B0A29-1DF5-6641-AA79-DA243D05BDFB}" destId="{7388B7C8-9A33-2D4B-95CD-5511DE06E0B2}" srcOrd="0" destOrd="0" presId="urn:microsoft.com/office/officeart/2005/8/layout/orgChart1"/>
    <dgm:cxn modelId="{22243B5A-A3FF-A94D-BE04-B8643FD6313A}" type="presParOf" srcId="{7388B7C8-9A33-2D4B-95CD-5511DE06E0B2}" destId="{EBF42417-C4C7-0F4E-BBB2-130F1873F657}" srcOrd="0" destOrd="0" presId="urn:microsoft.com/office/officeart/2005/8/layout/orgChart1"/>
    <dgm:cxn modelId="{A719EE16-8E7F-2B4F-A045-58E2DE2932A8}" type="presParOf" srcId="{7388B7C8-9A33-2D4B-95CD-5511DE06E0B2}" destId="{B5A33F94-365B-8F4F-B386-E5B7FEDA24A9}" srcOrd="1" destOrd="0" presId="urn:microsoft.com/office/officeart/2005/8/layout/orgChart1"/>
    <dgm:cxn modelId="{75505291-664D-0C42-9A2D-55A1E62D5416}" type="presParOf" srcId="{0D0B0A29-1DF5-6641-AA79-DA243D05BDFB}" destId="{70F4717A-C838-8F40-ABB8-388AAAA78895}" srcOrd="1" destOrd="0" presId="urn:microsoft.com/office/officeart/2005/8/layout/orgChart1"/>
    <dgm:cxn modelId="{C4969F4F-3E2E-A54E-B68C-45E22546EE6E}" type="presParOf" srcId="{70F4717A-C838-8F40-ABB8-388AAAA78895}" destId="{CC970A46-79E1-054A-AF2F-8F1FF62B12D1}" srcOrd="0" destOrd="0" presId="urn:microsoft.com/office/officeart/2005/8/layout/orgChart1"/>
    <dgm:cxn modelId="{AB8F6396-5D7A-DA4E-AEDD-1A21A348CD0C}" type="presParOf" srcId="{70F4717A-C838-8F40-ABB8-388AAAA78895}" destId="{753772EB-E773-2C4B-9A00-3B27E83B7107}" srcOrd="1" destOrd="0" presId="urn:microsoft.com/office/officeart/2005/8/layout/orgChart1"/>
    <dgm:cxn modelId="{7D488A2D-92E4-E74E-88E4-BC03378DD855}" type="presParOf" srcId="{753772EB-E773-2C4B-9A00-3B27E83B7107}" destId="{003AC86C-D0C2-FE43-8C87-5D9867B66949}" srcOrd="0" destOrd="0" presId="urn:microsoft.com/office/officeart/2005/8/layout/orgChart1"/>
    <dgm:cxn modelId="{C3D63FD7-4906-9246-9466-72696E058E33}" type="presParOf" srcId="{003AC86C-D0C2-FE43-8C87-5D9867B66949}" destId="{602ED23B-651F-C245-952A-0AA06293E1FA}" srcOrd="0" destOrd="0" presId="urn:microsoft.com/office/officeart/2005/8/layout/orgChart1"/>
    <dgm:cxn modelId="{9B901818-E0D9-9F41-9813-5B1D483F90E2}" type="presParOf" srcId="{003AC86C-D0C2-FE43-8C87-5D9867B66949}" destId="{70487D68-5F06-4048-96D2-53CAFB52E8BF}" srcOrd="1" destOrd="0" presId="urn:microsoft.com/office/officeart/2005/8/layout/orgChart1"/>
    <dgm:cxn modelId="{EDAC3FEC-9466-7346-B362-A75A6FF32352}" type="presParOf" srcId="{753772EB-E773-2C4B-9A00-3B27E83B7107}" destId="{EA37D4DF-C507-FB44-909B-C704297DD9E1}" srcOrd="1" destOrd="0" presId="urn:microsoft.com/office/officeart/2005/8/layout/orgChart1"/>
    <dgm:cxn modelId="{18ADDAAF-8891-B840-8278-967F06BD45DC}" type="presParOf" srcId="{753772EB-E773-2C4B-9A00-3B27E83B7107}" destId="{9C18F104-8B5A-804D-8449-E965270D36EF}" srcOrd="2" destOrd="0" presId="urn:microsoft.com/office/officeart/2005/8/layout/orgChart1"/>
    <dgm:cxn modelId="{E6CFE8FE-82A7-CC46-9283-523499157E7C}" type="presParOf" srcId="{70F4717A-C838-8F40-ABB8-388AAAA78895}" destId="{7B42ADB2-7AC2-A343-A6F9-200C7189E955}" srcOrd="2" destOrd="0" presId="urn:microsoft.com/office/officeart/2005/8/layout/orgChart1"/>
    <dgm:cxn modelId="{10D20F7D-B8F1-A142-87D5-9A076EDCB270}" type="presParOf" srcId="{70F4717A-C838-8F40-ABB8-388AAAA78895}" destId="{37D6E313-1552-2D45-A446-D0A27C4A5540}" srcOrd="3" destOrd="0" presId="urn:microsoft.com/office/officeart/2005/8/layout/orgChart1"/>
    <dgm:cxn modelId="{69DE9C7D-C76D-4740-AF7B-1650C135CEA1}" type="presParOf" srcId="{37D6E313-1552-2D45-A446-D0A27C4A5540}" destId="{4B1E48FF-248F-4C4D-B6CD-2E8B6FADFEDC}" srcOrd="0" destOrd="0" presId="urn:microsoft.com/office/officeart/2005/8/layout/orgChart1"/>
    <dgm:cxn modelId="{FEBCD17F-26AC-5D4A-A020-0075A23B0E4A}" type="presParOf" srcId="{4B1E48FF-248F-4C4D-B6CD-2E8B6FADFEDC}" destId="{5B06BD4C-5974-F546-99BD-0550D8E00529}" srcOrd="0" destOrd="0" presId="urn:microsoft.com/office/officeart/2005/8/layout/orgChart1"/>
    <dgm:cxn modelId="{E0EB7B22-0C45-214B-821C-CB39C0111C46}" type="presParOf" srcId="{4B1E48FF-248F-4C4D-B6CD-2E8B6FADFEDC}" destId="{188CA971-B002-2247-8D09-E851D992E26E}" srcOrd="1" destOrd="0" presId="urn:microsoft.com/office/officeart/2005/8/layout/orgChart1"/>
    <dgm:cxn modelId="{9775748E-A595-B54D-B590-8FD9F7D1EB1C}" type="presParOf" srcId="{37D6E313-1552-2D45-A446-D0A27C4A5540}" destId="{BBD51B05-FBE0-FA4A-B888-3C0458C4F29C}" srcOrd="1" destOrd="0" presId="urn:microsoft.com/office/officeart/2005/8/layout/orgChart1"/>
    <dgm:cxn modelId="{4E78001D-CD96-7A4D-BBFF-D7297D277DAD}" type="presParOf" srcId="{37D6E313-1552-2D45-A446-D0A27C4A5540}" destId="{86C7084C-8A76-104D-ADFA-B644915D90EC}" srcOrd="2" destOrd="0" presId="urn:microsoft.com/office/officeart/2005/8/layout/orgChart1"/>
    <dgm:cxn modelId="{46F4A924-6F6C-044F-8CB1-A2D8346AA770}" type="presParOf" srcId="{0D0B0A29-1DF5-6641-AA79-DA243D05BDFB}" destId="{88913799-3299-514F-B946-5F125F5A6DC6}" srcOrd="2" destOrd="0" presId="urn:microsoft.com/office/officeart/2005/8/layout/orgChart1"/>
    <dgm:cxn modelId="{CC0DF8C2-388D-014B-9FD5-E153B72178E6}" type="presParOf" srcId="{DF208E49-739C-E64E-BA01-2E3EC10FAA54}" destId="{8F1438EE-69C0-4147-8A4C-C217ECD2CF6F}" srcOrd="2" destOrd="0" presId="urn:microsoft.com/office/officeart/2005/8/layout/orgChart1"/>
    <dgm:cxn modelId="{4C11AFCB-2C9A-E44F-81DC-7602DBB4440F}" type="presParOf" srcId="{DF208E49-739C-E64E-BA01-2E3EC10FAA54}" destId="{D9779539-59CC-7947-BF6D-54A999D4B09D}" srcOrd="3" destOrd="0" presId="urn:microsoft.com/office/officeart/2005/8/layout/orgChart1"/>
    <dgm:cxn modelId="{C413A5B0-6116-3141-8EC8-3D9C8F1A02EA}" type="presParOf" srcId="{D9779539-59CC-7947-BF6D-54A999D4B09D}" destId="{281A8CF4-5F8A-9046-9E8B-B23D234296DE}" srcOrd="0" destOrd="0" presId="urn:microsoft.com/office/officeart/2005/8/layout/orgChart1"/>
    <dgm:cxn modelId="{B8180011-52A6-F546-9ADA-78A177713890}" type="presParOf" srcId="{281A8CF4-5F8A-9046-9E8B-B23D234296DE}" destId="{F0881F95-DA2F-0842-AAE8-4FA007CBEEEF}" srcOrd="0" destOrd="0" presId="urn:microsoft.com/office/officeart/2005/8/layout/orgChart1"/>
    <dgm:cxn modelId="{2A9B9341-13A5-0748-BA82-B61F5760A124}" type="presParOf" srcId="{281A8CF4-5F8A-9046-9E8B-B23D234296DE}" destId="{8FB36DB4-6E42-3043-8686-F5C10D3ECC66}" srcOrd="1" destOrd="0" presId="urn:microsoft.com/office/officeart/2005/8/layout/orgChart1"/>
    <dgm:cxn modelId="{977DE53E-2ACB-4C42-B9FF-317DC557625D}" type="presParOf" srcId="{D9779539-59CC-7947-BF6D-54A999D4B09D}" destId="{BE2C4B0F-E3BF-1F4E-83B1-461C6C256F3B}" srcOrd="1" destOrd="0" presId="urn:microsoft.com/office/officeart/2005/8/layout/orgChart1"/>
    <dgm:cxn modelId="{043E1179-B9D9-A146-B7F3-47AF97874B3B}" type="presParOf" srcId="{D9779539-59CC-7947-BF6D-54A999D4B09D}" destId="{6FF0D9C6-2D6A-6B48-82F4-86B17B23835F}" srcOrd="2" destOrd="0" presId="urn:microsoft.com/office/officeart/2005/8/layout/orgChart1"/>
    <dgm:cxn modelId="{CC1F122A-F194-5B40-A458-6CE37ACEFC4B}" type="presParOf" srcId="{DF208E49-739C-E64E-BA01-2E3EC10FAA54}" destId="{4758DA9D-E598-6B48-BCA9-18BD90FD14AA}" srcOrd="4" destOrd="0" presId="urn:microsoft.com/office/officeart/2005/8/layout/orgChart1"/>
    <dgm:cxn modelId="{C8836221-627C-A047-9104-2D431F1C8BC4}" type="presParOf" srcId="{DF208E49-739C-E64E-BA01-2E3EC10FAA54}" destId="{4B0CF0F6-C6B1-824A-85F2-DDD8CA11FCC7}" srcOrd="5" destOrd="0" presId="urn:microsoft.com/office/officeart/2005/8/layout/orgChart1"/>
    <dgm:cxn modelId="{D081B685-ED58-4F49-BE3D-37287DCA7131}" type="presParOf" srcId="{4B0CF0F6-C6B1-824A-85F2-DDD8CA11FCC7}" destId="{441BAC27-13BD-AF4F-9B52-F507557500B1}" srcOrd="0" destOrd="0" presId="urn:microsoft.com/office/officeart/2005/8/layout/orgChart1"/>
    <dgm:cxn modelId="{1F73B1B3-2F9D-F24E-B8AD-82A01D2E2AF4}" type="presParOf" srcId="{441BAC27-13BD-AF4F-9B52-F507557500B1}" destId="{20EFA879-2B64-104C-B856-95482071B330}" srcOrd="0" destOrd="0" presId="urn:microsoft.com/office/officeart/2005/8/layout/orgChart1"/>
    <dgm:cxn modelId="{3591C45F-DA36-FF4C-A743-B9CE7D59C477}" type="presParOf" srcId="{441BAC27-13BD-AF4F-9B52-F507557500B1}" destId="{55392910-4535-7144-944B-6D5934066F72}" srcOrd="1" destOrd="0" presId="urn:microsoft.com/office/officeart/2005/8/layout/orgChart1"/>
    <dgm:cxn modelId="{D146CA22-D261-D944-8CB4-0F77692755BE}" type="presParOf" srcId="{4B0CF0F6-C6B1-824A-85F2-DDD8CA11FCC7}" destId="{A832EE1F-4AE7-B541-8E16-C89772E1FEB2}" srcOrd="1" destOrd="0" presId="urn:microsoft.com/office/officeart/2005/8/layout/orgChart1"/>
    <dgm:cxn modelId="{F7DF812B-EA76-DF47-B148-932E7C454091}" type="presParOf" srcId="{4B0CF0F6-C6B1-824A-85F2-DDD8CA11FCC7}" destId="{8CA91358-5454-AC4A-A04C-4F70454669DF}" srcOrd="2" destOrd="0" presId="urn:microsoft.com/office/officeart/2005/8/layout/orgChart1"/>
    <dgm:cxn modelId="{8A3B0740-A677-434B-A7F3-0F34583D9E40}" type="presParOf" srcId="{DF208E49-739C-E64E-BA01-2E3EC10FAA54}" destId="{CEB236F4-081F-4D45-85A1-2DC0015FA789}" srcOrd="6" destOrd="0" presId="urn:microsoft.com/office/officeart/2005/8/layout/orgChart1"/>
    <dgm:cxn modelId="{67CDE906-208D-D541-B7D3-5AFAB7A53671}" type="presParOf" srcId="{DF208E49-739C-E64E-BA01-2E3EC10FAA54}" destId="{36629D5F-709C-F441-944D-8E61C3694592}" srcOrd="7" destOrd="0" presId="urn:microsoft.com/office/officeart/2005/8/layout/orgChart1"/>
    <dgm:cxn modelId="{F4A0938C-10DC-444A-9CC5-8C0D5858B165}" type="presParOf" srcId="{36629D5F-709C-F441-944D-8E61C3694592}" destId="{DA29F17D-8FFD-2C4E-9109-2ACA1284BEE0}" srcOrd="0" destOrd="0" presId="urn:microsoft.com/office/officeart/2005/8/layout/orgChart1"/>
    <dgm:cxn modelId="{B2D6E9CC-987A-F044-B5C6-F70DA656028B}" type="presParOf" srcId="{DA29F17D-8FFD-2C4E-9109-2ACA1284BEE0}" destId="{C926B428-9BE8-EC4E-A230-785380488218}" srcOrd="0" destOrd="0" presId="urn:microsoft.com/office/officeart/2005/8/layout/orgChart1"/>
    <dgm:cxn modelId="{42C9C2B2-94AA-6D40-98D0-DD16F1C7DFEF}" type="presParOf" srcId="{DA29F17D-8FFD-2C4E-9109-2ACA1284BEE0}" destId="{24B69EE2-6607-E242-B074-355FC22E0079}" srcOrd="1" destOrd="0" presId="urn:microsoft.com/office/officeart/2005/8/layout/orgChart1"/>
    <dgm:cxn modelId="{B47676CC-E903-1640-A64B-8A9C13AD55A5}" type="presParOf" srcId="{36629D5F-709C-F441-944D-8E61C3694592}" destId="{6B53C7F6-A206-254F-86B4-078F70AB3FFE}" srcOrd="1" destOrd="0" presId="urn:microsoft.com/office/officeart/2005/8/layout/orgChart1"/>
    <dgm:cxn modelId="{89DEB0FA-5518-CF4D-AD0C-3475FC99CC69}" type="presParOf" srcId="{36629D5F-709C-F441-944D-8E61C3694592}" destId="{B7EB33BB-E963-914E-899E-F5797DCE9004}" srcOrd="2" destOrd="0" presId="urn:microsoft.com/office/officeart/2005/8/layout/orgChart1"/>
    <dgm:cxn modelId="{A72A3AB5-CB6E-654A-B499-61852428C83D}" type="presParOf" srcId="{1D774C4D-7B5C-D34D-824F-40042EE71DE5}" destId="{F169B2CB-E4C9-844C-8BF8-50526AFBBE82}" srcOrd="2" destOrd="0" presId="urn:microsoft.com/office/officeart/2005/8/layout/orgChart1"/>
    <dgm:cxn modelId="{3166EB69-5586-D143-BC5A-45E4ED53761A}" type="presParOf" srcId="{0253AA33-309C-4345-8253-27F5605E06AD}" destId="{45A9E26D-597C-654A-AA2F-C3168A34E4FE}" srcOrd="2" destOrd="0" presId="urn:microsoft.com/office/officeart/2005/8/layout/orgChart1"/>
    <dgm:cxn modelId="{C8DED7EB-970E-4443-BCFC-14E8CDB9780E}" type="presParOf" srcId="{0253AA33-309C-4345-8253-27F5605E06AD}" destId="{7705FCA4-7315-BD48-B007-5A584F97E3E4}" srcOrd="3" destOrd="0" presId="urn:microsoft.com/office/officeart/2005/8/layout/orgChart1"/>
    <dgm:cxn modelId="{60D7A863-4DBD-EF48-88D3-A7B3171DA504}" type="presParOf" srcId="{7705FCA4-7315-BD48-B007-5A584F97E3E4}" destId="{4919DC7E-5640-5749-831F-7312AAFB24CB}" srcOrd="0" destOrd="0" presId="urn:microsoft.com/office/officeart/2005/8/layout/orgChart1"/>
    <dgm:cxn modelId="{98883D17-CD4D-8F44-83C5-F45E60DA8577}" type="presParOf" srcId="{4919DC7E-5640-5749-831F-7312AAFB24CB}" destId="{8B96D9DA-B4D4-6540-B71B-08963DB56E69}" srcOrd="0" destOrd="0" presId="urn:microsoft.com/office/officeart/2005/8/layout/orgChart1"/>
    <dgm:cxn modelId="{2F0EF387-C99A-5C4F-99E3-DF5E91A540CF}" type="presParOf" srcId="{4919DC7E-5640-5749-831F-7312AAFB24CB}" destId="{35F1C37C-E53B-3F41-9395-BD054698DEDA}" srcOrd="1" destOrd="0" presId="urn:microsoft.com/office/officeart/2005/8/layout/orgChart1"/>
    <dgm:cxn modelId="{6A02C55E-1ECD-9447-81E1-C0C6262BE334}" type="presParOf" srcId="{7705FCA4-7315-BD48-B007-5A584F97E3E4}" destId="{B150204A-851C-BE47-8B4C-A216A89DB5F9}" srcOrd="1" destOrd="0" presId="urn:microsoft.com/office/officeart/2005/8/layout/orgChart1"/>
    <dgm:cxn modelId="{CF0BB10C-9AC1-D84C-A929-87CC8B6D98C8}" type="presParOf" srcId="{B150204A-851C-BE47-8B4C-A216A89DB5F9}" destId="{BA002B88-5D40-E84F-A93F-5A6F910AF8FC}" srcOrd="0" destOrd="0" presId="urn:microsoft.com/office/officeart/2005/8/layout/orgChart1"/>
    <dgm:cxn modelId="{74BF1E7F-C3CE-D94F-B289-2FDE3014BDEA}" type="presParOf" srcId="{B150204A-851C-BE47-8B4C-A216A89DB5F9}" destId="{C6D26DB9-E424-F84C-A6B7-72D2A117B969}" srcOrd="1" destOrd="0" presId="urn:microsoft.com/office/officeart/2005/8/layout/orgChart1"/>
    <dgm:cxn modelId="{AC366E59-08A2-0D40-BF6B-BBAF11341887}" type="presParOf" srcId="{C6D26DB9-E424-F84C-A6B7-72D2A117B969}" destId="{58CB7E6C-6888-DE44-9D27-9DE81F1CA3F1}" srcOrd="0" destOrd="0" presId="urn:microsoft.com/office/officeart/2005/8/layout/orgChart1"/>
    <dgm:cxn modelId="{3842F5FB-F891-C64E-9DCC-CBD0AFAE7F6A}" type="presParOf" srcId="{58CB7E6C-6888-DE44-9D27-9DE81F1CA3F1}" destId="{2D378DDA-6B75-0147-9ABA-83B1570D3259}" srcOrd="0" destOrd="0" presId="urn:microsoft.com/office/officeart/2005/8/layout/orgChart1"/>
    <dgm:cxn modelId="{33A5AA5E-90BB-F347-9CB0-D1E4E777B592}" type="presParOf" srcId="{58CB7E6C-6888-DE44-9D27-9DE81F1CA3F1}" destId="{0F4494FE-9971-2441-BE16-27BCCBB4D8F4}" srcOrd="1" destOrd="0" presId="urn:microsoft.com/office/officeart/2005/8/layout/orgChart1"/>
    <dgm:cxn modelId="{C956791A-34A3-7948-85B7-FBCBA6D7C80F}" type="presParOf" srcId="{C6D26DB9-E424-F84C-A6B7-72D2A117B969}" destId="{B01CAA93-3C77-D641-BBA8-EFC7D1E71DB1}" srcOrd="1" destOrd="0" presId="urn:microsoft.com/office/officeart/2005/8/layout/orgChart1"/>
    <dgm:cxn modelId="{C20D91F0-9571-304B-BC46-1DB7702C0FE1}" type="presParOf" srcId="{B01CAA93-3C77-D641-BBA8-EFC7D1E71DB1}" destId="{6A5BB488-4CBB-5446-A59A-37C9FD04EB10}" srcOrd="0" destOrd="0" presId="urn:microsoft.com/office/officeart/2005/8/layout/orgChart1"/>
    <dgm:cxn modelId="{68E7ED6C-D7BB-C74D-87E2-D846C6AD4237}" type="presParOf" srcId="{B01CAA93-3C77-D641-BBA8-EFC7D1E71DB1}" destId="{BE916842-77CD-5743-8F4B-E25A3D11F997}" srcOrd="1" destOrd="0" presId="urn:microsoft.com/office/officeart/2005/8/layout/orgChart1"/>
    <dgm:cxn modelId="{3E1063F1-E8D8-D842-8CCC-77962DAE41E3}" type="presParOf" srcId="{BE916842-77CD-5743-8F4B-E25A3D11F997}" destId="{C6B8710D-BA60-EC41-9780-4E5EC3DD04E0}" srcOrd="0" destOrd="0" presId="urn:microsoft.com/office/officeart/2005/8/layout/orgChart1"/>
    <dgm:cxn modelId="{89E350CE-F9B0-C343-BE12-A56398C09880}" type="presParOf" srcId="{C6B8710D-BA60-EC41-9780-4E5EC3DD04E0}" destId="{D3D414E5-1DF5-FF42-B7A2-61958B819E90}" srcOrd="0" destOrd="0" presId="urn:microsoft.com/office/officeart/2005/8/layout/orgChart1"/>
    <dgm:cxn modelId="{12A1912C-A481-1F44-B7E0-0CC599C73811}" type="presParOf" srcId="{C6B8710D-BA60-EC41-9780-4E5EC3DD04E0}" destId="{ACB436C8-5D50-AD42-965C-8F1CD7109199}" srcOrd="1" destOrd="0" presId="urn:microsoft.com/office/officeart/2005/8/layout/orgChart1"/>
    <dgm:cxn modelId="{FA3372C6-E76A-0F42-8BE5-2B80D4FE7109}" type="presParOf" srcId="{BE916842-77CD-5743-8F4B-E25A3D11F997}" destId="{A5F3CAF4-4903-FA40-BB28-0693EA054B31}" srcOrd="1" destOrd="0" presId="urn:microsoft.com/office/officeart/2005/8/layout/orgChart1"/>
    <dgm:cxn modelId="{37C0BC9E-8DDA-BE4D-852E-66933C4EDE49}" type="presParOf" srcId="{A5F3CAF4-4903-FA40-BB28-0693EA054B31}" destId="{4AF533EF-AC5C-F146-9297-209858BC17E8}" srcOrd="0" destOrd="0" presId="urn:microsoft.com/office/officeart/2005/8/layout/orgChart1"/>
    <dgm:cxn modelId="{DC9AC039-F3EF-E641-86F1-857BDE8C8D91}" type="presParOf" srcId="{A5F3CAF4-4903-FA40-BB28-0693EA054B31}" destId="{16E643A8-E3C7-3B4B-A0F5-DE5390C3385B}" srcOrd="1" destOrd="0" presId="urn:microsoft.com/office/officeart/2005/8/layout/orgChart1"/>
    <dgm:cxn modelId="{FF7DCCCA-B761-1242-8C1A-A2B8B8D78A8C}" type="presParOf" srcId="{16E643A8-E3C7-3B4B-A0F5-DE5390C3385B}" destId="{91C66BD5-03CB-D941-997D-707CC28F34E8}" srcOrd="0" destOrd="0" presId="urn:microsoft.com/office/officeart/2005/8/layout/orgChart1"/>
    <dgm:cxn modelId="{9CF6F11F-2133-034E-9CD3-F363C7602A91}" type="presParOf" srcId="{91C66BD5-03CB-D941-997D-707CC28F34E8}" destId="{A970FFD6-0849-B642-B3CE-152F8B5424AF}" srcOrd="0" destOrd="0" presId="urn:microsoft.com/office/officeart/2005/8/layout/orgChart1"/>
    <dgm:cxn modelId="{57E73DB3-2F84-DA48-88D8-64C11A6F6109}" type="presParOf" srcId="{91C66BD5-03CB-D941-997D-707CC28F34E8}" destId="{8D7E1541-998D-EF41-8AEE-6ECECE5F4B82}" srcOrd="1" destOrd="0" presId="urn:microsoft.com/office/officeart/2005/8/layout/orgChart1"/>
    <dgm:cxn modelId="{83303BBB-7076-6B4D-8704-A1AB0004FE86}" type="presParOf" srcId="{16E643A8-E3C7-3B4B-A0F5-DE5390C3385B}" destId="{4ED59555-037F-E841-B706-08C594D30B4D}" srcOrd="1" destOrd="0" presId="urn:microsoft.com/office/officeart/2005/8/layout/orgChart1"/>
    <dgm:cxn modelId="{4DF95564-25B5-3E41-A588-70A3863FE292}" type="presParOf" srcId="{16E643A8-E3C7-3B4B-A0F5-DE5390C3385B}" destId="{C873FDEE-28E6-9A48-9569-4CB9C09953D3}" srcOrd="2" destOrd="0" presId="urn:microsoft.com/office/officeart/2005/8/layout/orgChart1"/>
    <dgm:cxn modelId="{5B5ABFD0-D8A6-D243-9D9A-10A2EC445147}" type="presParOf" srcId="{A5F3CAF4-4903-FA40-BB28-0693EA054B31}" destId="{72EE3D6B-8011-4744-A7B5-560B38A2B77A}" srcOrd="2" destOrd="0" presId="urn:microsoft.com/office/officeart/2005/8/layout/orgChart1"/>
    <dgm:cxn modelId="{ABADE899-1DB8-F545-A024-13F9E8903307}" type="presParOf" srcId="{A5F3CAF4-4903-FA40-BB28-0693EA054B31}" destId="{73170E9C-F3AC-EC49-9D82-07AB88592048}" srcOrd="3" destOrd="0" presId="urn:microsoft.com/office/officeart/2005/8/layout/orgChart1"/>
    <dgm:cxn modelId="{35552D2E-9CAF-6D46-B000-69ACC29B6585}" type="presParOf" srcId="{73170E9C-F3AC-EC49-9D82-07AB88592048}" destId="{31A6A89C-F15F-7A44-83DF-CF9FFD52AAA7}" srcOrd="0" destOrd="0" presId="urn:microsoft.com/office/officeart/2005/8/layout/orgChart1"/>
    <dgm:cxn modelId="{988A0C52-C278-6E40-9C79-CF8145958D50}" type="presParOf" srcId="{31A6A89C-F15F-7A44-83DF-CF9FFD52AAA7}" destId="{E1DDCEE0-5276-7844-89B5-8B5F49EFA700}" srcOrd="0" destOrd="0" presId="urn:microsoft.com/office/officeart/2005/8/layout/orgChart1"/>
    <dgm:cxn modelId="{E7493995-150C-BB42-B1D1-4522F827BB85}" type="presParOf" srcId="{31A6A89C-F15F-7A44-83DF-CF9FFD52AAA7}" destId="{D86F592E-8E89-EF48-B38F-CB887D9F520E}" srcOrd="1" destOrd="0" presId="urn:microsoft.com/office/officeart/2005/8/layout/orgChart1"/>
    <dgm:cxn modelId="{7CE520D6-B4B4-7543-97D8-1DE57B48C20C}" type="presParOf" srcId="{73170E9C-F3AC-EC49-9D82-07AB88592048}" destId="{B3427CBD-433A-A54A-94C5-175A4BBCF462}" srcOrd="1" destOrd="0" presId="urn:microsoft.com/office/officeart/2005/8/layout/orgChart1"/>
    <dgm:cxn modelId="{8986B2C0-AB4C-CF4B-84B0-2D444FF68F02}" type="presParOf" srcId="{73170E9C-F3AC-EC49-9D82-07AB88592048}" destId="{A088A0D4-75C5-9449-AEF5-1C465745ECBF}" srcOrd="2" destOrd="0" presId="urn:microsoft.com/office/officeart/2005/8/layout/orgChart1"/>
    <dgm:cxn modelId="{7109A6D2-EEEB-714E-9B90-D1B4FC2AF33A}" type="presParOf" srcId="{A5F3CAF4-4903-FA40-BB28-0693EA054B31}" destId="{203862C5-D2E9-3440-91FB-5A6C20EC1201}" srcOrd="4" destOrd="0" presId="urn:microsoft.com/office/officeart/2005/8/layout/orgChart1"/>
    <dgm:cxn modelId="{FEF00620-00AE-2D4A-9A13-9E14DC6B050F}" type="presParOf" srcId="{A5F3CAF4-4903-FA40-BB28-0693EA054B31}" destId="{8DE109AF-38EB-F745-B5E0-F05BF56143D9}" srcOrd="5" destOrd="0" presId="urn:microsoft.com/office/officeart/2005/8/layout/orgChart1"/>
    <dgm:cxn modelId="{BC11C82E-752A-CE48-8DA2-708EE66EC7D0}" type="presParOf" srcId="{8DE109AF-38EB-F745-B5E0-F05BF56143D9}" destId="{6591C274-94CC-FF4A-A91C-44A44A1ED2F5}" srcOrd="0" destOrd="0" presId="urn:microsoft.com/office/officeart/2005/8/layout/orgChart1"/>
    <dgm:cxn modelId="{C6DA677D-1B81-554B-ADD1-5A59FA953CEC}" type="presParOf" srcId="{6591C274-94CC-FF4A-A91C-44A44A1ED2F5}" destId="{0FD93061-CFDB-E244-8E93-8D7CD25DD9BA}" srcOrd="0" destOrd="0" presId="urn:microsoft.com/office/officeart/2005/8/layout/orgChart1"/>
    <dgm:cxn modelId="{E7175E11-FF5A-AF4E-90BF-518AEB64222D}" type="presParOf" srcId="{6591C274-94CC-FF4A-A91C-44A44A1ED2F5}" destId="{2C7BB217-6A62-824B-B855-8BAA09E86290}" srcOrd="1" destOrd="0" presId="urn:microsoft.com/office/officeart/2005/8/layout/orgChart1"/>
    <dgm:cxn modelId="{700B12A7-EE93-6848-A686-433538573A47}" type="presParOf" srcId="{8DE109AF-38EB-F745-B5E0-F05BF56143D9}" destId="{FAE43B75-B9DE-274E-AC1C-F85EB8C9D24F}" srcOrd="1" destOrd="0" presId="urn:microsoft.com/office/officeart/2005/8/layout/orgChart1"/>
    <dgm:cxn modelId="{B100E784-6A5F-4D4F-9D32-1F82C09FA296}" type="presParOf" srcId="{8DE109AF-38EB-F745-B5E0-F05BF56143D9}" destId="{F40BD6DF-1DF0-AE40-A4DD-F3014541E7B0}" srcOrd="2" destOrd="0" presId="urn:microsoft.com/office/officeart/2005/8/layout/orgChart1"/>
    <dgm:cxn modelId="{D02E7A10-FA58-9648-ABFB-C92C71988B84}" type="presParOf" srcId="{A5F3CAF4-4903-FA40-BB28-0693EA054B31}" destId="{F216F775-A191-EF49-A4C1-0D30FC2816B3}" srcOrd="6" destOrd="0" presId="urn:microsoft.com/office/officeart/2005/8/layout/orgChart1"/>
    <dgm:cxn modelId="{7A3D1254-A873-3A46-9372-F67E4719C36A}" type="presParOf" srcId="{A5F3CAF4-4903-FA40-BB28-0693EA054B31}" destId="{254788BB-AB4B-F14F-84E2-68849AB2A0FB}" srcOrd="7" destOrd="0" presId="urn:microsoft.com/office/officeart/2005/8/layout/orgChart1"/>
    <dgm:cxn modelId="{CCB81ABA-914B-C447-A70B-FCDC21DBD8A9}" type="presParOf" srcId="{254788BB-AB4B-F14F-84E2-68849AB2A0FB}" destId="{F53D41ED-E529-2A4C-BE8E-E0F22B4756A0}" srcOrd="0" destOrd="0" presId="urn:microsoft.com/office/officeart/2005/8/layout/orgChart1"/>
    <dgm:cxn modelId="{02BF7676-B4C5-764D-8BA4-DAF3C3B9E388}" type="presParOf" srcId="{F53D41ED-E529-2A4C-BE8E-E0F22B4756A0}" destId="{EFF8C666-92C1-8B42-9F57-434C2D0C3F75}" srcOrd="0" destOrd="0" presId="urn:microsoft.com/office/officeart/2005/8/layout/orgChart1"/>
    <dgm:cxn modelId="{B4157E97-4EB9-D246-82FA-AC9F5C33727D}" type="presParOf" srcId="{F53D41ED-E529-2A4C-BE8E-E0F22B4756A0}" destId="{F253EB9E-3804-2740-9D5F-A6213A6A5620}" srcOrd="1" destOrd="0" presId="urn:microsoft.com/office/officeart/2005/8/layout/orgChart1"/>
    <dgm:cxn modelId="{35F0B397-59A3-5D40-9CF8-F3B00D1B9B7E}" type="presParOf" srcId="{254788BB-AB4B-F14F-84E2-68849AB2A0FB}" destId="{B20AC632-BF2E-2649-8B53-E467D1336FC1}" srcOrd="1" destOrd="0" presId="urn:microsoft.com/office/officeart/2005/8/layout/orgChart1"/>
    <dgm:cxn modelId="{15F2850E-BD82-9D4F-8B8A-93326525E89B}" type="presParOf" srcId="{B20AC632-BF2E-2649-8B53-E467D1336FC1}" destId="{BC0EE472-7680-DB4D-A03F-E564B31E7B16}" srcOrd="0" destOrd="0" presId="urn:microsoft.com/office/officeart/2005/8/layout/orgChart1"/>
    <dgm:cxn modelId="{AF306A7F-0BB1-FE42-BFF1-F3F816D490FF}" type="presParOf" srcId="{B20AC632-BF2E-2649-8B53-E467D1336FC1}" destId="{70077F5C-5124-DB4A-8764-34AE7CCF4558}" srcOrd="1" destOrd="0" presId="urn:microsoft.com/office/officeart/2005/8/layout/orgChart1"/>
    <dgm:cxn modelId="{61A92C9E-0F73-3143-BD6B-6EF242D52683}" type="presParOf" srcId="{70077F5C-5124-DB4A-8764-34AE7CCF4558}" destId="{B480CAB2-B08F-B941-BBB1-BCFD3EE4C99D}" srcOrd="0" destOrd="0" presId="urn:microsoft.com/office/officeart/2005/8/layout/orgChart1"/>
    <dgm:cxn modelId="{B49D1D63-1ABD-4346-88D1-EBB392F5535B}" type="presParOf" srcId="{B480CAB2-B08F-B941-BBB1-BCFD3EE4C99D}" destId="{6AEF0282-7399-0445-963B-3118D4E5B111}" srcOrd="0" destOrd="0" presId="urn:microsoft.com/office/officeart/2005/8/layout/orgChart1"/>
    <dgm:cxn modelId="{9E86F4D3-C75D-164C-86D2-2BA685D7F8ED}" type="presParOf" srcId="{B480CAB2-B08F-B941-BBB1-BCFD3EE4C99D}" destId="{E5C4ABB9-D51C-F14C-B38C-2CDCC6D2F895}" srcOrd="1" destOrd="0" presId="urn:microsoft.com/office/officeart/2005/8/layout/orgChart1"/>
    <dgm:cxn modelId="{DD596336-6146-2E47-9E16-E7C65B93A14D}" type="presParOf" srcId="{70077F5C-5124-DB4A-8764-34AE7CCF4558}" destId="{DF3EF71F-A1E9-EF49-82CA-DD11D3087B1C}" srcOrd="1" destOrd="0" presId="urn:microsoft.com/office/officeart/2005/8/layout/orgChart1"/>
    <dgm:cxn modelId="{6A64E1D0-0264-074C-8A05-1536F06D9C06}" type="presParOf" srcId="{70077F5C-5124-DB4A-8764-34AE7CCF4558}" destId="{15D358C2-71BE-6F43-ACE0-66761B63B55B}" srcOrd="2" destOrd="0" presId="urn:microsoft.com/office/officeart/2005/8/layout/orgChart1"/>
    <dgm:cxn modelId="{3646AC9C-352F-6F4C-A169-4FD7204ED7C6}" type="presParOf" srcId="{254788BB-AB4B-F14F-84E2-68849AB2A0FB}" destId="{11F1AB2F-D5E8-3D4E-B401-68125FB23C13}" srcOrd="2" destOrd="0" presId="urn:microsoft.com/office/officeart/2005/8/layout/orgChart1"/>
    <dgm:cxn modelId="{31584990-5704-554E-8AD8-299266BBA5EE}" type="presParOf" srcId="{A5F3CAF4-4903-FA40-BB28-0693EA054B31}" destId="{1B58F0DC-1F9D-C949-AEDC-A5898C910746}" srcOrd="8" destOrd="0" presId="urn:microsoft.com/office/officeart/2005/8/layout/orgChart1"/>
    <dgm:cxn modelId="{C42616E0-6185-9042-A541-22DC15F17C90}" type="presParOf" srcId="{A5F3CAF4-4903-FA40-BB28-0693EA054B31}" destId="{46045D83-7E2C-284A-9FFB-5F4F181F645A}" srcOrd="9" destOrd="0" presId="urn:microsoft.com/office/officeart/2005/8/layout/orgChart1"/>
    <dgm:cxn modelId="{C494E8F2-D865-7644-AFD2-C9C4F54706FF}" type="presParOf" srcId="{46045D83-7E2C-284A-9FFB-5F4F181F645A}" destId="{76F80E27-D217-9343-BDB2-7071A095D868}" srcOrd="0" destOrd="0" presId="urn:microsoft.com/office/officeart/2005/8/layout/orgChart1"/>
    <dgm:cxn modelId="{0CAABFF6-6F2C-4E40-8E7F-06B8F90AA26F}" type="presParOf" srcId="{76F80E27-D217-9343-BDB2-7071A095D868}" destId="{958B4CB3-5875-6E43-B3D0-A7AB62B5E333}" srcOrd="0" destOrd="0" presId="urn:microsoft.com/office/officeart/2005/8/layout/orgChart1"/>
    <dgm:cxn modelId="{D75D9AED-7AAF-144D-97FA-691FCB501224}" type="presParOf" srcId="{76F80E27-D217-9343-BDB2-7071A095D868}" destId="{02837389-B7DB-5F46-B4BF-10400E938648}" srcOrd="1" destOrd="0" presId="urn:microsoft.com/office/officeart/2005/8/layout/orgChart1"/>
    <dgm:cxn modelId="{A456E89C-F42A-B74D-A394-8828D037DAE3}" type="presParOf" srcId="{46045D83-7E2C-284A-9FFB-5F4F181F645A}" destId="{3FC63044-80E9-084D-9DF4-C6F96E4A44EC}" srcOrd="1" destOrd="0" presId="urn:microsoft.com/office/officeart/2005/8/layout/orgChart1"/>
    <dgm:cxn modelId="{EDBA9F54-33C7-4E4D-8E05-AD1FB0E9EF37}" type="presParOf" srcId="{46045D83-7E2C-284A-9FFB-5F4F181F645A}" destId="{2A9E6537-F58C-B840-A7EF-D19DA9A95FB5}" srcOrd="2" destOrd="0" presId="urn:microsoft.com/office/officeart/2005/8/layout/orgChart1"/>
    <dgm:cxn modelId="{AC1BC4ED-87D9-D34F-81C7-00D2D381C9AF}" type="presParOf" srcId="{BE916842-77CD-5743-8F4B-E25A3D11F997}" destId="{A2A98FBE-9571-EE4D-BACC-ADF2EF778901}" srcOrd="2" destOrd="0" presId="urn:microsoft.com/office/officeart/2005/8/layout/orgChart1"/>
    <dgm:cxn modelId="{468444D8-18D9-934E-A800-703F7279AB0A}" type="presParOf" srcId="{B01CAA93-3C77-D641-BBA8-EFC7D1E71DB1}" destId="{7602D42A-0ABA-E541-A6E0-6ACEE93B77D2}" srcOrd="2" destOrd="0" presId="urn:microsoft.com/office/officeart/2005/8/layout/orgChart1"/>
    <dgm:cxn modelId="{80BDED3A-CF50-5644-AAFF-1889DFD4303E}" type="presParOf" srcId="{B01CAA93-3C77-D641-BBA8-EFC7D1E71DB1}" destId="{DAA5A537-02BC-4349-9AFD-01DB4D6B7FAE}" srcOrd="3" destOrd="0" presId="urn:microsoft.com/office/officeart/2005/8/layout/orgChart1"/>
    <dgm:cxn modelId="{43A8681A-30B5-0849-BE5E-2DD9623A6D71}" type="presParOf" srcId="{DAA5A537-02BC-4349-9AFD-01DB4D6B7FAE}" destId="{4D23E449-5FBE-D949-AC41-A191B1401D7C}" srcOrd="0" destOrd="0" presId="urn:microsoft.com/office/officeart/2005/8/layout/orgChart1"/>
    <dgm:cxn modelId="{7B070CC8-2A63-7E42-8175-35B20994EFBA}" type="presParOf" srcId="{4D23E449-5FBE-D949-AC41-A191B1401D7C}" destId="{476B6A89-EB27-2B41-A1F3-BB6CFA88AC45}" srcOrd="0" destOrd="0" presId="urn:microsoft.com/office/officeart/2005/8/layout/orgChart1"/>
    <dgm:cxn modelId="{BC41F193-A27E-CB42-8331-CE3DE911495D}" type="presParOf" srcId="{4D23E449-5FBE-D949-AC41-A191B1401D7C}" destId="{C5B5579B-55BF-FB49-AE1E-A47DE980F12E}" srcOrd="1" destOrd="0" presId="urn:microsoft.com/office/officeart/2005/8/layout/orgChart1"/>
    <dgm:cxn modelId="{E65CBC74-208A-AA42-AFF8-6ECED2EC48DF}" type="presParOf" srcId="{DAA5A537-02BC-4349-9AFD-01DB4D6B7FAE}" destId="{3F07CF3F-81E2-BA4B-B6AD-98F3582F9C23}" srcOrd="1" destOrd="0" presId="urn:microsoft.com/office/officeart/2005/8/layout/orgChart1"/>
    <dgm:cxn modelId="{206FAE60-070D-644B-910F-C7F9717ECADB}" type="presParOf" srcId="{3F07CF3F-81E2-BA4B-B6AD-98F3582F9C23}" destId="{E32CF58A-20F6-564B-B10A-2E301A417EC7}" srcOrd="0" destOrd="0" presId="urn:microsoft.com/office/officeart/2005/8/layout/orgChart1"/>
    <dgm:cxn modelId="{36CF0EBE-CCD9-C34A-8FCF-E66B3CE3F3AF}" type="presParOf" srcId="{3F07CF3F-81E2-BA4B-B6AD-98F3582F9C23}" destId="{382FC344-19C8-2F4E-BB2B-CB7074D85608}" srcOrd="1" destOrd="0" presId="urn:microsoft.com/office/officeart/2005/8/layout/orgChart1"/>
    <dgm:cxn modelId="{BB331AFF-4585-B847-8A3F-E38D5F5512AC}" type="presParOf" srcId="{382FC344-19C8-2F4E-BB2B-CB7074D85608}" destId="{1CB23460-6A4C-9B4C-9A57-CBFF1050BDC2}" srcOrd="0" destOrd="0" presId="urn:microsoft.com/office/officeart/2005/8/layout/orgChart1"/>
    <dgm:cxn modelId="{43008C90-4EFA-104D-8812-FC2F2C7DF235}" type="presParOf" srcId="{1CB23460-6A4C-9B4C-9A57-CBFF1050BDC2}" destId="{1FD1784A-65A2-B44D-8DCF-E26A4CD89E8C}" srcOrd="0" destOrd="0" presId="urn:microsoft.com/office/officeart/2005/8/layout/orgChart1"/>
    <dgm:cxn modelId="{02695CE2-5F50-6746-8BD1-6EE413727BE8}" type="presParOf" srcId="{1CB23460-6A4C-9B4C-9A57-CBFF1050BDC2}" destId="{32CE23AF-7754-4D40-839F-9825C114591C}" srcOrd="1" destOrd="0" presId="urn:microsoft.com/office/officeart/2005/8/layout/orgChart1"/>
    <dgm:cxn modelId="{92364F28-83F8-B64A-88A0-F5B2B8D7410B}" type="presParOf" srcId="{382FC344-19C8-2F4E-BB2B-CB7074D85608}" destId="{3A4A04A4-2D40-0847-856E-3766A7282BD6}" srcOrd="1" destOrd="0" presId="urn:microsoft.com/office/officeart/2005/8/layout/orgChart1"/>
    <dgm:cxn modelId="{A8C793F7-B16B-6B44-B9F8-5910D3D943AB}" type="presParOf" srcId="{382FC344-19C8-2F4E-BB2B-CB7074D85608}" destId="{73887F95-0ECD-D544-A688-6C9239A05C39}" srcOrd="2" destOrd="0" presId="urn:microsoft.com/office/officeart/2005/8/layout/orgChart1"/>
    <dgm:cxn modelId="{DA1F16B5-F54E-3B44-82FA-36FF273E53EB}" type="presParOf" srcId="{3F07CF3F-81E2-BA4B-B6AD-98F3582F9C23}" destId="{CEC5EB4E-4ECC-6A44-91BC-2F6FF75ECBD6}" srcOrd="2" destOrd="0" presId="urn:microsoft.com/office/officeart/2005/8/layout/orgChart1"/>
    <dgm:cxn modelId="{1DF46136-99C7-2140-BE30-6BDF8583A23B}" type="presParOf" srcId="{3F07CF3F-81E2-BA4B-B6AD-98F3582F9C23}" destId="{DC0D8F92-B647-394B-BE40-A51142223D33}" srcOrd="3" destOrd="0" presId="urn:microsoft.com/office/officeart/2005/8/layout/orgChart1"/>
    <dgm:cxn modelId="{08EBFDF7-DE23-F64F-8D88-400215CD54D7}" type="presParOf" srcId="{DC0D8F92-B647-394B-BE40-A51142223D33}" destId="{FB8428B1-F9BE-4E40-9F35-F34DC0D24EFB}" srcOrd="0" destOrd="0" presId="urn:microsoft.com/office/officeart/2005/8/layout/orgChart1"/>
    <dgm:cxn modelId="{C16D1931-5F18-CD4A-A27C-64830A807213}" type="presParOf" srcId="{FB8428B1-F9BE-4E40-9F35-F34DC0D24EFB}" destId="{F70FE370-FD15-6D4E-971A-2D113AE2AB1F}" srcOrd="0" destOrd="0" presId="urn:microsoft.com/office/officeart/2005/8/layout/orgChart1"/>
    <dgm:cxn modelId="{02A6F13E-33DB-434A-BC92-DB30E7F70F51}" type="presParOf" srcId="{FB8428B1-F9BE-4E40-9F35-F34DC0D24EFB}" destId="{DF2FF0EA-FED0-2E4B-A50B-6E55201636A2}" srcOrd="1" destOrd="0" presId="urn:microsoft.com/office/officeart/2005/8/layout/orgChart1"/>
    <dgm:cxn modelId="{81C4323D-E7A8-7F47-A37C-119E654C14FC}" type="presParOf" srcId="{DC0D8F92-B647-394B-BE40-A51142223D33}" destId="{E7D1B827-8A06-F34C-AAAA-FB1C12978D2B}" srcOrd="1" destOrd="0" presId="urn:microsoft.com/office/officeart/2005/8/layout/orgChart1"/>
    <dgm:cxn modelId="{6730AFDA-5F55-AF4C-B1FE-CE3F992A0D01}" type="presParOf" srcId="{DC0D8F92-B647-394B-BE40-A51142223D33}" destId="{9A9DA123-331A-CA45-8615-F9528BF12620}" srcOrd="2" destOrd="0" presId="urn:microsoft.com/office/officeart/2005/8/layout/orgChart1"/>
    <dgm:cxn modelId="{AC91FBFB-1065-2D48-8B82-9CCF41B6A750}" type="presParOf" srcId="{3F07CF3F-81E2-BA4B-B6AD-98F3582F9C23}" destId="{57201067-6BA6-7548-9B8B-E30BBABD639A}" srcOrd="4" destOrd="0" presId="urn:microsoft.com/office/officeart/2005/8/layout/orgChart1"/>
    <dgm:cxn modelId="{B925926F-CF2D-734C-8221-D341C8526EA4}" type="presParOf" srcId="{3F07CF3F-81E2-BA4B-B6AD-98F3582F9C23}" destId="{F89ACE65-63F8-694E-A494-41B174B03E8E}" srcOrd="5" destOrd="0" presId="urn:microsoft.com/office/officeart/2005/8/layout/orgChart1"/>
    <dgm:cxn modelId="{300141CA-188F-704B-B14E-E1DD1DC484A8}" type="presParOf" srcId="{F89ACE65-63F8-694E-A494-41B174B03E8E}" destId="{B319042A-EA18-4849-A200-2757656548CC}" srcOrd="0" destOrd="0" presId="urn:microsoft.com/office/officeart/2005/8/layout/orgChart1"/>
    <dgm:cxn modelId="{219956B0-F2CB-604A-A4BD-22ED826D0B29}" type="presParOf" srcId="{B319042A-EA18-4849-A200-2757656548CC}" destId="{6003C7CA-B08D-264D-8790-0687099563D7}" srcOrd="0" destOrd="0" presId="urn:microsoft.com/office/officeart/2005/8/layout/orgChart1"/>
    <dgm:cxn modelId="{5E1DC026-06FA-5B4B-AA18-1BD695A2BDA6}" type="presParOf" srcId="{B319042A-EA18-4849-A200-2757656548CC}" destId="{579EB125-E374-5743-A5D4-F0044582381C}" srcOrd="1" destOrd="0" presId="urn:microsoft.com/office/officeart/2005/8/layout/orgChart1"/>
    <dgm:cxn modelId="{BF043E17-E4B4-FD48-8A50-BEFBB1E779D7}" type="presParOf" srcId="{F89ACE65-63F8-694E-A494-41B174B03E8E}" destId="{4C20DF78-4B7F-ED45-B2E8-2D6248BD864F}" srcOrd="1" destOrd="0" presId="urn:microsoft.com/office/officeart/2005/8/layout/orgChart1"/>
    <dgm:cxn modelId="{3129062D-78A1-2646-9565-FB8A4AA6191B}" type="presParOf" srcId="{F89ACE65-63F8-694E-A494-41B174B03E8E}" destId="{6BDA8613-0149-8748-BA06-F952CE3783E5}" srcOrd="2" destOrd="0" presId="urn:microsoft.com/office/officeart/2005/8/layout/orgChart1"/>
    <dgm:cxn modelId="{B20448C0-D48D-B04F-9E8C-A07CA79A3996}" type="presParOf" srcId="{DAA5A537-02BC-4349-9AFD-01DB4D6B7FAE}" destId="{08B4D20E-791A-1C43-9F84-190799FFD6F9}" srcOrd="2" destOrd="0" presId="urn:microsoft.com/office/officeart/2005/8/layout/orgChart1"/>
    <dgm:cxn modelId="{792669D1-FC5D-DB4B-8E97-EF956DD172C7}" type="presParOf" srcId="{B01CAA93-3C77-D641-BBA8-EFC7D1E71DB1}" destId="{C14CA6E4-4DCE-3E42-9F59-12283949E3CF}" srcOrd="4" destOrd="0" presId="urn:microsoft.com/office/officeart/2005/8/layout/orgChart1"/>
    <dgm:cxn modelId="{D19C4DFA-99D5-8841-93A9-8757C7273D97}" type="presParOf" srcId="{B01CAA93-3C77-D641-BBA8-EFC7D1E71DB1}" destId="{9851AABB-A744-8540-B02F-940E2B97AF00}" srcOrd="5" destOrd="0" presId="urn:microsoft.com/office/officeart/2005/8/layout/orgChart1"/>
    <dgm:cxn modelId="{036E50F7-332A-3640-B101-C40C2F0F547E}" type="presParOf" srcId="{9851AABB-A744-8540-B02F-940E2B97AF00}" destId="{26055621-2CA6-CC4B-8F3A-51DB18339B50}" srcOrd="0" destOrd="0" presId="urn:microsoft.com/office/officeart/2005/8/layout/orgChart1"/>
    <dgm:cxn modelId="{AF39A866-19E4-724B-AEBC-DA8597600FBC}" type="presParOf" srcId="{26055621-2CA6-CC4B-8F3A-51DB18339B50}" destId="{5AA79ED1-4507-DB40-B85D-09E61BDA10FE}" srcOrd="0" destOrd="0" presId="urn:microsoft.com/office/officeart/2005/8/layout/orgChart1"/>
    <dgm:cxn modelId="{6A81651D-8B8E-F34C-AB8D-ECD1DAF85C9D}" type="presParOf" srcId="{26055621-2CA6-CC4B-8F3A-51DB18339B50}" destId="{3CC8FD6E-3B37-554E-9500-4E79C5890D1A}" srcOrd="1" destOrd="0" presId="urn:microsoft.com/office/officeart/2005/8/layout/orgChart1"/>
    <dgm:cxn modelId="{1D3D273B-BF40-1A4A-AD75-4EC7EAF0F481}" type="presParOf" srcId="{9851AABB-A744-8540-B02F-940E2B97AF00}" destId="{9DE7D6B3-83FA-1E41-94C9-E978217EF89B}" srcOrd="1" destOrd="0" presId="urn:microsoft.com/office/officeart/2005/8/layout/orgChart1"/>
    <dgm:cxn modelId="{188DA585-BED6-5848-A6A6-6B1A1E8DBEB8}" type="presParOf" srcId="{9DE7D6B3-83FA-1E41-94C9-E978217EF89B}" destId="{81DB4345-D85F-E948-8CE1-380C4FB01150}" srcOrd="0" destOrd="0" presId="urn:microsoft.com/office/officeart/2005/8/layout/orgChart1"/>
    <dgm:cxn modelId="{E1882E8E-5537-5240-B29A-5281C303844C}" type="presParOf" srcId="{9DE7D6B3-83FA-1E41-94C9-E978217EF89B}" destId="{804B6428-9416-6243-BCB3-8D0307992629}" srcOrd="1" destOrd="0" presId="urn:microsoft.com/office/officeart/2005/8/layout/orgChart1"/>
    <dgm:cxn modelId="{16935B73-A78E-574D-B462-0670727EA151}" type="presParOf" srcId="{804B6428-9416-6243-BCB3-8D0307992629}" destId="{20DFEF72-D789-0F4F-BF67-2B7C1784C0E7}" srcOrd="0" destOrd="0" presId="urn:microsoft.com/office/officeart/2005/8/layout/orgChart1"/>
    <dgm:cxn modelId="{24247583-BD6C-794D-9ADD-087A2741FCCA}" type="presParOf" srcId="{20DFEF72-D789-0F4F-BF67-2B7C1784C0E7}" destId="{4A8DCAC1-01C1-B04D-BD82-E005461C51C8}" srcOrd="0" destOrd="0" presId="urn:microsoft.com/office/officeart/2005/8/layout/orgChart1"/>
    <dgm:cxn modelId="{E614D315-AC36-4043-8EA4-994B8A7EA6C8}" type="presParOf" srcId="{20DFEF72-D789-0F4F-BF67-2B7C1784C0E7}" destId="{DF9F6120-FDFD-364E-94B2-8DF98499A938}" srcOrd="1" destOrd="0" presId="urn:microsoft.com/office/officeart/2005/8/layout/orgChart1"/>
    <dgm:cxn modelId="{DA8CF2B2-7D14-EF4A-BFA5-9145F26DD1AA}" type="presParOf" srcId="{804B6428-9416-6243-BCB3-8D0307992629}" destId="{0C512016-6D82-9B4F-B129-475293880BB2}" srcOrd="1" destOrd="0" presId="urn:microsoft.com/office/officeart/2005/8/layout/orgChart1"/>
    <dgm:cxn modelId="{23CDBFDD-9AA0-EB46-9895-401169D8EB0F}" type="presParOf" srcId="{804B6428-9416-6243-BCB3-8D0307992629}" destId="{AED2B77C-3A14-EB49-AF53-754E2A5AA552}" srcOrd="2" destOrd="0" presId="urn:microsoft.com/office/officeart/2005/8/layout/orgChart1"/>
    <dgm:cxn modelId="{2811DB70-9D63-4A4A-AF1C-EB125E760B77}" type="presParOf" srcId="{9DE7D6B3-83FA-1E41-94C9-E978217EF89B}" destId="{DB3565F5-65D2-0347-BB65-B8A9EBDCCB45}" srcOrd="2" destOrd="0" presId="urn:microsoft.com/office/officeart/2005/8/layout/orgChart1"/>
    <dgm:cxn modelId="{6EDDB2AF-221C-634D-A54F-6105C43C5910}" type="presParOf" srcId="{9DE7D6B3-83FA-1E41-94C9-E978217EF89B}" destId="{57B8E001-8479-0148-A9F1-3CBB17324ADF}" srcOrd="3" destOrd="0" presId="urn:microsoft.com/office/officeart/2005/8/layout/orgChart1"/>
    <dgm:cxn modelId="{419E65E6-2428-6B43-8CA1-85162C08A44A}" type="presParOf" srcId="{57B8E001-8479-0148-A9F1-3CBB17324ADF}" destId="{C261FC11-DD15-9643-B222-C0D8CF02F4A2}" srcOrd="0" destOrd="0" presId="urn:microsoft.com/office/officeart/2005/8/layout/orgChart1"/>
    <dgm:cxn modelId="{2B71CD3E-052E-0F48-9FBE-21E29065A547}" type="presParOf" srcId="{C261FC11-DD15-9643-B222-C0D8CF02F4A2}" destId="{D9EEA361-E82D-A546-BC9B-B3878D45A58F}" srcOrd="0" destOrd="0" presId="urn:microsoft.com/office/officeart/2005/8/layout/orgChart1"/>
    <dgm:cxn modelId="{A78110AE-4ECF-F04B-9D9F-94CEF5AD33F2}" type="presParOf" srcId="{C261FC11-DD15-9643-B222-C0D8CF02F4A2}" destId="{249BD25E-9D4E-8749-978E-3738CE5E556E}" srcOrd="1" destOrd="0" presId="urn:microsoft.com/office/officeart/2005/8/layout/orgChart1"/>
    <dgm:cxn modelId="{7B2A3F94-B9BA-1C43-82A2-46CB4E3361A4}" type="presParOf" srcId="{57B8E001-8479-0148-A9F1-3CBB17324ADF}" destId="{1D798FA3-4178-7149-A5A6-49AB072CF82A}" srcOrd="1" destOrd="0" presId="urn:microsoft.com/office/officeart/2005/8/layout/orgChart1"/>
    <dgm:cxn modelId="{0D4E640E-31CC-2741-AB53-B2598C9F9376}" type="presParOf" srcId="{57B8E001-8479-0148-A9F1-3CBB17324ADF}" destId="{D94024E2-865F-664C-864C-3ADA677F7E0B}" srcOrd="2" destOrd="0" presId="urn:microsoft.com/office/officeart/2005/8/layout/orgChart1"/>
    <dgm:cxn modelId="{0062661B-7E9E-6C4C-9CC2-7AC54993A9CB}" type="presParOf" srcId="{9DE7D6B3-83FA-1E41-94C9-E978217EF89B}" destId="{CB7400ED-E7C5-F14A-B94F-CBB48A2C1C54}" srcOrd="4" destOrd="0" presId="urn:microsoft.com/office/officeart/2005/8/layout/orgChart1"/>
    <dgm:cxn modelId="{61298151-3D2F-8443-ACC5-50E896D64166}" type="presParOf" srcId="{9DE7D6B3-83FA-1E41-94C9-E978217EF89B}" destId="{EBFC30A0-771B-7D40-932F-639AF38EFC50}" srcOrd="5" destOrd="0" presId="urn:microsoft.com/office/officeart/2005/8/layout/orgChart1"/>
    <dgm:cxn modelId="{CDADAB71-E70E-F94E-A01E-746B71DC20F5}" type="presParOf" srcId="{EBFC30A0-771B-7D40-932F-639AF38EFC50}" destId="{B681ADEF-89B2-2A4D-B419-A89A23B09E15}" srcOrd="0" destOrd="0" presId="urn:microsoft.com/office/officeart/2005/8/layout/orgChart1"/>
    <dgm:cxn modelId="{F38DE816-0B6A-3941-9CBF-4D5DBE26D06F}" type="presParOf" srcId="{B681ADEF-89B2-2A4D-B419-A89A23B09E15}" destId="{4E8D78DF-8893-0945-BFED-6C730A73778F}" srcOrd="0" destOrd="0" presId="urn:microsoft.com/office/officeart/2005/8/layout/orgChart1"/>
    <dgm:cxn modelId="{E3341E69-3935-054D-B1AD-65AEB6CF424C}" type="presParOf" srcId="{B681ADEF-89B2-2A4D-B419-A89A23B09E15}" destId="{F2293C07-90EC-D347-AFCA-30DD2B00E230}" srcOrd="1" destOrd="0" presId="urn:microsoft.com/office/officeart/2005/8/layout/orgChart1"/>
    <dgm:cxn modelId="{35140068-71BB-B940-958E-E42584DCDEFE}" type="presParOf" srcId="{EBFC30A0-771B-7D40-932F-639AF38EFC50}" destId="{EF558A7B-48A8-AD44-82EC-1881D1B15262}" srcOrd="1" destOrd="0" presId="urn:microsoft.com/office/officeart/2005/8/layout/orgChart1"/>
    <dgm:cxn modelId="{47257210-242A-DB4B-9B1B-2438D023C933}" type="presParOf" srcId="{EBFC30A0-771B-7D40-932F-639AF38EFC50}" destId="{B8491DD3-1469-014D-B15F-251F6D2EA2B3}" srcOrd="2" destOrd="0" presId="urn:microsoft.com/office/officeart/2005/8/layout/orgChart1"/>
    <dgm:cxn modelId="{1A28D37C-3F58-5149-A1F3-E96574B3C973}" type="presParOf" srcId="{9DE7D6B3-83FA-1E41-94C9-E978217EF89B}" destId="{B45EBA81-0E07-C34E-9B87-FC331067BC31}" srcOrd="6" destOrd="0" presId="urn:microsoft.com/office/officeart/2005/8/layout/orgChart1"/>
    <dgm:cxn modelId="{6E03CD1A-D330-E542-BCC9-F873EAA4C370}" type="presParOf" srcId="{9DE7D6B3-83FA-1E41-94C9-E978217EF89B}" destId="{70ECA6F4-FDD3-B44C-9ECE-965090913384}" srcOrd="7" destOrd="0" presId="urn:microsoft.com/office/officeart/2005/8/layout/orgChart1"/>
    <dgm:cxn modelId="{2B039A39-8749-5545-8473-A6DB7BC8E267}" type="presParOf" srcId="{70ECA6F4-FDD3-B44C-9ECE-965090913384}" destId="{AD923231-FFB9-464A-B71D-EC869F5BF71F}" srcOrd="0" destOrd="0" presId="urn:microsoft.com/office/officeart/2005/8/layout/orgChart1"/>
    <dgm:cxn modelId="{7FEE234D-5A1A-B041-88EC-68CB3ACD975A}" type="presParOf" srcId="{AD923231-FFB9-464A-B71D-EC869F5BF71F}" destId="{59B87AFB-8201-944F-8F3B-E1BA31B3DEB9}" srcOrd="0" destOrd="0" presId="urn:microsoft.com/office/officeart/2005/8/layout/orgChart1"/>
    <dgm:cxn modelId="{1F11254D-341F-724B-9C8A-8B78E17819CF}" type="presParOf" srcId="{AD923231-FFB9-464A-B71D-EC869F5BF71F}" destId="{3687380E-650B-024D-A6E7-546F98B72180}" srcOrd="1" destOrd="0" presId="urn:microsoft.com/office/officeart/2005/8/layout/orgChart1"/>
    <dgm:cxn modelId="{5F32E306-18A9-1941-B494-1116C8211D7D}" type="presParOf" srcId="{70ECA6F4-FDD3-B44C-9ECE-965090913384}" destId="{10BA9569-DE04-2043-9794-EC73832AE9D9}" srcOrd="1" destOrd="0" presId="urn:microsoft.com/office/officeart/2005/8/layout/orgChart1"/>
    <dgm:cxn modelId="{5EF8C31B-A443-1A4D-98D6-8DDE21766D7D}" type="presParOf" srcId="{70ECA6F4-FDD3-B44C-9ECE-965090913384}" destId="{56D10CB1-E0D1-2A47-B281-77463E15E203}" srcOrd="2" destOrd="0" presId="urn:microsoft.com/office/officeart/2005/8/layout/orgChart1"/>
    <dgm:cxn modelId="{D68E7FA5-582A-8541-86F3-7D88F16F3723}" type="presParOf" srcId="{9DE7D6B3-83FA-1E41-94C9-E978217EF89B}" destId="{351DFE60-63E9-5B4E-8DBA-AC62C97DE8BA}" srcOrd="8" destOrd="0" presId="urn:microsoft.com/office/officeart/2005/8/layout/orgChart1"/>
    <dgm:cxn modelId="{8C058998-DDBD-2445-8B1B-3F6B72DE5DAC}" type="presParOf" srcId="{9DE7D6B3-83FA-1E41-94C9-E978217EF89B}" destId="{D3C088C0-1F8C-7942-9641-B4599D6D54F3}" srcOrd="9" destOrd="0" presId="urn:microsoft.com/office/officeart/2005/8/layout/orgChart1"/>
    <dgm:cxn modelId="{FF16EAF3-F6A6-4444-8945-848FD0CA412B}" type="presParOf" srcId="{D3C088C0-1F8C-7942-9641-B4599D6D54F3}" destId="{45CF026E-8A78-2042-B4D3-E1B0A80896BC}" srcOrd="0" destOrd="0" presId="urn:microsoft.com/office/officeart/2005/8/layout/orgChart1"/>
    <dgm:cxn modelId="{46A5AF30-2C31-B944-8EC0-2D511E1AB43B}" type="presParOf" srcId="{45CF026E-8A78-2042-B4D3-E1B0A80896BC}" destId="{486D9445-1C35-614C-A5A3-F95037F18C69}" srcOrd="0" destOrd="0" presId="urn:microsoft.com/office/officeart/2005/8/layout/orgChart1"/>
    <dgm:cxn modelId="{551B220F-0B05-224C-8749-E6DDA829EA8E}" type="presParOf" srcId="{45CF026E-8A78-2042-B4D3-E1B0A80896BC}" destId="{CFF61040-CD7B-154C-B8A3-BE8799918E38}" srcOrd="1" destOrd="0" presId="urn:microsoft.com/office/officeart/2005/8/layout/orgChart1"/>
    <dgm:cxn modelId="{502DFAAF-4210-2141-AC5E-BDE70915D55C}" type="presParOf" srcId="{D3C088C0-1F8C-7942-9641-B4599D6D54F3}" destId="{14B82997-B4D6-3A44-A26C-906042A9DFDB}" srcOrd="1" destOrd="0" presId="urn:microsoft.com/office/officeart/2005/8/layout/orgChart1"/>
    <dgm:cxn modelId="{DB6FD774-83D0-7945-BFA4-52261145D35D}" type="presParOf" srcId="{D3C088C0-1F8C-7942-9641-B4599D6D54F3}" destId="{7D5EC8A8-422F-1B4F-BC06-A8F3C8400008}" srcOrd="2" destOrd="0" presId="urn:microsoft.com/office/officeart/2005/8/layout/orgChart1"/>
    <dgm:cxn modelId="{8ACDAD29-AD6A-224B-92D0-C3FB65AD0E9D}" type="presParOf" srcId="{9DE7D6B3-83FA-1E41-94C9-E978217EF89B}" destId="{63AB33CD-367C-CE40-AB00-50F85774CCDE}" srcOrd="10" destOrd="0" presId="urn:microsoft.com/office/officeart/2005/8/layout/orgChart1"/>
    <dgm:cxn modelId="{ADF40120-7E66-754E-987E-293A7AAA3E7A}" type="presParOf" srcId="{9DE7D6B3-83FA-1E41-94C9-E978217EF89B}" destId="{AF3A4A5D-EDB2-274B-AEFE-2DA3AA28510A}" srcOrd="11" destOrd="0" presId="urn:microsoft.com/office/officeart/2005/8/layout/orgChart1"/>
    <dgm:cxn modelId="{9C28CFF9-5A31-854B-B8DE-7E3EFB336448}" type="presParOf" srcId="{AF3A4A5D-EDB2-274B-AEFE-2DA3AA28510A}" destId="{6963CE0E-931C-FB44-A7D9-35A807CF4B35}" srcOrd="0" destOrd="0" presId="urn:microsoft.com/office/officeart/2005/8/layout/orgChart1"/>
    <dgm:cxn modelId="{E1CD3BAF-BC3E-4144-827C-CADA821E16F3}" type="presParOf" srcId="{6963CE0E-931C-FB44-A7D9-35A807CF4B35}" destId="{3208BBD0-6574-FF46-86EC-7FC942EF2165}" srcOrd="0" destOrd="0" presId="urn:microsoft.com/office/officeart/2005/8/layout/orgChart1"/>
    <dgm:cxn modelId="{0A5E2800-5EBF-4442-8B4F-FE9BC7C2DFEB}" type="presParOf" srcId="{6963CE0E-931C-FB44-A7D9-35A807CF4B35}" destId="{6F1B5EBB-C669-734E-94D7-2756AC7DE9F3}" srcOrd="1" destOrd="0" presId="urn:microsoft.com/office/officeart/2005/8/layout/orgChart1"/>
    <dgm:cxn modelId="{BFEF526C-A29B-F643-9262-7DC692A67091}" type="presParOf" srcId="{AF3A4A5D-EDB2-274B-AEFE-2DA3AA28510A}" destId="{81C82E65-8ADE-3749-A691-B8BB7887081C}" srcOrd="1" destOrd="0" presId="urn:microsoft.com/office/officeart/2005/8/layout/orgChart1"/>
    <dgm:cxn modelId="{E97CED1A-4C9F-D84C-A74D-1492DA0D13E5}" type="presParOf" srcId="{AF3A4A5D-EDB2-274B-AEFE-2DA3AA28510A}" destId="{1DCC8105-9FBB-8A4C-9916-A18D65407058}" srcOrd="2" destOrd="0" presId="urn:microsoft.com/office/officeart/2005/8/layout/orgChart1"/>
    <dgm:cxn modelId="{987DCEE6-8382-1148-A4D1-82BB37961DAE}" type="presParOf" srcId="{9851AABB-A744-8540-B02F-940E2B97AF00}" destId="{8D3EE50F-FB90-8A4E-96B9-E5E596E887F0}" srcOrd="2" destOrd="0" presId="urn:microsoft.com/office/officeart/2005/8/layout/orgChart1"/>
    <dgm:cxn modelId="{328F7699-F57A-FA41-AA95-237433A1020C}" type="presParOf" srcId="{B01CAA93-3C77-D641-BBA8-EFC7D1E71DB1}" destId="{43443B98-E938-B64B-B0C7-07FE4701B00B}" srcOrd="6" destOrd="0" presId="urn:microsoft.com/office/officeart/2005/8/layout/orgChart1"/>
    <dgm:cxn modelId="{54C4FEE3-A9ED-C641-8066-45F7D1A86FF9}" type="presParOf" srcId="{B01CAA93-3C77-D641-BBA8-EFC7D1E71DB1}" destId="{5A807A78-61F9-954D-B453-A4A792516FE4}" srcOrd="7" destOrd="0" presId="urn:microsoft.com/office/officeart/2005/8/layout/orgChart1"/>
    <dgm:cxn modelId="{9DE2678B-12F7-B842-89A6-7A48E3D2AB54}" type="presParOf" srcId="{5A807A78-61F9-954D-B453-A4A792516FE4}" destId="{4CC60F5E-875B-0E45-BB68-8F82BBB3844A}" srcOrd="0" destOrd="0" presId="urn:microsoft.com/office/officeart/2005/8/layout/orgChart1"/>
    <dgm:cxn modelId="{9ED7C6EE-F2EB-AC46-8BC8-F668045DF9B3}" type="presParOf" srcId="{4CC60F5E-875B-0E45-BB68-8F82BBB3844A}" destId="{E5C45381-3965-1940-AC5D-296B5FF4A72C}" srcOrd="0" destOrd="0" presId="urn:microsoft.com/office/officeart/2005/8/layout/orgChart1"/>
    <dgm:cxn modelId="{D13ECE85-3430-7F4E-AA00-8257C39E2EB0}" type="presParOf" srcId="{4CC60F5E-875B-0E45-BB68-8F82BBB3844A}" destId="{9C4EB05D-70E1-8A4A-BEB3-0B6932C5C168}" srcOrd="1" destOrd="0" presId="urn:microsoft.com/office/officeart/2005/8/layout/orgChart1"/>
    <dgm:cxn modelId="{902A4DF6-D5D4-6B40-A162-4CF43688CFEE}" type="presParOf" srcId="{5A807A78-61F9-954D-B453-A4A792516FE4}" destId="{8C12DFFC-3415-EF47-A815-AB4C8CD84B0D}" srcOrd="1" destOrd="0" presId="urn:microsoft.com/office/officeart/2005/8/layout/orgChart1"/>
    <dgm:cxn modelId="{56AA1497-3040-1D40-A086-162D5B1D16FF}" type="presParOf" srcId="{8C12DFFC-3415-EF47-A815-AB4C8CD84B0D}" destId="{314A4D2B-9592-C648-8F12-43F6DF1997F2}" srcOrd="0" destOrd="0" presId="urn:microsoft.com/office/officeart/2005/8/layout/orgChart1"/>
    <dgm:cxn modelId="{10DDEE53-C9EC-3745-9F7B-F431A8BA734B}" type="presParOf" srcId="{8C12DFFC-3415-EF47-A815-AB4C8CD84B0D}" destId="{E0332FB9-1B1D-DC43-8B30-DB676C17AD0E}" srcOrd="1" destOrd="0" presId="urn:microsoft.com/office/officeart/2005/8/layout/orgChart1"/>
    <dgm:cxn modelId="{27CE9C2A-D8F4-3144-B43A-CCEF3CD2B6AD}" type="presParOf" srcId="{E0332FB9-1B1D-DC43-8B30-DB676C17AD0E}" destId="{8C5C4C54-0D4E-194C-A88A-03D53CD4F760}" srcOrd="0" destOrd="0" presId="urn:microsoft.com/office/officeart/2005/8/layout/orgChart1"/>
    <dgm:cxn modelId="{9A79C44F-0867-4F4C-AF56-6E671D6149BE}" type="presParOf" srcId="{8C5C4C54-0D4E-194C-A88A-03D53CD4F760}" destId="{943B0FCB-851C-B447-8334-504438F19C0C}" srcOrd="0" destOrd="0" presId="urn:microsoft.com/office/officeart/2005/8/layout/orgChart1"/>
    <dgm:cxn modelId="{89E79F4A-F691-C244-A5A8-266171AFC55A}" type="presParOf" srcId="{8C5C4C54-0D4E-194C-A88A-03D53CD4F760}" destId="{2587EDD5-2328-C44C-9A87-2FE3AF5F487D}" srcOrd="1" destOrd="0" presId="urn:microsoft.com/office/officeart/2005/8/layout/orgChart1"/>
    <dgm:cxn modelId="{E1579409-24F4-274E-A3C4-A377446F33F1}" type="presParOf" srcId="{E0332FB9-1B1D-DC43-8B30-DB676C17AD0E}" destId="{619953F3-38EA-7445-96FA-AFE6F4B70393}" srcOrd="1" destOrd="0" presId="urn:microsoft.com/office/officeart/2005/8/layout/orgChart1"/>
    <dgm:cxn modelId="{C2E7A972-89D4-EF43-8EE4-06597F7ACD07}" type="presParOf" srcId="{E0332FB9-1B1D-DC43-8B30-DB676C17AD0E}" destId="{FB75FEDF-2CF7-D048-AB1F-8E496C006C7E}" srcOrd="2" destOrd="0" presId="urn:microsoft.com/office/officeart/2005/8/layout/orgChart1"/>
    <dgm:cxn modelId="{3CD199EA-0CEF-D144-BBD2-811577E18672}" type="presParOf" srcId="{8C12DFFC-3415-EF47-A815-AB4C8CD84B0D}" destId="{CA7727FB-D87F-FE47-B7D2-FE5678D0D004}" srcOrd="2" destOrd="0" presId="urn:microsoft.com/office/officeart/2005/8/layout/orgChart1"/>
    <dgm:cxn modelId="{10A1C309-29FF-0042-9A23-52D56445B191}" type="presParOf" srcId="{8C12DFFC-3415-EF47-A815-AB4C8CD84B0D}" destId="{72F693F6-95F9-AC45-AE02-3FBF8BF38BCE}" srcOrd="3" destOrd="0" presId="urn:microsoft.com/office/officeart/2005/8/layout/orgChart1"/>
    <dgm:cxn modelId="{D05A9C25-733B-3A45-BDFD-2595B19A1B2A}" type="presParOf" srcId="{72F693F6-95F9-AC45-AE02-3FBF8BF38BCE}" destId="{0EE2DE54-5607-B64D-A22B-424EADBAF8CD}" srcOrd="0" destOrd="0" presId="urn:microsoft.com/office/officeart/2005/8/layout/orgChart1"/>
    <dgm:cxn modelId="{0147510A-E999-2C40-8A89-4FCD9A33F51C}" type="presParOf" srcId="{0EE2DE54-5607-B64D-A22B-424EADBAF8CD}" destId="{35F2AFB3-1F6D-804A-AAD9-244B65E665F1}" srcOrd="0" destOrd="0" presId="urn:microsoft.com/office/officeart/2005/8/layout/orgChart1"/>
    <dgm:cxn modelId="{0B193E9F-44B5-1B4D-8884-5F6E55B0DFF4}" type="presParOf" srcId="{0EE2DE54-5607-B64D-A22B-424EADBAF8CD}" destId="{191FB35A-9DA9-0746-BD5E-231932EC0DE2}" srcOrd="1" destOrd="0" presId="urn:microsoft.com/office/officeart/2005/8/layout/orgChart1"/>
    <dgm:cxn modelId="{D8D0E0DF-7CAD-C545-98A7-5622248321FE}" type="presParOf" srcId="{72F693F6-95F9-AC45-AE02-3FBF8BF38BCE}" destId="{A081B8E0-9DF3-8247-98F6-ADC1C551FA3A}" srcOrd="1" destOrd="0" presId="urn:microsoft.com/office/officeart/2005/8/layout/orgChart1"/>
    <dgm:cxn modelId="{7DDD117D-C981-5844-B693-1DDBE1B1E075}" type="presParOf" srcId="{72F693F6-95F9-AC45-AE02-3FBF8BF38BCE}" destId="{63143C80-10ED-7E40-A29B-959E8D3B9478}" srcOrd="2" destOrd="0" presId="urn:microsoft.com/office/officeart/2005/8/layout/orgChart1"/>
    <dgm:cxn modelId="{67023792-2133-1846-97F6-90F2B122965D}" type="presParOf" srcId="{8C12DFFC-3415-EF47-A815-AB4C8CD84B0D}" destId="{E0150214-F9C9-AA4F-A911-C5C29F231BAA}" srcOrd="4" destOrd="0" presId="urn:microsoft.com/office/officeart/2005/8/layout/orgChart1"/>
    <dgm:cxn modelId="{66F6C5D7-E17B-074B-B317-72D611B67D78}" type="presParOf" srcId="{8C12DFFC-3415-EF47-A815-AB4C8CD84B0D}" destId="{44B6DD69-6922-7347-8D3E-5B090135EB3E}" srcOrd="5" destOrd="0" presId="urn:microsoft.com/office/officeart/2005/8/layout/orgChart1"/>
    <dgm:cxn modelId="{AECEF355-EAB8-7445-ABA2-0C51520C2F4A}" type="presParOf" srcId="{44B6DD69-6922-7347-8D3E-5B090135EB3E}" destId="{1BC119F9-9A52-7645-BF85-35E74814F759}" srcOrd="0" destOrd="0" presId="urn:microsoft.com/office/officeart/2005/8/layout/orgChart1"/>
    <dgm:cxn modelId="{5CA603F8-E7D7-B34C-BE35-85C70D914259}" type="presParOf" srcId="{1BC119F9-9A52-7645-BF85-35E74814F759}" destId="{7A535C58-04EA-EC40-82B9-1835170897E3}" srcOrd="0" destOrd="0" presId="urn:microsoft.com/office/officeart/2005/8/layout/orgChart1"/>
    <dgm:cxn modelId="{AB8ECB47-B26D-C84F-9D33-E191A1A2BC99}" type="presParOf" srcId="{1BC119F9-9A52-7645-BF85-35E74814F759}" destId="{53AC4E17-C8D0-8B4F-89D8-399E819ECC67}" srcOrd="1" destOrd="0" presId="urn:microsoft.com/office/officeart/2005/8/layout/orgChart1"/>
    <dgm:cxn modelId="{87761DF2-2AC1-2244-BCBE-B91389B41598}" type="presParOf" srcId="{44B6DD69-6922-7347-8D3E-5B090135EB3E}" destId="{2641782B-6DFA-AC44-9336-26AC2DE39C60}" srcOrd="1" destOrd="0" presId="urn:microsoft.com/office/officeart/2005/8/layout/orgChart1"/>
    <dgm:cxn modelId="{FF993A13-CB63-3B42-A4C2-0A883B98A247}" type="presParOf" srcId="{44B6DD69-6922-7347-8D3E-5B090135EB3E}" destId="{901E82FB-6525-7F46-92F8-12B362758734}" srcOrd="2" destOrd="0" presId="urn:microsoft.com/office/officeart/2005/8/layout/orgChart1"/>
    <dgm:cxn modelId="{E49A96E8-DB49-1D45-BFAB-528DFA752F5A}" type="presParOf" srcId="{5A807A78-61F9-954D-B453-A4A792516FE4}" destId="{162283DC-3E81-D04B-A24E-9C19F20DA645}" srcOrd="2" destOrd="0" presId="urn:microsoft.com/office/officeart/2005/8/layout/orgChart1"/>
    <dgm:cxn modelId="{BB3ED421-4B8A-7C4A-B703-90A938C3F722}" type="presParOf" srcId="{C6D26DB9-E424-F84C-A6B7-72D2A117B969}" destId="{B0694B97-0357-084E-A47B-1D69857BFE8B}" srcOrd="2" destOrd="0" presId="urn:microsoft.com/office/officeart/2005/8/layout/orgChart1"/>
    <dgm:cxn modelId="{9357BB33-0B95-5940-8DC1-884B2BB6E19A}" type="presParOf" srcId="{B150204A-851C-BE47-8B4C-A216A89DB5F9}" destId="{786A1D96-6B77-A54E-B471-E5F13851F106}" srcOrd="2" destOrd="0" presId="urn:microsoft.com/office/officeart/2005/8/layout/orgChart1"/>
    <dgm:cxn modelId="{19CA2BA0-DCC4-524E-83B3-BF43DED78B98}" type="presParOf" srcId="{B150204A-851C-BE47-8B4C-A216A89DB5F9}" destId="{8ED3CAE3-4A67-A643-9229-460CC00C3576}" srcOrd="3" destOrd="0" presId="urn:microsoft.com/office/officeart/2005/8/layout/orgChart1"/>
    <dgm:cxn modelId="{CB2483B7-8CA8-9B4C-8FAD-8D6D5A6FE97D}" type="presParOf" srcId="{8ED3CAE3-4A67-A643-9229-460CC00C3576}" destId="{87CFCCFC-6D67-5B4F-B79F-ABE9F6F404D6}" srcOrd="0" destOrd="0" presId="urn:microsoft.com/office/officeart/2005/8/layout/orgChart1"/>
    <dgm:cxn modelId="{67A65FC2-F8B1-A34D-B7BB-41124773AC73}" type="presParOf" srcId="{87CFCCFC-6D67-5B4F-B79F-ABE9F6F404D6}" destId="{C7BB3E89-59B3-F047-B23D-FDACE5074A0D}" srcOrd="0" destOrd="0" presId="urn:microsoft.com/office/officeart/2005/8/layout/orgChart1"/>
    <dgm:cxn modelId="{20FE9016-E645-124E-9B0B-7A39D162F16E}" type="presParOf" srcId="{87CFCCFC-6D67-5B4F-B79F-ABE9F6F404D6}" destId="{801A1FE0-4734-2D41-88AF-3764ED3A5DA0}" srcOrd="1" destOrd="0" presId="urn:microsoft.com/office/officeart/2005/8/layout/orgChart1"/>
    <dgm:cxn modelId="{A0CFCF0C-013A-6046-9FAE-D7982DFE7BE0}" type="presParOf" srcId="{8ED3CAE3-4A67-A643-9229-460CC00C3576}" destId="{9DB0BD31-958D-2F4C-8CE5-9C74A6A6687A}" srcOrd="1" destOrd="0" presId="urn:microsoft.com/office/officeart/2005/8/layout/orgChart1"/>
    <dgm:cxn modelId="{6F85FD73-A37C-6242-8CB1-4D419B45549E}" type="presParOf" srcId="{9DB0BD31-958D-2F4C-8CE5-9C74A6A6687A}" destId="{9FDAF06A-09AF-324D-8C85-AF3E715F5B99}" srcOrd="0" destOrd="0" presId="urn:microsoft.com/office/officeart/2005/8/layout/orgChart1"/>
    <dgm:cxn modelId="{13D0497E-8659-DE4F-B620-8E89F8434C10}" type="presParOf" srcId="{9DB0BD31-958D-2F4C-8CE5-9C74A6A6687A}" destId="{2362DF1F-9474-B542-8CBE-70A4924FB415}" srcOrd="1" destOrd="0" presId="urn:microsoft.com/office/officeart/2005/8/layout/orgChart1"/>
    <dgm:cxn modelId="{47B2F214-F411-2F4F-87C8-61C69CB7E425}" type="presParOf" srcId="{2362DF1F-9474-B542-8CBE-70A4924FB415}" destId="{CA385C61-F410-EC49-B346-9D8E30F945A1}" srcOrd="0" destOrd="0" presId="urn:microsoft.com/office/officeart/2005/8/layout/orgChart1"/>
    <dgm:cxn modelId="{743A13E8-930D-9C49-9CD8-9C6DC2065864}" type="presParOf" srcId="{CA385C61-F410-EC49-B346-9D8E30F945A1}" destId="{CE3FB246-C9E5-DA48-938A-92F4EE1D4499}" srcOrd="0" destOrd="0" presId="urn:microsoft.com/office/officeart/2005/8/layout/orgChart1"/>
    <dgm:cxn modelId="{28161A50-375E-B948-A7F3-3DE651393A29}" type="presParOf" srcId="{CA385C61-F410-EC49-B346-9D8E30F945A1}" destId="{754483DA-0298-F64B-9DBA-7592C0F821C5}" srcOrd="1" destOrd="0" presId="urn:microsoft.com/office/officeart/2005/8/layout/orgChart1"/>
    <dgm:cxn modelId="{308B7127-EF97-1745-A3B6-BB36A5701BFD}" type="presParOf" srcId="{2362DF1F-9474-B542-8CBE-70A4924FB415}" destId="{10CC6654-070C-2F4B-93AE-A5CC9711E78E}" srcOrd="1" destOrd="0" presId="urn:microsoft.com/office/officeart/2005/8/layout/orgChart1"/>
    <dgm:cxn modelId="{CCFCD64A-A4D4-744B-970C-CDF0F12D2A81}" type="presParOf" srcId="{10CC6654-070C-2F4B-93AE-A5CC9711E78E}" destId="{75DF39CF-9150-1E4E-ACF8-C6AD2DE64258}" srcOrd="0" destOrd="0" presId="urn:microsoft.com/office/officeart/2005/8/layout/orgChart1"/>
    <dgm:cxn modelId="{60FFF249-97D1-D74B-9163-54E1C411E6E6}" type="presParOf" srcId="{10CC6654-070C-2F4B-93AE-A5CC9711E78E}" destId="{06102DEE-AF0A-C54C-AF09-5625EA89720D}" srcOrd="1" destOrd="0" presId="urn:microsoft.com/office/officeart/2005/8/layout/orgChart1"/>
    <dgm:cxn modelId="{EC104F51-A5C3-8340-A8FD-CFA17C4D66FA}" type="presParOf" srcId="{06102DEE-AF0A-C54C-AF09-5625EA89720D}" destId="{F5B70552-292C-AB4C-BABB-7FB05C8929E5}" srcOrd="0" destOrd="0" presId="urn:microsoft.com/office/officeart/2005/8/layout/orgChart1"/>
    <dgm:cxn modelId="{1FF58534-6F26-A345-AD60-FA4C8E57F959}" type="presParOf" srcId="{F5B70552-292C-AB4C-BABB-7FB05C8929E5}" destId="{54B5AFE4-02B8-274F-8A4A-CEA14631D63C}" srcOrd="0" destOrd="0" presId="urn:microsoft.com/office/officeart/2005/8/layout/orgChart1"/>
    <dgm:cxn modelId="{C169334B-3140-7949-B804-FAFADBA5B6DB}" type="presParOf" srcId="{F5B70552-292C-AB4C-BABB-7FB05C8929E5}" destId="{484112B5-33AA-B543-96FE-FE69F2412701}" srcOrd="1" destOrd="0" presId="urn:microsoft.com/office/officeart/2005/8/layout/orgChart1"/>
    <dgm:cxn modelId="{BD96132C-C0FA-FB42-854D-008C5A8A4175}" type="presParOf" srcId="{06102DEE-AF0A-C54C-AF09-5625EA89720D}" destId="{CA27895B-BE20-634E-951B-35139956B364}" srcOrd="1" destOrd="0" presId="urn:microsoft.com/office/officeart/2005/8/layout/orgChart1"/>
    <dgm:cxn modelId="{E6800111-73A1-0E4A-90EF-E30C64869985}" type="presParOf" srcId="{06102DEE-AF0A-C54C-AF09-5625EA89720D}" destId="{A0E13965-3F44-7A4D-8397-A8A5FF72B26C}" srcOrd="2" destOrd="0" presId="urn:microsoft.com/office/officeart/2005/8/layout/orgChart1"/>
    <dgm:cxn modelId="{AA1C51F5-780C-584A-914A-9FA1F04E3509}" type="presParOf" srcId="{10CC6654-070C-2F4B-93AE-A5CC9711E78E}" destId="{41CBEF0F-69EE-DF40-A031-41E65903FDCB}" srcOrd="2" destOrd="0" presId="urn:microsoft.com/office/officeart/2005/8/layout/orgChart1"/>
    <dgm:cxn modelId="{8835FC6A-18F7-F946-BEEA-76F2FC7F9934}" type="presParOf" srcId="{10CC6654-070C-2F4B-93AE-A5CC9711E78E}" destId="{5069F0E8-EB33-A14F-BBC2-3664A1C72B08}" srcOrd="3" destOrd="0" presId="urn:microsoft.com/office/officeart/2005/8/layout/orgChart1"/>
    <dgm:cxn modelId="{E40C36B7-A922-C242-86F3-06BDF2AB939D}" type="presParOf" srcId="{5069F0E8-EB33-A14F-BBC2-3664A1C72B08}" destId="{3B1CEF1B-F54A-5845-88AA-AE575B0E4CD1}" srcOrd="0" destOrd="0" presId="urn:microsoft.com/office/officeart/2005/8/layout/orgChart1"/>
    <dgm:cxn modelId="{D5F0F28F-0B4B-E74C-8863-7636E50284CD}" type="presParOf" srcId="{3B1CEF1B-F54A-5845-88AA-AE575B0E4CD1}" destId="{1082C23B-972B-2946-8ABA-CC9A57E9057F}" srcOrd="0" destOrd="0" presId="urn:microsoft.com/office/officeart/2005/8/layout/orgChart1"/>
    <dgm:cxn modelId="{4D09F983-71FD-3647-B508-94C14AC3AA65}" type="presParOf" srcId="{3B1CEF1B-F54A-5845-88AA-AE575B0E4CD1}" destId="{F563F3CD-50E5-7C41-88AF-D63B376721B1}" srcOrd="1" destOrd="0" presId="urn:microsoft.com/office/officeart/2005/8/layout/orgChart1"/>
    <dgm:cxn modelId="{AD96B1DF-65BE-534A-806A-4612552FD760}" type="presParOf" srcId="{5069F0E8-EB33-A14F-BBC2-3664A1C72B08}" destId="{D0F80CA8-5083-CC4F-B0F1-21B0F5B55FFD}" srcOrd="1" destOrd="0" presId="urn:microsoft.com/office/officeart/2005/8/layout/orgChart1"/>
    <dgm:cxn modelId="{BE20065F-12F0-3A46-B3A3-0D90DE1B1F80}" type="presParOf" srcId="{5069F0E8-EB33-A14F-BBC2-3664A1C72B08}" destId="{665FEB7C-2D44-D741-B743-3B43C29D03B3}" srcOrd="2" destOrd="0" presId="urn:microsoft.com/office/officeart/2005/8/layout/orgChart1"/>
    <dgm:cxn modelId="{308A2F79-D36A-794F-A883-978595CFE3C1}" type="presParOf" srcId="{10CC6654-070C-2F4B-93AE-A5CC9711E78E}" destId="{578F6CD2-70A2-E245-80F6-F4D8D00AD194}" srcOrd="4" destOrd="0" presId="urn:microsoft.com/office/officeart/2005/8/layout/orgChart1"/>
    <dgm:cxn modelId="{667CAF65-AEC1-8E47-981F-AC697086A5CB}" type="presParOf" srcId="{10CC6654-070C-2F4B-93AE-A5CC9711E78E}" destId="{A527061F-3C28-804D-A85F-DBEB13E24AA2}" srcOrd="5" destOrd="0" presId="urn:microsoft.com/office/officeart/2005/8/layout/orgChart1"/>
    <dgm:cxn modelId="{E4486707-2AB6-1D41-87C4-6DCBB19A526E}" type="presParOf" srcId="{A527061F-3C28-804D-A85F-DBEB13E24AA2}" destId="{1000629F-B089-0749-86DB-CE425D08EB77}" srcOrd="0" destOrd="0" presId="urn:microsoft.com/office/officeart/2005/8/layout/orgChart1"/>
    <dgm:cxn modelId="{73F47DED-48E5-7943-8117-78EC82D5214B}" type="presParOf" srcId="{1000629F-B089-0749-86DB-CE425D08EB77}" destId="{C012C1AF-E9A8-6145-97F7-AE6A396F51BA}" srcOrd="0" destOrd="0" presId="urn:microsoft.com/office/officeart/2005/8/layout/orgChart1"/>
    <dgm:cxn modelId="{1D7ABDF1-B7ED-DE43-814E-D6763B9CE16D}" type="presParOf" srcId="{1000629F-B089-0749-86DB-CE425D08EB77}" destId="{30C5170D-5CC7-3B48-B922-3F3FA1911937}" srcOrd="1" destOrd="0" presId="urn:microsoft.com/office/officeart/2005/8/layout/orgChart1"/>
    <dgm:cxn modelId="{307A992C-2BB7-6249-BB14-BB6E66D8D1C4}" type="presParOf" srcId="{A527061F-3C28-804D-A85F-DBEB13E24AA2}" destId="{C9965385-7E02-BB4E-8DAC-3061BDA3B940}" srcOrd="1" destOrd="0" presId="urn:microsoft.com/office/officeart/2005/8/layout/orgChart1"/>
    <dgm:cxn modelId="{CA15775E-3697-D045-8D5D-9524C3B5B81D}" type="presParOf" srcId="{A527061F-3C28-804D-A85F-DBEB13E24AA2}" destId="{C2792ABA-41E0-0245-B80C-F66292C60F0C}" srcOrd="2" destOrd="0" presId="urn:microsoft.com/office/officeart/2005/8/layout/orgChart1"/>
    <dgm:cxn modelId="{B029CD44-2835-E949-B516-A2CC48DBADDF}" type="presParOf" srcId="{2362DF1F-9474-B542-8CBE-70A4924FB415}" destId="{D673AA80-368D-3E4B-B425-7578FF6C2057}" srcOrd="2" destOrd="0" presId="urn:microsoft.com/office/officeart/2005/8/layout/orgChart1"/>
    <dgm:cxn modelId="{F32A0026-B4EB-D347-B65B-E7BC341270E2}" type="presParOf" srcId="{9DB0BD31-958D-2F4C-8CE5-9C74A6A6687A}" destId="{820378C4-2E8F-1E42-9988-700658A1AA9A}" srcOrd="2" destOrd="0" presId="urn:microsoft.com/office/officeart/2005/8/layout/orgChart1"/>
    <dgm:cxn modelId="{03661126-07DA-9640-BA3F-DF0261E66E8E}" type="presParOf" srcId="{9DB0BD31-958D-2F4C-8CE5-9C74A6A6687A}" destId="{85113F28-52A3-154E-A131-01230C938DD2}" srcOrd="3" destOrd="0" presId="urn:microsoft.com/office/officeart/2005/8/layout/orgChart1"/>
    <dgm:cxn modelId="{6B9778C8-DFDB-3540-AB85-D675DCEDEC72}" type="presParOf" srcId="{85113F28-52A3-154E-A131-01230C938DD2}" destId="{2114BEA3-3FEC-2C46-BD93-8E7194128329}" srcOrd="0" destOrd="0" presId="urn:microsoft.com/office/officeart/2005/8/layout/orgChart1"/>
    <dgm:cxn modelId="{5562895D-A45F-CC44-966F-D2DF3E076EDD}" type="presParOf" srcId="{2114BEA3-3FEC-2C46-BD93-8E7194128329}" destId="{B8EF4129-D699-CA4C-A101-97BE0B762A3D}" srcOrd="0" destOrd="0" presId="urn:microsoft.com/office/officeart/2005/8/layout/orgChart1"/>
    <dgm:cxn modelId="{95B0C058-2307-E84E-83CD-A56A1D1BB644}" type="presParOf" srcId="{2114BEA3-3FEC-2C46-BD93-8E7194128329}" destId="{8D70033D-CD15-3847-AEED-C278FBD8A053}" srcOrd="1" destOrd="0" presId="urn:microsoft.com/office/officeart/2005/8/layout/orgChart1"/>
    <dgm:cxn modelId="{EFEE3D8F-7916-994A-84B7-287D984C3856}" type="presParOf" srcId="{85113F28-52A3-154E-A131-01230C938DD2}" destId="{D8FADF29-BA9F-024D-8A0D-3B3473BB53EC}" srcOrd="1" destOrd="0" presId="urn:microsoft.com/office/officeart/2005/8/layout/orgChart1"/>
    <dgm:cxn modelId="{2C7C1E39-A538-6740-80CE-4C9A3DF45ADE}" type="presParOf" srcId="{D8FADF29-BA9F-024D-8A0D-3B3473BB53EC}" destId="{DBFC375B-6676-024F-86FD-1BCDAA03D1DD}" srcOrd="0" destOrd="0" presId="urn:microsoft.com/office/officeart/2005/8/layout/orgChart1"/>
    <dgm:cxn modelId="{52F6724D-55B4-0C43-B846-CCEBF73A9455}" type="presParOf" srcId="{D8FADF29-BA9F-024D-8A0D-3B3473BB53EC}" destId="{43B30D57-641A-F246-8DED-9A97A78EE34F}" srcOrd="1" destOrd="0" presId="urn:microsoft.com/office/officeart/2005/8/layout/orgChart1"/>
    <dgm:cxn modelId="{806B7866-13E2-B946-AE48-ADF726B5E546}" type="presParOf" srcId="{43B30D57-641A-F246-8DED-9A97A78EE34F}" destId="{CE3986D3-1778-9A4C-A8A0-5BE7C09BA79E}" srcOrd="0" destOrd="0" presId="urn:microsoft.com/office/officeart/2005/8/layout/orgChart1"/>
    <dgm:cxn modelId="{5623C6BE-EE3E-1049-ACE4-C2D24BAAD931}" type="presParOf" srcId="{CE3986D3-1778-9A4C-A8A0-5BE7C09BA79E}" destId="{BBC3144F-1057-5642-8692-4F0A7A8D0E47}" srcOrd="0" destOrd="0" presId="urn:microsoft.com/office/officeart/2005/8/layout/orgChart1"/>
    <dgm:cxn modelId="{7E1992E0-1E0D-BB4F-890F-D63B0A83E53A}" type="presParOf" srcId="{CE3986D3-1778-9A4C-A8A0-5BE7C09BA79E}" destId="{C39EC152-BA66-794B-A2F6-9774AA2A864A}" srcOrd="1" destOrd="0" presId="urn:microsoft.com/office/officeart/2005/8/layout/orgChart1"/>
    <dgm:cxn modelId="{19D927C3-E288-1F43-B20C-8FDFF2AD2D4D}" type="presParOf" srcId="{43B30D57-641A-F246-8DED-9A97A78EE34F}" destId="{95EB1EB9-D1CB-4841-A38D-A445ACE776A4}" srcOrd="1" destOrd="0" presId="urn:microsoft.com/office/officeart/2005/8/layout/orgChart1"/>
    <dgm:cxn modelId="{311AC2B6-1CB8-9542-BDA6-B7341A4D66F1}" type="presParOf" srcId="{95EB1EB9-D1CB-4841-A38D-A445ACE776A4}" destId="{0B0D373F-AD29-124B-9DCC-1D80B468A3DE}" srcOrd="0" destOrd="0" presId="urn:microsoft.com/office/officeart/2005/8/layout/orgChart1"/>
    <dgm:cxn modelId="{E32C467A-FA64-2E45-AAE6-EBA6E70198C3}" type="presParOf" srcId="{95EB1EB9-D1CB-4841-A38D-A445ACE776A4}" destId="{7CB0B6D0-C2B5-AE45-BC8C-09A295EAD10E}" srcOrd="1" destOrd="0" presId="urn:microsoft.com/office/officeart/2005/8/layout/orgChart1"/>
    <dgm:cxn modelId="{1C7D2DB1-0E40-7945-9D37-57549961F127}" type="presParOf" srcId="{7CB0B6D0-C2B5-AE45-BC8C-09A295EAD10E}" destId="{DD2DAC4E-88C1-3040-B36B-E41CA5E0FEB1}" srcOrd="0" destOrd="0" presId="urn:microsoft.com/office/officeart/2005/8/layout/orgChart1"/>
    <dgm:cxn modelId="{642F0635-2575-6C4E-9990-777CDFA9237A}" type="presParOf" srcId="{DD2DAC4E-88C1-3040-B36B-E41CA5E0FEB1}" destId="{060AABD7-9775-5243-960E-7B17A5DD9526}" srcOrd="0" destOrd="0" presId="urn:microsoft.com/office/officeart/2005/8/layout/orgChart1"/>
    <dgm:cxn modelId="{C8BDF438-86EA-C744-B33F-DEBD8F014721}" type="presParOf" srcId="{DD2DAC4E-88C1-3040-B36B-E41CA5E0FEB1}" destId="{DCE61E4E-29EF-6B4D-AFE4-31CF5051206B}" srcOrd="1" destOrd="0" presId="urn:microsoft.com/office/officeart/2005/8/layout/orgChart1"/>
    <dgm:cxn modelId="{456E434C-41AC-0645-B204-6728428429A6}" type="presParOf" srcId="{7CB0B6D0-C2B5-AE45-BC8C-09A295EAD10E}" destId="{D0F88E3F-A5A1-3542-BE7A-C017E5BE6E1A}" srcOrd="1" destOrd="0" presId="urn:microsoft.com/office/officeart/2005/8/layout/orgChart1"/>
    <dgm:cxn modelId="{C3DF38EA-267A-3447-AA68-0C8CC8E43CEC}" type="presParOf" srcId="{7CB0B6D0-C2B5-AE45-BC8C-09A295EAD10E}" destId="{00D250E1-C715-044B-B3C4-F837853F1172}" srcOrd="2" destOrd="0" presId="urn:microsoft.com/office/officeart/2005/8/layout/orgChart1"/>
    <dgm:cxn modelId="{2348E4B8-E64C-8E45-A600-8542445D238B}" type="presParOf" srcId="{95EB1EB9-D1CB-4841-A38D-A445ACE776A4}" destId="{3A9F19B5-5FB5-944E-860C-1C64473C55A7}" srcOrd="2" destOrd="0" presId="urn:microsoft.com/office/officeart/2005/8/layout/orgChart1"/>
    <dgm:cxn modelId="{05A169DD-BDD6-E444-9A8C-BA2F25549086}" type="presParOf" srcId="{95EB1EB9-D1CB-4841-A38D-A445ACE776A4}" destId="{8F8CF189-3722-2440-A6E5-F82EA5649A5E}" srcOrd="3" destOrd="0" presId="urn:microsoft.com/office/officeart/2005/8/layout/orgChart1"/>
    <dgm:cxn modelId="{A0E5450D-4F09-434D-8A49-436C244B7D1D}" type="presParOf" srcId="{8F8CF189-3722-2440-A6E5-F82EA5649A5E}" destId="{CCFF8581-4C54-C842-90FE-C6C92697788A}" srcOrd="0" destOrd="0" presId="urn:microsoft.com/office/officeart/2005/8/layout/orgChart1"/>
    <dgm:cxn modelId="{4DA7C119-E986-6A45-8821-EB7D24079FD5}" type="presParOf" srcId="{CCFF8581-4C54-C842-90FE-C6C92697788A}" destId="{6BEB0858-D6D7-774C-A6A0-7761CACAECE6}" srcOrd="0" destOrd="0" presId="urn:microsoft.com/office/officeart/2005/8/layout/orgChart1"/>
    <dgm:cxn modelId="{19BE5A47-2205-D648-AB86-89F112561FAA}" type="presParOf" srcId="{CCFF8581-4C54-C842-90FE-C6C92697788A}" destId="{9B737583-886C-1B48-B6A8-1CC74753C51B}" srcOrd="1" destOrd="0" presId="urn:microsoft.com/office/officeart/2005/8/layout/orgChart1"/>
    <dgm:cxn modelId="{C52EA9DB-362D-FF4A-982B-60098C0371D5}" type="presParOf" srcId="{8F8CF189-3722-2440-A6E5-F82EA5649A5E}" destId="{EFA5615D-0002-C24B-AEF5-AC53336C2207}" srcOrd="1" destOrd="0" presId="urn:microsoft.com/office/officeart/2005/8/layout/orgChart1"/>
    <dgm:cxn modelId="{23F3F890-D00C-FC43-B3D5-7B36D11956E4}" type="presParOf" srcId="{8F8CF189-3722-2440-A6E5-F82EA5649A5E}" destId="{461E94DC-B696-F643-B522-3CC5FE72C362}" srcOrd="2" destOrd="0" presId="urn:microsoft.com/office/officeart/2005/8/layout/orgChart1"/>
    <dgm:cxn modelId="{CC1F2FD6-E79C-844E-850F-6986E3161657}" type="presParOf" srcId="{43B30D57-641A-F246-8DED-9A97A78EE34F}" destId="{6C748C82-B6AD-A044-B569-29998D5BFF1C}" srcOrd="2" destOrd="0" presId="urn:microsoft.com/office/officeart/2005/8/layout/orgChart1"/>
    <dgm:cxn modelId="{3E48EE05-FB0C-9448-B845-A44966DBC4CB}" type="presParOf" srcId="{D8FADF29-BA9F-024D-8A0D-3B3473BB53EC}" destId="{7A472797-ABAA-7044-8CD7-418AEA12AC91}" srcOrd="2" destOrd="0" presId="urn:microsoft.com/office/officeart/2005/8/layout/orgChart1"/>
    <dgm:cxn modelId="{EB36C0EA-6749-1547-808A-EFC15B1E363E}" type="presParOf" srcId="{D8FADF29-BA9F-024D-8A0D-3B3473BB53EC}" destId="{996532D0-89D2-424C-B0FB-9170429F421A}" srcOrd="3" destOrd="0" presId="urn:microsoft.com/office/officeart/2005/8/layout/orgChart1"/>
    <dgm:cxn modelId="{8DC1FE07-B47F-904A-A098-4A5C03EA62D1}" type="presParOf" srcId="{996532D0-89D2-424C-B0FB-9170429F421A}" destId="{A0A3A595-5DED-AD42-8CED-2F992C695E4D}" srcOrd="0" destOrd="0" presId="urn:microsoft.com/office/officeart/2005/8/layout/orgChart1"/>
    <dgm:cxn modelId="{B5F262BE-0E37-6A42-B724-65B5E62A94BA}" type="presParOf" srcId="{A0A3A595-5DED-AD42-8CED-2F992C695E4D}" destId="{96FBB8AC-54AF-3D4F-8041-C810283A4081}" srcOrd="0" destOrd="0" presId="urn:microsoft.com/office/officeart/2005/8/layout/orgChart1"/>
    <dgm:cxn modelId="{5025227E-0FB5-BF43-97BC-D454D9F35279}" type="presParOf" srcId="{A0A3A595-5DED-AD42-8CED-2F992C695E4D}" destId="{A7654CF7-5B46-F04E-98ED-8D3087DBA60D}" srcOrd="1" destOrd="0" presId="urn:microsoft.com/office/officeart/2005/8/layout/orgChart1"/>
    <dgm:cxn modelId="{B8C811DD-3B40-3245-8672-F8585497E4E6}" type="presParOf" srcId="{996532D0-89D2-424C-B0FB-9170429F421A}" destId="{E2BB7361-F42B-8C41-8F3F-887837E17F0E}" srcOrd="1" destOrd="0" presId="urn:microsoft.com/office/officeart/2005/8/layout/orgChart1"/>
    <dgm:cxn modelId="{D9A4F4F9-9656-A146-A2BE-EF7A18AB09A8}" type="presParOf" srcId="{E2BB7361-F42B-8C41-8F3F-887837E17F0E}" destId="{1F9D4D4C-9785-234D-848D-B47654ED423C}" srcOrd="0" destOrd="0" presId="urn:microsoft.com/office/officeart/2005/8/layout/orgChart1"/>
    <dgm:cxn modelId="{05C30FDC-E1B6-BE40-AFF0-4A44A6E7E37A}" type="presParOf" srcId="{E2BB7361-F42B-8C41-8F3F-887837E17F0E}" destId="{4804E667-F670-F441-9206-865D31508855}" srcOrd="1" destOrd="0" presId="urn:microsoft.com/office/officeart/2005/8/layout/orgChart1"/>
    <dgm:cxn modelId="{367CC48A-073B-004A-AF6F-709E363340FD}" type="presParOf" srcId="{4804E667-F670-F441-9206-865D31508855}" destId="{3AB7A4DE-923D-1847-AF3F-0901A9C29C35}" srcOrd="0" destOrd="0" presId="urn:microsoft.com/office/officeart/2005/8/layout/orgChart1"/>
    <dgm:cxn modelId="{817F3630-D173-9C4B-B7DC-241E1CD74235}" type="presParOf" srcId="{3AB7A4DE-923D-1847-AF3F-0901A9C29C35}" destId="{970E8EC7-4517-0045-87F6-6DE9BBCCAAF3}" srcOrd="0" destOrd="0" presId="urn:microsoft.com/office/officeart/2005/8/layout/orgChart1"/>
    <dgm:cxn modelId="{70BF685D-76C1-704D-A75B-BE29AEAF1CEE}" type="presParOf" srcId="{3AB7A4DE-923D-1847-AF3F-0901A9C29C35}" destId="{2615937C-37EE-0D4A-847E-1DFAEB36CD2F}" srcOrd="1" destOrd="0" presId="urn:microsoft.com/office/officeart/2005/8/layout/orgChart1"/>
    <dgm:cxn modelId="{68ED8D9E-F36D-A747-B6CA-E68805C3187D}" type="presParOf" srcId="{4804E667-F670-F441-9206-865D31508855}" destId="{866DABC8-6410-C142-B585-D834DBB28DE7}" srcOrd="1" destOrd="0" presId="urn:microsoft.com/office/officeart/2005/8/layout/orgChart1"/>
    <dgm:cxn modelId="{5E3F7571-D7A7-A840-9282-687441A3D65C}" type="presParOf" srcId="{4804E667-F670-F441-9206-865D31508855}" destId="{53F94F93-7932-6D44-A889-444C4F0EEA88}" srcOrd="2" destOrd="0" presId="urn:microsoft.com/office/officeart/2005/8/layout/orgChart1"/>
    <dgm:cxn modelId="{3C686AD1-87D8-B94C-9938-7F8760BCE7A4}" type="presParOf" srcId="{996532D0-89D2-424C-B0FB-9170429F421A}" destId="{B39C015E-6A19-1447-A719-8760EF48B866}" srcOrd="2" destOrd="0" presId="urn:microsoft.com/office/officeart/2005/8/layout/orgChart1"/>
    <dgm:cxn modelId="{1A44ECF4-4E57-6B44-868A-E599009DE300}" type="presParOf" srcId="{85113F28-52A3-154E-A131-01230C938DD2}" destId="{45EA0AC2-A317-ED46-AC2A-15DDA7C4D96F}" srcOrd="2" destOrd="0" presId="urn:microsoft.com/office/officeart/2005/8/layout/orgChart1"/>
    <dgm:cxn modelId="{8E36E3D8-A804-BA4B-8415-715EE7A09374}" type="presParOf" srcId="{9DB0BD31-958D-2F4C-8CE5-9C74A6A6687A}" destId="{A3691461-3E6A-954E-89C1-F254974A1748}" srcOrd="4" destOrd="0" presId="urn:microsoft.com/office/officeart/2005/8/layout/orgChart1"/>
    <dgm:cxn modelId="{AB21D82A-71CF-914D-A9B9-D9C3DF6D2C8A}" type="presParOf" srcId="{9DB0BD31-958D-2F4C-8CE5-9C74A6A6687A}" destId="{3DE44861-4806-2542-9088-D318029CC261}" srcOrd="5" destOrd="0" presId="urn:microsoft.com/office/officeart/2005/8/layout/orgChart1"/>
    <dgm:cxn modelId="{B938BB90-7BF5-AF42-A9CD-8227B0C663AE}" type="presParOf" srcId="{3DE44861-4806-2542-9088-D318029CC261}" destId="{0D9A9813-14F3-244E-A318-AE889EB55583}" srcOrd="0" destOrd="0" presId="urn:microsoft.com/office/officeart/2005/8/layout/orgChart1"/>
    <dgm:cxn modelId="{CDC48C4D-288D-0A47-A790-F0F7A8A03BAF}" type="presParOf" srcId="{0D9A9813-14F3-244E-A318-AE889EB55583}" destId="{F2493715-7549-9243-8B1C-C7F567D2A346}" srcOrd="0" destOrd="0" presId="urn:microsoft.com/office/officeart/2005/8/layout/orgChart1"/>
    <dgm:cxn modelId="{D0940878-D653-DD41-893D-33A2F94190D2}" type="presParOf" srcId="{0D9A9813-14F3-244E-A318-AE889EB55583}" destId="{894DBEEA-5593-9249-8A88-4984AE877823}" srcOrd="1" destOrd="0" presId="urn:microsoft.com/office/officeart/2005/8/layout/orgChart1"/>
    <dgm:cxn modelId="{CF7DD34D-B9C2-2D40-9A9F-52B0AF395EE9}" type="presParOf" srcId="{3DE44861-4806-2542-9088-D318029CC261}" destId="{EF5DB680-D2CB-F04D-8D26-AE2EDD27D52E}" srcOrd="1" destOrd="0" presId="urn:microsoft.com/office/officeart/2005/8/layout/orgChart1"/>
    <dgm:cxn modelId="{8407AB46-BF6F-6244-A16B-ECE70CAE84A4}" type="presParOf" srcId="{3DE44861-4806-2542-9088-D318029CC261}" destId="{B15EFA27-FA2D-B745-8F97-D5E32BB06688}" srcOrd="2" destOrd="0" presId="urn:microsoft.com/office/officeart/2005/8/layout/orgChart1"/>
    <dgm:cxn modelId="{B342F934-E117-444F-A199-A17EB484AF6A}" type="presParOf" srcId="{8ED3CAE3-4A67-A643-9229-460CC00C3576}" destId="{CCE1C101-43B4-814A-BC17-61B42B17E67D}" srcOrd="2" destOrd="0" presId="urn:microsoft.com/office/officeart/2005/8/layout/orgChart1"/>
    <dgm:cxn modelId="{DD952E4A-0010-7741-8E13-555066B8FE2F}" type="presParOf" srcId="{B150204A-851C-BE47-8B4C-A216A89DB5F9}" destId="{7E3A78B0-8119-6B44-8DE7-79FEF3E0E294}" srcOrd="4" destOrd="0" presId="urn:microsoft.com/office/officeart/2005/8/layout/orgChart1"/>
    <dgm:cxn modelId="{D99F845D-EB7B-034F-B744-8B2D332B987D}" type="presParOf" srcId="{B150204A-851C-BE47-8B4C-A216A89DB5F9}" destId="{0D7AC5DC-97E2-D14F-BA4F-FCD492F617DF}" srcOrd="5" destOrd="0" presId="urn:microsoft.com/office/officeart/2005/8/layout/orgChart1"/>
    <dgm:cxn modelId="{A29ABC3B-C88A-3C46-BBC9-BD1E34E23CA6}" type="presParOf" srcId="{0D7AC5DC-97E2-D14F-BA4F-FCD492F617DF}" destId="{A96B6C60-815D-2047-8966-702D6F9BE042}" srcOrd="0" destOrd="0" presId="urn:microsoft.com/office/officeart/2005/8/layout/orgChart1"/>
    <dgm:cxn modelId="{EF269E78-640A-7848-8BAB-F556407D34D8}" type="presParOf" srcId="{A96B6C60-815D-2047-8966-702D6F9BE042}" destId="{A805B6E8-9CDD-5A4B-8878-7A89A1313F31}" srcOrd="0" destOrd="0" presId="urn:microsoft.com/office/officeart/2005/8/layout/orgChart1"/>
    <dgm:cxn modelId="{1C636C9D-AF96-4C47-A759-B659EF9862A8}" type="presParOf" srcId="{A96B6C60-815D-2047-8966-702D6F9BE042}" destId="{D02BFDD6-9D0C-D84E-ABD2-9747453C7FBD}" srcOrd="1" destOrd="0" presId="urn:microsoft.com/office/officeart/2005/8/layout/orgChart1"/>
    <dgm:cxn modelId="{0301357E-3D84-CC49-B109-9F259B555244}" type="presParOf" srcId="{0D7AC5DC-97E2-D14F-BA4F-FCD492F617DF}" destId="{387C99B8-4734-274B-94B5-45CC64DD90F9}" srcOrd="1" destOrd="0" presId="urn:microsoft.com/office/officeart/2005/8/layout/orgChart1"/>
    <dgm:cxn modelId="{EED21DF1-06BD-6D4F-926E-C87BC88CDA03}" type="presParOf" srcId="{387C99B8-4734-274B-94B5-45CC64DD90F9}" destId="{4D386B4D-243C-9B48-95F0-892B1E0BC2C8}" srcOrd="0" destOrd="0" presId="urn:microsoft.com/office/officeart/2005/8/layout/orgChart1"/>
    <dgm:cxn modelId="{A91306F4-1338-C347-A8F0-0F4A71B5BD84}" type="presParOf" srcId="{387C99B8-4734-274B-94B5-45CC64DD90F9}" destId="{4328341F-12EF-274D-8C8E-5D5B6808E4CE}" srcOrd="1" destOrd="0" presId="urn:microsoft.com/office/officeart/2005/8/layout/orgChart1"/>
    <dgm:cxn modelId="{9D97FCCC-989F-FC43-933B-78AD64A3B19D}" type="presParOf" srcId="{4328341F-12EF-274D-8C8E-5D5B6808E4CE}" destId="{9E50A404-CDB4-B448-878B-CE6FBBA98C02}" srcOrd="0" destOrd="0" presId="urn:microsoft.com/office/officeart/2005/8/layout/orgChart1"/>
    <dgm:cxn modelId="{4068D1AD-D644-F541-BE35-00963E5A2E1C}" type="presParOf" srcId="{9E50A404-CDB4-B448-878B-CE6FBBA98C02}" destId="{6651AA4D-69E1-6D4A-A661-C5968A09EB60}" srcOrd="0" destOrd="0" presId="urn:microsoft.com/office/officeart/2005/8/layout/orgChart1"/>
    <dgm:cxn modelId="{3B0B520B-0B55-824E-BD56-12A9C6C9AA8F}" type="presParOf" srcId="{9E50A404-CDB4-B448-878B-CE6FBBA98C02}" destId="{42DA6735-A220-F747-88A4-296E49C1DDFE}" srcOrd="1" destOrd="0" presId="urn:microsoft.com/office/officeart/2005/8/layout/orgChart1"/>
    <dgm:cxn modelId="{73937BE0-841E-5B49-827B-84BCC3D9EE44}" type="presParOf" srcId="{4328341F-12EF-274D-8C8E-5D5B6808E4CE}" destId="{18157E6A-9538-3A43-9223-F41D5B6EB20B}" srcOrd="1" destOrd="0" presId="urn:microsoft.com/office/officeart/2005/8/layout/orgChart1"/>
    <dgm:cxn modelId="{33118833-98DA-E145-8205-2805B3BEA9F2}" type="presParOf" srcId="{18157E6A-9538-3A43-9223-F41D5B6EB20B}" destId="{82B57618-22FA-064B-95F1-1A8B4337FF46}" srcOrd="0" destOrd="0" presId="urn:microsoft.com/office/officeart/2005/8/layout/orgChart1"/>
    <dgm:cxn modelId="{A00AED6C-CFB5-0E49-8B8D-055B2EBB5235}" type="presParOf" srcId="{18157E6A-9538-3A43-9223-F41D5B6EB20B}" destId="{0B606B53-75A3-014A-AC88-D31F9CDF9A8F}" srcOrd="1" destOrd="0" presId="urn:microsoft.com/office/officeart/2005/8/layout/orgChart1"/>
    <dgm:cxn modelId="{7D319125-58D8-6F43-A925-691B8BBA30A1}" type="presParOf" srcId="{0B606B53-75A3-014A-AC88-D31F9CDF9A8F}" destId="{7AE5C3F3-0387-2B43-BCEB-B7D8D88494C0}" srcOrd="0" destOrd="0" presId="urn:microsoft.com/office/officeart/2005/8/layout/orgChart1"/>
    <dgm:cxn modelId="{3E2EF266-8EE5-1541-B1BE-4444F5884362}" type="presParOf" srcId="{7AE5C3F3-0387-2B43-BCEB-B7D8D88494C0}" destId="{EEB36141-7485-5D45-99D7-376D4D38960C}" srcOrd="0" destOrd="0" presId="urn:microsoft.com/office/officeart/2005/8/layout/orgChart1"/>
    <dgm:cxn modelId="{770E26AC-4FA5-A144-A8B8-1F31E3AE0372}" type="presParOf" srcId="{7AE5C3F3-0387-2B43-BCEB-B7D8D88494C0}" destId="{C82EC066-E3C5-3047-AEBD-2FF1092A2BA0}" srcOrd="1" destOrd="0" presId="urn:microsoft.com/office/officeart/2005/8/layout/orgChart1"/>
    <dgm:cxn modelId="{D2695A9F-BE3A-F446-BF06-D22E966CFBB4}" type="presParOf" srcId="{0B606B53-75A3-014A-AC88-D31F9CDF9A8F}" destId="{3EA2A6AE-82C6-0041-A7C7-98FA1300ED9A}" srcOrd="1" destOrd="0" presId="urn:microsoft.com/office/officeart/2005/8/layout/orgChart1"/>
    <dgm:cxn modelId="{418C066B-725A-A64B-BFF7-BF9C4EF324D4}" type="presParOf" srcId="{0B606B53-75A3-014A-AC88-D31F9CDF9A8F}" destId="{5B795CE1-A3AD-9040-ACEF-AE336922BE60}" srcOrd="2" destOrd="0" presId="urn:microsoft.com/office/officeart/2005/8/layout/orgChart1"/>
    <dgm:cxn modelId="{7DF57CDF-2BAA-B94F-B2B1-F54AC8283BE2}" type="presParOf" srcId="{18157E6A-9538-3A43-9223-F41D5B6EB20B}" destId="{5BC5858E-CAAB-1B4A-8921-CC80FA46105C}" srcOrd="2" destOrd="0" presId="urn:microsoft.com/office/officeart/2005/8/layout/orgChart1"/>
    <dgm:cxn modelId="{871D7561-DF85-064D-9296-612F09BBDA5F}" type="presParOf" srcId="{18157E6A-9538-3A43-9223-F41D5B6EB20B}" destId="{52D35571-0239-5443-88D4-C80923363D54}" srcOrd="3" destOrd="0" presId="urn:microsoft.com/office/officeart/2005/8/layout/orgChart1"/>
    <dgm:cxn modelId="{6772B44C-3C07-9645-871F-59767C8C9F0B}" type="presParOf" srcId="{52D35571-0239-5443-88D4-C80923363D54}" destId="{099A0F76-A3A2-7342-A2BF-10FFC9BF40E2}" srcOrd="0" destOrd="0" presId="urn:microsoft.com/office/officeart/2005/8/layout/orgChart1"/>
    <dgm:cxn modelId="{50C974E6-3C41-714F-AEBF-858996B7065B}" type="presParOf" srcId="{099A0F76-A3A2-7342-A2BF-10FFC9BF40E2}" destId="{D4AB06A5-5C1E-E544-AD81-79A11242B2C7}" srcOrd="0" destOrd="0" presId="urn:microsoft.com/office/officeart/2005/8/layout/orgChart1"/>
    <dgm:cxn modelId="{868A96F0-593D-1C42-A977-92EADF62749C}" type="presParOf" srcId="{099A0F76-A3A2-7342-A2BF-10FFC9BF40E2}" destId="{31B644EA-D244-484C-891E-EC72B2F44438}" srcOrd="1" destOrd="0" presId="urn:microsoft.com/office/officeart/2005/8/layout/orgChart1"/>
    <dgm:cxn modelId="{BC4F18E6-6A19-4D46-A5E5-420BD1A70239}" type="presParOf" srcId="{52D35571-0239-5443-88D4-C80923363D54}" destId="{13859817-24CE-9841-801C-A491BE7C7148}" srcOrd="1" destOrd="0" presId="urn:microsoft.com/office/officeart/2005/8/layout/orgChart1"/>
    <dgm:cxn modelId="{C3CD4229-C714-0E4C-8B2C-3B105BECE923}" type="presParOf" srcId="{52D35571-0239-5443-88D4-C80923363D54}" destId="{CC76E0D5-A719-1442-B2E7-44195CEA5318}" srcOrd="2" destOrd="0" presId="urn:microsoft.com/office/officeart/2005/8/layout/orgChart1"/>
    <dgm:cxn modelId="{5D480D32-6A10-D346-9041-5D316E31BD3B}" type="presParOf" srcId="{4328341F-12EF-274D-8C8E-5D5B6808E4CE}" destId="{06BC5D86-562D-5944-990F-E0A9F4C040F5}" srcOrd="2" destOrd="0" presId="urn:microsoft.com/office/officeart/2005/8/layout/orgChart1"/>
    <dgm:cxn modelId="{C2017D55-DB2A-3048-A171-46700106D298}" type="presParOf" srcId="{0D7AC5DC-97E2-D14F-BA4F-FCD492F617DF}" destId="{FAE8E3F5-3E21-804B-A131-AB2A58A15211}" srcOrd="2" destOrd="0" presId="urn:microsoft.com/office/officeart/2005/8/layout/orgChart1"/>
    <dgm:cxn modelId="{90A97107-6351-1749-ACD2-FF98C84A51CB}" type="presParOf" srcId="{7705FCA4-7315-BD48-B007-5A584F97E3E4}" destId="{86882990-EF56-6342-9A78-D591A82EFD87}" srcOrd="2" destOrd="0" presId="urn:microsoft.com/office/officeart/2005/8/layout/orgChart1"/>
    <dgm:cxn modelId="{F21EE17C-7737-E849-AD8B-D8218E3724EC}" type="presParOf" srcId="{0253AA33-309C-4345-8253-27F5605E06AD}" destId="{72FB72C9-35B9-2845-B8FD-053FF66DED07}" srcOrd="4" destOrd="0" presId="urn:microsoft.com/office/officeart/2005/8/layout/orgChart1"/>
    <dgm:cxn modelId="{B6F556A1-68FA-CB42-AF85-6B28DE7F7D3E}" type="presParOf" srcId="{0253AA33-309C-4345-8253-27F5605E06AD}" destId="{EA73A93F-2C65-DD4F-8199-A97EE9D53405}" srcOrd="5" destOrd="0" presId="urn:microsoft.com/office/officeart/2005/8/layout/orgChart1"/>
    <dgm:cxn modelId="{D4CFC429-CE00-9045-8AB7-497A3D6BFA69}" type="presParOf" srcId="{EA73A93F-2C65-DD4F-8199-A97EE9D53405}" destId="{CBDF9FDB-9852-4546-BF31-2B96D6509A21}" srcOrd="0" destOrd="0" presId="urn:microsoft.com/office/officeart/2005/8/layout/orgChart1"/>
    <dgm:cxn modelId="{D33BA07F-440A-1E45-9638-AA0162DB54B9}" type="presParOf" srcId="{CBDF9FDB-9852-4546-BF31-2B96D6509A21}" destId="{B9C274F7-9BF9-7E4B-9307-1306EA1E294D}" srcOrd="0" destOrd="0" presId="urn:microsoft.com/office/officeart/2005/8/layout/orgChart1"/>
    <dgm:cxn modelId="{C41363F8-9CB6-2A4B-A484-BB7D2B01CA2E}" type="presParOf" srcId="{CBDF9FDB-9852-4546-BF31-2B96D6509A21}" destId="{96BDBE73-BE05-7C4D-AF89-5072997ED5E0}" srcOrd="1" destOrd="0" presId="urn:microsoft.com/office/officeart/2005/8/layout/orgChart1"/>
    <dgm:cxn modelId="{47BBC3FA-5C6C-864B-AF1F-B9E63D57294D}" type="presParOf" srcId="{EA73A93F-2C65-DD4F-8199-A97EE9D53405}" destId="{A3AD51F3-83A3-6947-A272-67DFF61C1512}" srcOrd="1" destOrd="0" presId="urn:microsoft.com/office/officeart/2005/8/layout/orgChart1"/>
    <dgm:cxn modelId="{C6842385-C7F7-0445-A08E-641A22137C18}" type="presParOf" srcId="{EA73A93F-2C65-DD4F-8199-A97EE9D53405}" destId="{41EC6A8D-9102-1D45-955E-CAF0BACC7132}" srcOrd="2" destOrd="0" presId="urn:microsoft.com/office/officeart/2005/8/layout/orgChart1"/>
    <dgm:cxn modelId="{16BF9B22-F38B-6E4E-AB4F-6F8F68D95715}" type="presParOf" srcId="{0810C385-5482-C649-9942-1532FFA89BCE}" destId="{D10B2B62-5E0D-9446-B9FE-501E125FA931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9078D0B-EB64-2D4C-8E19-B88B9EA182A9}" type="doc">
      <dgm:prSet loTypeId="urn:microsoft.com/office/officeart/2005/8/layout/orgChart1" loCatId="" qsTypeId="urn:microsoft.com/office/officeart/2005/8/quickstyle/3d4" qsCatId="3D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3BBBFA12-D12A-A849-8F32-21C795BD9677}">
      <dgm:prSet phldrT="[Text]"/>
      <dgm:spPr/>
      <dgm:t>
        <a:bodyPr/>
        <a:lstStyle/>
        <a:p>
          <a:r>
            <a:rPr lang="en-GB" dirty="0"/>
            <a:t>Phases</a:t>
          </a:r>
        </a:p>
      </dgm:t>
    </dgm:pt>
    <dgm:pt modelId="{297E7D2A-4099-9A42-8188-6EAF8626267A}" type="parTrans" cxnId="{D9278338-37D0-EB49-B1C2-CBB0D29AE0F9}">
      <dgm:prSet/>
      <dgm:spPr/>
      <dgm:t>
        <a:bodyPr/>
        <a:lstStyle/>
        <a:p>
          <a:endParaRPr lang="en-GB"/>
        </a:p>
      </dgm:t>
    </dgm:pt>
    <dgm:pt modelId="{99ED5F35-8DC3-F147-B18E-02982A8142B2}" type="sibTrans" cxnId="{D9278338-37D0-EB49-B1C2-CBB0D29AE0F9}">
      <dgm:prSet/>
      <dgm:spPr/>
      <dgm:t>
        <a:bodyPr/>
        <a:lstStyle/>
        <a:p>
          <a:endParaRPr lang="en-GB"/>
        </a:p>
      </dgm:t>
    </dgm:pt>
    <dgm:pt modelId="{E2298AF5-53ED-A541-84B8-5AA6FC6FC0AE}">
      <dgm:prSet phldrT="[Text]"/>
      <dgm:spPr/>
      <dgm:t>
        <a:bodyPr/>
        <a:lstStyle/>
        <a:p>
          <a:r>
            <a:rPr lang="en-GB" dirty="0"/>
            <a:t>Discovery</a:t>
          </a:r>
        </a:p>
      </dgm:t>
    </dgm:pt>
    <dgm:pt modelId="{F5A117A7-C2D7-1740-868E-9C1D691C486F}" type="parTrans" cxnId="{CFAAA33F-2CAA-6B40-9E86-46DA9E9DFDDE}">
      <dgm:prSet/>
      <dgm:spPr/>
      <dgm:t>
        <a:bodyPr/>
        <a:lstStyle/>
        <a:p>
          <a:endParaRPr lang="en-GB"/>
        </a:p>
      </dgm:t>
    </dgm:pt>
    <dgm:pt modelId="{385F89B0-F152-B14F-A2C0-5155C86E3670}" type="sibTrans" cxnId="{CFAAA33F-2CAA-6B40-9E86-46DA9E9DFDDE}">
      <dgm:prSet/>
      <dgm:spPr/>
      <dgm:t>
        <a:bodyPr/>
        <a:lstStyle/>
        <a:p>
          <a:endParaRPr lang="en-GB"/>
        </a:p>
      </dgm:t>
    </dgm:pt>
    <dgm:pt modelId="{4434D9DA-886B-514F-9469-4216EB9EB432}">
      <dgm:prSet phldrT="[Text]"/>
      <dgm:spPr/>
      <dgm:t>
        <a:bodyPr/>
        <a:lstStyle/>
        <a:p>
          <a:r>
            <a:rPr lang="en-GB" dirty="0"/>
            <a:t>Design</a:t>
          </a:r>
        </a:p>
      </dgm:t>
    </dgm:pt>
    <dgm:pt modelId="{587CACF9-30F8-BA4A-AFE8-4D8883ED93B2}" type="parTrans" cxnId="{DDF5CD66-C70F-7C4E-8B4E-9EDAB7D9CA40}">
      <dgm:prSet/>
      <dgm:spPr/>
      <dgm:t>
        <a:bodyPr/>
        <a:lstStyle/>
        <a:p>
          <a:endParaRPr lang="en-GB"/>
        </a:p>
      </dgm:t>
    </dgm:pt>
    <dgm:pt modelId="{2E17D612-6F2D-454F-96B1-8729A2D69C22}" type="sibTrans" cxnId="{DDF5CD66-C70F-7C4E-8B4E-9EDAB7D9CA40}">
      <dgm:prSet/>
      <dgm:spPr/>
      <dgm:t>
        <a:bodyPr/>
        <a:lstStyle/>
        <a:p>
          <a:endParaRPr lang="en-GB"/>
        </a:p>
      </dgm:t>
    </dgm:pt>
    <dgm:pt modelId="{A4015140-9AAC-4243-80B6-75D07D56C544}">
      <dgm:prSet phldrT="[Text]"/>
      <dgm:spPr/>
      <dgm:t>
        <a:bodyPr/>
        <a:lstStyle/>
        <a:p>
          <a:r>
            <a:rPr lang="en-GB" dirty="0"/>
            <a:t>Delivery</a:t>
          </a:r>
        </a:p>
      </dgm:t>
    </dgm:pt>
    <dgm:pt modelId="{C321FA92-62D0-FC49-A13E-BB21779F822F}" type="parTrans" cxnId="{4F3CCD79-724D-794A-B695-C79B85AF9CA4}">
      <dgm:prSet/>
      <dgm:spPr/>
      <dgm:t>
        <a:bodyPr/>
        <a:lstStyle/>
        <a:p>
          <a:endParaRPr lang="en-GB"/>
        </a:p>
      </dgm:t>
    </dgm:pt>
    <dgm:pt modelId="{9673F0A3-E9C4-DD40-924C-2682584D1F0B}" type="sibTrans" cxnId="{4F3CCD79-724D-794A-B695-C79B85AF9CA4}">
      <dgm:prSet/>
      <dgm:spPr/>
      <dgm:t>
        <a:bodyPr/>
        <a:lstStyle/>
        <a:p>
          <a:endParaRPr lang="en-GB"/>
        </a:p>
      </dgm:t>
    </dgm:pt>
    <dgm:pt modelId="{32EBDDF0-BE85-1E4D-B81A-18408CC66615}" type="pres">
      <dgm:prSet presAssocID="{19078D0B-EB64-2D4C-8E19-B88B9EA182A9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44D8AF97-542F-134F-91BB-30FD554431CA}" type="pres">
      <dgm:prSet presAssocID="{3BBBFA12-D12A-A849-8F32-21C795BD9677}" presName="hierRoot1" presStyleCnt="0">
        <dgm:presLayoutVars>
          <dgm:hierBranch val="init"/>
        </dgm:presLayoutVars>
      </dgm:prSet>
      <dgm:spPr/>
    </dgm:pt>
    <dgm:pt modelId="{70196ECA-0BF8-294C-94DE-B241B7DE8E81}" type="pres">
      <dgm:prSet presAssocID="{3BBBFA12-D12A-A849-8F32-21C795BD9677}" presName="rootComposite1" presStyleCnt="0"/>
      <dgm:spPr/>
    </dgm:pt>
    <dgm:pt modelId="{FAE09C74-57D6-B64E-9CF2-C4983B3CC1F4}" type="pres">
      <dgm:prSet presAssocID="{3BBBFA12-D12A-A849-8F32-21C795BD9677}" presName="rootText1" presStyleLbl="node0" presStyleIdx="0" presStyleCnt="1">
        <dgm:presLayoutVars>
          <dgm:chPref val="3"/>
        </dgm:presLayoutVars>
      </dgm:prSet>
      <dgm:spPr/>
    </dgm:pt>
    <dgm:pt modelId="{CFD40DD0-9AF9-574C-9CCF-F7B56831B424}" type="pres">
      <dgm:prSet presAssocID="{3BBBFA12-D12A-A849-8F32-21C795BD9677}" presName="rootConnector1" presStyleLbl="node1" presStyleIdx="0" presStyleCnt="0"/>
      <dgm:spPr/>
    </dgm:pt>
    <dgm:pt modelId="{0879F610-F6A6-E84F-877A-BD93E36A2D26}" type="pres">
      <dgm:prSet presAssocID="{3BBBFA12-D12A-A849-8F32-21C795BD9677}" presName="hierChild2" presStyleCnt="0"/>
      <dgm:spPr/>
    </dgm:pt>
    <dgm:pt modelId="{C82E18F8-4F0E-B54F-A48E-2C18063A8B68}" type="pres">
      <dgm:prSet presAssocID="{F5A117A7-C2D7-1740-868E-9C1D691C486F}" presName="Name37" presStyleLbl="parChTrans1D2" presStyleIdx="0" presStyleCnt="3"/>
      <dgm:spPr/>
    </dgm:pt>
    <dgm:pt modelId="{EE69402D-9B4F-4C45-A1C2-C543F1F97D34}" type="pres">
      <dgm:prSet presAssocID="{E2298AF5-53ED-A541-84B8-5AA6FC6FC0AE}" presName="hierRoot2" presStyleCnt="0">
        <dgm:presLayoutVars>
          <dgm:hierBranch val="init"/>
        </dgm:presLayoutVars>
      </dgm:prSet>
      <dgm:spPr/>
    </dgm:pt>
    <dgm:pt modelId="{6DBEC56B-32C6-FD47-916E-B78F807A3010}" type="pres">
      <dgm:prSet presAssocID="{E2298AF5-53ED-A541-84B8-5AA6FC6FC0AE}" presName="rootComposite" presStyleCnt="0"/>
      <dgm:spPr/>
    </dgm:pt>
    <dgm:pt modelId="{9AB7851C-6B05-CE40-880B-550602B35593}" type="pres">
      <dgm:prSet presAssocID="{E2298AF5-53ED-A541-84B8-5AA6FC6FC0AE}" presName="rootText" presStyleLbl="node2" presStyleIdx="0" presStyleCnt="3">
        <dgm:presLayoutVars>
          <dgm:chPref val="3"/>
        </dgm:presLayoutVars>
      </dgm:prSet>
      <dgm:spPr/>
    </dgm:pt>
    <dgm:pt modelId="{B058380A-D519-BD4A-A72C-67EC9070E257}" type="pres">
      <dgm:prSet presAssocID="{E2298AF5-53ED-A541-84B8-5AA6FC6FC0AE}" presName="rootConnector" presStyleLbl="node2" presStyleIdx="0" presStyleCnt="3"/>
      <dgm:spPr/>
    </dgm:pt>
    <dgm:pt modelId="{65AD3F91-D36A-5145-9708-70029A31783A}" type="pres">
      <dgm:prSet presAssocID="{E2298AF5-53ED-A541-84B8-5AA6FC6FC0AE}" presName="hierChild4" presStyleCnt="0"/>
      <dgm:spPr/>
    </dgm:pt>
    <dgm:pt modelId="{43121537-EC00-6745-87D9-1986BAE1DD87}" type="pres">
      <dgm:prSet presAssocID="{E2298AF5-53ED-A541-84B8-5AA6FC6FC0AE}" presName="hierChild5" presStyleCnt="0"/>
      <dgm:spPr/>
    </dgm:pt>
    <dgm:pt modelId="{D8EDDDEA-1B9F-504F-AEAA-1E4E07D58FBE}" type="pres">
      <dgm:prSet presAssocID="{587CACF9-30F8-BA4A-AFE8-4D8883ED93B2}" presName="Name37" presStyleLbl="parChTrans1D2" presStyleIdx="1" presStyleCnt="3"/>
      <dgm:spPr/>
    </dgm:pt>
    <dgm:pt modelId="{CA0CF602-96A0-BF45-8E28-C8ED7D5DBBE7}" type="pres">
      <dgm:prSet presAssocID="{4434D9DA-886B-514F-9469-4216EB9EB432}" presName="hierRoot2" presStyleCnt="0">
        <dgm:presLayoutVars>
          <dgm:hierBranch val="init"/>
        </dgm:presLayoutVars>
      </dgm:prSet>
      <dgm:spPr/>
    </dgm:pt>
    <dgm:pt modelId="{E3847D51-2608-F44C-A88E-609254239676}" type="pres">
      <dgm:prSet presAssocID="{4434D9DA-886B-514F-9469-4216EB9EB432}" presName="rootComposite" presStyleCnt="0"/>
      <dgm:spPr/>
    </dgm:pt>
    <dgm:pt modelId="{823D3423-F885-BD4D-805B-A336B6CB369E}" type="pres">
      <dgm:prSet presAssocID="{4434D9DA-886B-514F-9469-4216EB9EB432}" presName="rootText" presStyleLbl="node2" presStyleIdx="1" presStyleCnt="3">
        <dgm:presLayoutVars>
          <dgm:chPref val="3"/>
        </dgm:presLayoutVars>
      </dgm:prSet>
      <dgm:spPr/>
    </dgm:pt>
    <dgm:pt modelId="{B28F237B-1ED3-EE4E-9F92-D09898681C17}" type="pres">
      <dgm:prSet presAssocID="{4434D9DA-886B-514F-9469-4216EB9EB432}" presName="rootConnector" presStyleLbl="node2" presStyleIdx="1" presStyleCnt="3"/>
      <dgm:spPr/>
    </dgm:pt>
    <dgm:pt modelId="{6E506350-A5AB-8343-9499-EA76A5B5123C}" type="pres">
      <dgm:prSet presAssocID="{4434D9DA-886B-514F-9469-4216EB9EB432}" presName="hierChild4" presStyleCnt="0"/>
      <dgm:spPr/>
    </dgm:pt>
    <dgm:pt modelId="{5149ACA9-1A03-2949-8421-74D480E17D10}" type="pres">
      <dgm:prSet presAssocID="{4434D9DA-886B-514F-9469-4216EB9EB432}" presName="hierChild5" presStyleCnt="0"/>
      <dgm:spPr/>
    </dgm:pt>
    <dgm:pt modelId="{BA20DD0F-57C9-BA4F-80A4-AB37839FC3A5}" type="pres">
      <dgm:prSet presAssocID="{C321FA92-62D0-FC49-A13E-BB21779F822F}" presName="Name37" presStyleLbl="parChTrans1D2" presStyleIdx="2" presStyleCnt="3"/>
      <dgm:spPr/>
    </dgm:pt>
    <dgm:pt modelId="{A120B868-EF5A-494C-9FF5-34DD4B8B706D}" type="pres">
      <dgm:prSet presAssocID="{A4015140-9AAC-4243-80B6-75D07D56C544}" presName="hierRoot2" presStyleCnt="0">
        <dgm:presLayoutVars>
          <dgm:hierBranch val="init"/>
        </dgm:presLayoutVars>
      </dgm:prSet>
      <dgm:spPr/>
    </dgm:pt>
    <dgm:pt modelId="{B87762B0-29E2-8D4C-96AA-C08FECDC85CD}" type="pres">
      <dgm:prSet presAssocID="{A4015140-9AAC-4243-80B6-75D07D56C544}" presName="rootComposite" presStyleCnt="0"/>
      <dgm:spPr/>
    </dgm:pt>
    <dgm:pt modelId="{3A9BF2D7-1E0E-5F43-A16F-94419B52692B}" type="pres">
      <dgm:prSet presAssocID="{A4015140-9AAC-4243-80B6-75D07D56C544}" presName="rootText" presStyleLbl="node2" presStyleIdx="2" presStyleCnt="3">
        <dgm:presLayoutVars>
          <dgm:chPref val="3"/>
        </dgm:presLayoutVars>
      </dgm:prSet>
      <dgm:spPr/>
    </dgm:pt>
    <dgm:pt modelId="{5B32BADB-9418-CD48-AFF5-6579DAD3E9F3}" type="pres">
      <dgm:prSet presAssocID="{A4015140-9AAC-4243-80B6-75D07D56C544}" presName="rootConnector" presStyleLbl="node2" presStyleIdx="2" presStyleCnt="3"/>
      <dgm:spPr/>
    </dgm:pt>
    <dgm:pt modelId="{AAA45E54-8339-6745-A08C-A0E18837C849}" type="pres">
      <dgm:prSet presAssocID="{A4015140-9AAC-4243-80B6-75D07D56C544}" presName="hierChild4" presStyleCnt="0"/>
      <dgm:spPr/>
    </dgm:pt>
    <dgm:pt modelId="{02CFC295-EE2C-EC40-8D7E-EDE3E22E4075}" type="pres">
      <dgm:prSet presAssocID="{A4015140-9AAC-4243-80B6-75D07D56C544}" presName="hierChild5" presStyleCnt="0"/>
      <dgm:spPr/>
    </dgm:pt>
    <dgm:pt modelId="{841D5EEA-67F1-084F-A053-23871D982E8D}" type="pres">
      <dgm:prSet presAssocID="{3BBBFA12-D12A-A849-8F32-21C795BD9677}" presName="hierChild3" presStyleCnt="0"/>
      <dgm:spPr/>
    </dgm:pt>
  </dgm:ptLst>
  <dgm:cxnLst>
    <dgm:cxn modelId="{5947E424-5667-0040-924F-05DD52B343BA}" type="presOf" srcId="{3BBBFA12-D12A-A849-8F32-21C795BD9677}" destId="{FAE09C74-57D6-B64E-9CF2-C4983B3CC1F4}" srcOrd="0" destOrd="0" presId="urn:microsoft.com/office/officeart/2005/8/layout/orgChart1"/>
    <dgm:cxn modelId="{D9278338-37D0-EB49-B1C2-CBB0D29AE0F9}" srcId="{19078D0B-EB64-2D4C-8E19-B88B9EA182A9}" destId="{3BBBFA12-D12A-A849-8F32-21C795BD9677}" srcOrd="0" destOrd="0" parTransId="{297E7D2A-4099-9A42-8188-6EAF8626267A}" sibTransId="{99ED5F35-8DC3-F147-B18E-02982A8142B2}"/>
    <dgm:cxn modelId="{0A5DF338-2664-8146-81CA-90A929C8BCFE}" type="presOf" srcId="{587CACF9-30F8-BA4A-AFE8-4D8883ED93B2}" destId="{D8EDDDEA-1B9F-504F-AEAA-1E4E07D58FBE}" srcOrd="0" destOrd="0" presId="urn:microsoft.com/office/officeart/2005/8/layout/orgChart1"/>
    <dgm:cxn modelId="{829DCE39-8B8F-A54E-9C5E-5568849EB2B5}" type="presOf" srcId="{A4015140-9AAC-4243-80B6-75D07D56C544}" destId="{3A9BF2D7-1E0E-5F43-A16F-94419B52692B}" srcOrd="0" destOrd="0" presId="urn:microsoft.com/office/officeart/2005/8/layout/orgChart1"/>
    <dgm:cxn modelId="{CFAAA33F-2CAA-6B40-9E86-46DA9E9DFDDE}" srcId="{3BBBFA12-D12A-A849-8F32-21C795BD9677}" destId="{E2298AF5-53ED-A541-84B8-5AA6FC6FC0AE}" srcOrd="0" destOrd="0" parTransId="{F5A117A7-C2D7-1740-868E-9C1D691C486F}" sibTransId="{385F89B0-F152-B14F-A2C0-5155C86E3670}"/>
    <dgm:cxn modelId="{F3F2E355-AB1C-2942-95E5-108898D65934}" type="presOf" srcId="{19078D0B-EB64-2D4C-8E19-B88B9EA182A9}" destId="{32EBDDF0-BE85-1E4D-B81A-18408CC66615}" srcOrd="0" destOrd="0" presId="urn:microsoft.com/office/officeart/2005/8/layout/orgChart1"/>
    <dgm:cxn modelId="{1728A359-40E3-0D4D-A7AF-440CF200C0E5}" type="presOf" srcId="{E2298AF5-53ED-A541-84B8-5AA6FC6FC0AE}" destId="{9AB7851C-6B05-CE40-880B-550602B35593}" srcOrd="0" destOrd="0" presId="urn:microsoft.com/office/officeart/2005/8/layout/orgChart1"/>
    <dgm:cxn modelId="{DDF5CD66-C70F-7C4E-8B4E-9EDAB7D9CA40}" srcId="{3BBBFA12-D12A-A849-8F32-21C795BD9677}" destId="{4434D9DA-886B-514F-9469-4216EB9EB432}" srcOrd="1" destOrd="0" parTransId="{587CACF9-30F8-BA4A-AFE8-4D8883ED93B2}" sibTransId="{2E17D612-6F2D-454F-96B1-8729A2D69C22}"/>
    <dgm:cxn modelId="{07C97E6C-C96D-2E4B-A5E5-549D689C49AE}" type="presOf" srcId="{E2298AF5-53ED-A541-84B8-5AA6FC6FC0AE}" destId="{B058380A-D519-BD4A-A72C-67EC9070E257}" srcOrd="1" destOrd="0" presId="urn:microsoft.com/office/officeart/2005/8/layout/orgChart1"/>
    <dgm:cxn modelId="{4F3CCD79-724D-794A-B695-C79B85AF9CA4}" srcId="{3BBBFA12-D12A-A849-8F32-21C795BD9677}" destId="{A4015140-9AAC-4243-80B6-75D07D56C544}" srcOrd="2" destOrd="0" parTransId="{C321FA92-62D0-FC49-A13E-BB21779F822F}" sibTransId="{9673F0A3-E9C4-DD40-924C-2682584D1F0B}"/>
    <dgm:cxn modelId="{6687FBAA-E31F-504D-B321-14E54D651FAE}" type="presOf" srcId="{F5A117A7-C2D7-1740-868E-9C1D691C486F}" destId="{C82E18F8-4F0E-B54F-A48E-2C18063A8B68}" srcOrd="0" destOrd="0" presId="urn:microsoft.com/office/officeart/2005/8/layout/orgChart1"/>
    <dgm:cxn modelId="{7F9F35BF-D759-DC4D-834B-7B3E18C77A7A}" type="presOf" srcId="{3BBBFA12-D12A-A849-8F32-21C795BD9677}" destId="{CFD40DD0-9AF9-574C-9CCF-F7B56831B424}" srcOrd="1" destOrd="0" presId="urn:microsoft.com/office/officeart/2005/8/layout/orgChart1"/>
    <dgm:cxn modelId="{942668CE-CFDC-384D-8E4A-688316A57869}" type="presOf" srcId="{A4015140-9AAC-4243-80B6-75D07D56C544}" destId="{5B32BADB-9418-CD48-AFF5-6579DAD3E9F3}" srcOrd="1" destOrd="0" presId="urn:microsoft.com/office/officeart/2005/8/layout/orgChart1"/>
    <dgm:cxn modelId="{2AF423D6-CD4D-4A48-B983-623A2FDE68E7}" type="presOf" srcId="{C321FA92-62D0-FC49-A13E-BB21779F822F}" destId="{BA20DD0F-57C9-BA4F-80A4-AB37839FC3A5}" srcOrd="0" destOrd="0" presId="urn:microsoft.com/office/officeart/2005/8/layout/orgChart1"/>
    <dgm:cxn modelId="{7D40D9DD-8681-B246-94CA-993DDA52F520}" type="presOf" srcId="{4434D9DA-886B-514F-9469-4216EB9EB432}" destId="{B28F237B-1ED3-EE4E-9F92-D09898681C17}" srcOrd="1" destOrd="0" presId="urn:microsoft.com/office/officeart/2005/8/layout/orgChart1"/>
    <dgm:cxn modelId="{FBC5F3DF-2D26-244D-8ECC-ADE8BF73E363}" type="presOf" srcId="{4434D9DA-886B-514F-9469-4216EB9EB432}" destId="{823D3423-F885-BD4D-805B-A336B6CB369E}" srcOrd="0" destOrd="0" presId="urn:microsoft.com/office/officeart/2005/8/layout/orgChart1"/>
    <dgm:cxn modelId="{F45FDA84-8BB9-B74F-B243-EA359617F4AC}" type="presParOf" srcId="{32EBDDF0-BE85-1E4D-B81A-18408CC66615}" destId="{44D8AF97-542F-134F-91BB-30FD554431CA}" srcOrd="0" destOrd="0" presId="urn:microsoft.com/office/officeart/2005/8/layout/orgChart1"/>
    <dgm:cxn modelId="{4B1F74A7-7573-0F4D-BAB1-1E38E2BAD546}" type="presParOf" srcId="{44D8AF97-542F-134F-91BB-30FD554431CA}" destId="{70196ECA-0BF8-294C-94DE-B241B7DE8E81}" srcOrd="0" destOrd="0" presId="urn:microsoft.com/office/officeart/2005/8/layout/orgChart1"/>
    <dgm:cxn modelId="{98B34C69-CE13-1444-97B6-79BFA73F99CE}" type="presParOf" srcId="{70196ECA-0BF8-294C-94DE-B241B7DE8E81}" destId="{FAE09C74-57D6-B64E-9CF2-C4983B3CC1F4}" srcOrd="0" destOrd="0" presId="urn:microsoft.com/office/officeart/2005/8/layout/orgChart1"/>
    <dgm:cxn modelId="{2172797C-AAA2-3E41-8D2E-BA2487A2F353}" type="presParOf" srcId="{70196ECA-0BF8-294C-94DE-B241B7DE8E81}" destId="{CFD40DD0-9AF9-574C-9CCF-F7B56831B424}" srcOrd="1" destOrd="0" presId="urn:microsoft.com/office/officeart/2005/8/layout/orgChart1"/>
    <dgm:cxn modelId="{944716C2-101B-B347-A3AB-12BED4035680}" type="presParOf" srcId="{44D8AF97-542F-134F-91BB-30FD554431CA}" destId="{0879F610-F6A6-E84F-877A-BD93E36A2D26}" srcOrd="1" destOrd="0" presId="urn:microsoft.com/office/officeart/2005/8/layout/orgChart1"/>
    <dgm:cxn modelId="{78479847-1BC3-3744-BC88-0C465DF13543}" type="presParOf" srcId="{0879F610-F6A6-E84F-877A-BD93E36A2D26}" destId="{C82E18F8-4F0E-B54F-A48E-2C18063A8B68}" srcOrd="0" destOrd="0" presId="urn:microsoft.com/office/officeart/2005/8/layout/orgChart1"/>
    <dgm:cxn modelId="{D8F71D60-8C42-E84F-A421-4BFB3FEC0DEC}" type="presParOf" srcId="{0879F610-F6A6-E84F-877A-BD93E36A2D26}" destId="{EE69402D-9B4F-4C45-A1C2-C543F1F97D34}" srcOrd="1" destOrd="0" presId="urn:microsoft.com/office/officeart/2005/8/layout/orgChart1"/>
    <dgm:cxn modelId="{940ECADB-E52D-9E44-8438-1C983694E482}" type="presParOf" srcId="{EE69402D-9B4F-4C45-A1C2-C543F1F97D34}" destId="{6DBEC56B-32C6-FD47-916E-B78F807A3010}" srcOrd="0" destOrd="0" presId="urn:microsoft.com/office/officeart/2005/8/layout/orgChart1"/>
    <dgm:cxn modelId="{DDCC0A40-F2E9-1145-9893-700E547E8317}" type="presParOf" srcId="{6DBEC56B-32C6-FD47-916E-B78F807A3010}" destId="{9AB7851C-6B05-CE40-880B-550602B35593}" srcOrd="0" destOrd="0" presId="urn:microsoft.com/office/officeart/2005/8/layout/orgChart1"/>
    <dgm:cxn modelId="{4137B357-0728-5349-B7BE-8A5B6EA611BA}" type="presParOf" srcId="{6DBEC56B-32C6-FD47-916E-B78F807A3010}" destId="{B058380A-D519-BD4A-A72C-67EC9070E257}" srcOrd="1" destOrd="0" presId="urn:microsoft.com/office/officeart/2005/8/layout/orgChart1"/>
    <dgm:cxn modelId="{80E912AC-3258-3A4A-9916-DE1A241CDE59}" type="presParOf" srcId="{EE69402D-9B4F-4C45-A1C2-C543F1F97D34}" destId="{65AD3F91-D36A-5145-9708-70029A31783A}" srcOrd="1" destOrd="0" presId="urn:microsoft.com/office/officeart/2005/8/layout/orgChart1"/>
    <dgm:cxn modelId="{93E89BE2-4CC8-5745-B3B3-87487974883E}" type="presParOf" srcId="{EE69402D-9B4F-4C45-A1C2-C543F1F97D34}" destId="{43121537-EC00-6745-87D9-1986BAE1DD87}" srcOrd="2" destOrd="0" presId="urn:microsoft.com/office/officeart/2005/8/layout/orgChart1"/>
    <dgm:cxn modelId="{65B2F534-FA80-E248-B6EC-BD85F292B2E2}" type="presParOf" srcId="{0879F610-F6A6-E84F-877A-BD93E36A2D26}" destId="{D8EDDDEA-1B9F-504F-AEAA-1E4E07D58FBE}" srcOrd="2" destOrd="0" presId="urn:microsoft.com/office/officeart/2005/8/layout/orgChart1"/>
    <dgm:cxn modelId="{6E886EAB-AEC6-784B-A37D-16F3B6CBE86E}" type="presParOf" srcId="{0879F610-F6A6-E84F-877A-BD93E36A2D26}" destId="{CA0CF602-96A0-BF45-8E28-C8ED7D5DBBE7}" srcOrd="3" destOrd="0" presId="urn:microsoft.com/office/officeart/2005/8/layout/orgChart1"/>
    <dgm:cxn modelId="{3BDBE9D4-57FA-E941-8A4E-0E6CD7617867}" type="presParOf" srcId="{CA0CF602-96A0-BF45-8E28-C8ED7D5DBBE7}" destId="{E3847D51-2608-F44C-A88E-609254239676}" srcOrd="0" destOrd="0" presId="urn:microsoft.com/office/officeart/2005/8/layout/orgChart1"/>
    <dgm:cxn modelId="{0C40E5B5-925D-7943-A614-F307C9AF4463}" type="presParOf" srcId="{E3847D51-2608-F44C-A88E-609254239676}" destId="{823D3423-F885-BD4D-805B-A336B6CB369E}" srcOrd="0" destOrd="0" presId="urn:microsoft.com/office/officeart/2005/8/layout/orgChart1"/>
    <dgm:cxn modelId="{DF01B22D-82AF-3E48-A0C1-6040296187CE}" type="presParOf" srcId="{E3847D51-2608-F44C-A88E-609254239676}" destId="{B28F237B-1ED3-EE4E-9F92-D09898681C17}" srcOrd="1" destOrd="0" presId="urn:microsoft.com/office/officeart/2005/8/layout/orgChart1"/>
    <dgm:cxn modelId="{8BF7573F-A508-A043-B307-15C0AC6C829B}" type="presParOf" srcId="{CA0CF602-96A0-BF45-8E28-C8ED7D5DBBE7}" destId="{6E506350-A5AB-8343-9499-EA76A5B5123C}" srcOrd="1" destOrd="0" presId="urn:microsoft.com/office/officeart/2005/8/layout/orgChart1"/>
    <dgm:cxn modelId="{7F386A04-64C0-F74B-8E03-1284AE0AEFEB}" type="presParOf" srcId="{CA0CF602-96A0-BF45-8E28-C8ED7D5DBBE7}" destId="{5149ACA9-1A03-2949-8421-74D480E17D10}" srcOrd="2" destOrd="0" presId="urn:microsoft.com/office/officeart/2005/8/layout/orgChart1"/>
    <dgm:cxn modelId="{D707AD35-8774-5A45-AD4A-997BCA728AB2}" type="presParOf" srcId="{0879F610-F6A6-E84F-877A-BD93E36A2D26}" destId="{BA20DD0F-57C9-BA4F-80A4-AB37839FC3A5}" srcOrd="4" destOrd="0" presId="urn:microsoft.com/office/officeart/2005/8/layout/orgChart1"/>
    <dgm:cxn modelId="{50398600-F3F3-FF4A-B094-34DCBAC31EB6}" type="presParOf" srcId="{0879F610-F6A6-E84F-877A-BD93E36A2D26}" destId="{A120B868-EF5A-494C-9FF5-34DD4B8B706D}" srcOrd="5" destOrd="0" presId="urn:microsoft.com/office/officeart/2005/8/layout/orgChart1"/>
    <dgm:cxn modelId="{D03F6648-B621-C841-990A-CD7EDF5827D7}" type="presParOf" srcId="{A120B868-EF5A-494C-9FF5-34DD4B8B706D}" destId="{B87762B0-29E2-8D4C-96AA-C08FECDC85CD}" srcOrd="0" destOrd="0" presId="urn:microsoft.com/office/officeart/2005/8/layout/orgChart1"/>
    <dgm:cxn modelId="{FE5A21DF-A3E5-354A-BE08-EE4F17BB2402}" type="presParOf" srcId="{B87762B0-29E2-8D4C-96AA-C08FECDC85CD}" destId="{3A9BF2D7-1E0E-5F43-A16F-94419B52692B}" srcOrd="0" destOrd="0" presId="urn:microsoft.com/office/officeart/2005/8/layout/orgChart1"/>
    <dgm:cxn modelId="{58153C70-CD95-0F47-9638-D028805EF741}" type="presParOf" srcId="{B87762B0-29E2-8D4C-96AA-C08FECDC85CD}" destId="{5B32BADB-9418-CD48-AFF5-6579DAD3E9F3}" srcOrd="1" destOrd="0" presId="urn:microsoft.com/office/officeart/2005/8/layout/orgChart1"/>
    <dgm:cxn modelId="{30FE8C3A-2457-F544-A8ED-A0F30DFDF244}" type="presParOf" srcId="{A120B868-EF5A-494C-9FF5-34DD4B8B706D}" destId="{AAA45E54-8339-6745-A08C-A0E18837C849}" srcOrd="1" destOrd="0" presId="urn:microsoft.com/office/officeart/2005/8/layout/orgChart1"/>
    <dgm:cxn modelId="{963CF5CD-955F-C543-88CC-5D89638B69DC}" type="presParOf" srcId="{A120B868-EF5A-494C-9FF5-34DD4B8B706D}" destId="{02CFC295-EE2C-EC40-8D7E-EDE3E22E4075}" srcOrd="2" destOrd="0" presId="urn:microsoft.com/office/officeart/2005/8/layout/orgChart1"/>
    <dgm:cxn modelId="{A05233B6-93E3-9D40-B3C4-F51E14505322}" type="presParOf" srcId="{44D8AF97-542F-134F-91BB-30FD554431CA}" destId="{841D5EEA-67F1-084F-A053-23871D982E8D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9078D0B-EB64-2D4C-8E19-B88B9EA182A9}" type="doc">
      <dgm:prSet loTypeId="urn:microsoft.com/office/officeart/2005/8/layout/orgChart1" loCatId="" qsTypeId="urn:microsoft.com/office/officeart/2005/8/quickstyle/3d4" qsCatId="3D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3A29A919-20BD-024F-8EF6-05CFC3CADF6E}">
      <dgm:prSet/>
      <dgm:spPr/>
      <dgm:t>
        <a:bodyPr/>
        <a:lstStyle/>
        <a:p>
          <a:r>
            <a:rPr lang="en-GB" dirty="0"/>
            <a:t>LHV</a:t>
          </a:r>
        </a:p>
      </dgm:t>
    </dgm:pt>
    <dgm:pt modelId="{D1320881-1930-C347-9017-9A4CD1DF2282}" type="parTrans" cxnId="{3541D6CD-428B-7844-A329-CD3DAF6BF983}">
      <dgm:prSet/>
      <dgm:spPr/>
      <dgm:t>
        <a:bodyPr/>
        <a:lstStyle/>
        <a:p>
          <a:endParaRPr lang="en-GB"/>
        </a:p>
      </dgm:t>
    </dgm:pt>
    <dgm:pt modelId="{49CECAF8-991D-F246-A4AA-C299BC4EA391}" type="sibTrans" cxnId="{3541D6CD-428B-7844-A329-CD3DAF6BF983}">
      <dgm:prSet/>
      <dgm:spPr/>
      <dgm:t>
        <a:bodyPr/>
        <a:lstStyle/>
        <a:p>
          <a:endParaRPr lang="en-GB"/>
        </a:p>
      </dgm:t>
    </dgm:pt>
    <dgm:pt modelId="{4C6CBCA4-851D-2846-8819-683A862A9426}">
      <dgm:prSet/>
      <dgm:spPr/>
      <dgm:t>
        <a:bodyPr/>
        <a:lstStyle/>
        <a:p>
          <a:r>
            <a:rPr lang="en-GB" dirty="0"/>
            <a:t>Equals Money</a:t>
          </a:r>
        </a:p>
      </dgm:t>
    </dgm:pt>
    <dgm:pt modelId="{9E8554D4-B8CC-8946-89C0-7B2A46F04010}" type="parTrans" cxnId="{70B5E820-BA5C-614D-8178-AFDECDC222E5}">
      <dgm:prSet/>
      <dgm:spPr/>
      <dgm:t>
        <a:bodyPr/>
        <a:lstStyle/>
        <a:p>
          <a:endParaRPr lang="en-GB"/>
        </a:p>
      </dgm:t>
    </dgm:pt>
    <dgm:pt modelId="{6CD6DD86-7E7F-DC4F-B8BC-387B14A611F0}" type="sibTrans" cxnId="{70B5E820-BA5C-614D-8178-AFDECDC222E5}">
      <dgm:prSet/>
      <dgm:spPr/>
      <dgm:t>
        <a:bodyPr/>
        <a:lstStyle/>
        <a:p>
          <a:endParaRPr lang="en-GB"/>
        </a:p>
      </dgm:t>
    </dgm:pt>
    <dgm:pt modelId="{89EC344C-4E6D-524D-973C-58F563B5B30E}">
      <dgm:prSet/>
      <dgm:spPr/>
      <dgm:t>
        <a:bodyPr/>
        <a:lstStyle/>
        <a:p>
          <a:r>
            <a:rPr lang="en-GB" dirty="0"/>
            <a:t>Convera</a:t>
          </a:r>
        </a:p>
      </dgm:t>
    </dgm:pt>
    <dgm:pt modelId="{A0359E2E-1C86-C148-8001-DDC9CEE68969}" type="parTrans" cxnId="{3224B777-5D2A-D041-B7B9-D556F80DAAD2}">
      <dgm:prSet/>
      <dgm:spPr/>
      <dgm:t>
        <a:bodyPr/>
        <a:lstStyle/>
        <a:p>
          <a:endParaRPr lang="en-GB"/>
        </a:p>
      </dgm:t>
    </dgm:pt>
    <dgm:pt modelId="{266122B1-7495-1640-B9C4-61D9D8B90C3A}" type="sibTrans" cxnId="{3224B777-5D2A-D041-B7B9-D556F80DAAD2}">
      <dgm:prSet/>
      <dgm:spPr/>
      <dgm:t>
        <a:bodyPr/>
        <a:lstStyle/>
        <a:p>
          <a:endParaRPr lang="en-GB"/>
        </a:p>
      </dgm:t>
    </dgm:pt>
    <dgm:pt modelId="{652149C9-B794-2E44-B0C5-A844B587E501}">
      <dgm:prSet/>
      <dgm:spPr/>
      <dgm:t>
        <a:bodyPr/>
        <a:lstStyle/>
        <a:p>
          <a:r>
            <a:rPr lang="en-GB" dirty="0"/>
            <a:t>Discovery</a:t>
          </a:r>
        </a:p>
      </dgm:t>
    </dgm:pt>
    <dgm:pt modelId="{E4381ED5-57B6-414B-A86D-B2C83FD4C43D}" type="parTrans" cxnId="{E06EAF2F-A08E-3442-8CD9-CDF229963D9D}">
      <dgm:prSet/>
      <dgm:spPr/>
      <dgm:t>
        <a:bodyPr/>
        <a:lstStyle/>
        <a:p>
          <a:endParaRPr lang="en-GB"/>
        </a:p>
      </dgm:t>
    </dgm:pt>
    <dgm:pt modelId="{1DD5B54A-E85F-FD4D-B7FA-25F573C607F9}" type="sibTrans" cxnId="{E06EAF2F-A08E-3442-8CD9-CDF229963D9D}">
      <dgm:prSet/>
      <dgm:spPr/>
      <dgm:t>
        <a:bodyPr/>
        <a:lstStyle/>
        <a:p>
          <a:endParaRPr lang="en-GB"/>
        </a:p>
      </dgm:t>
    </dgm:pt>
    <dgm:pt modelId="{6D18D6CD-8C45-1A46-B4B6-3306CAC3E962}">
      <dgm:prSet/>
      <dgm:spPr/>
      <dgm:t>
        <a:bodyPr/>
        <a:lstStyle/>
        <a:p>
          <a:r>
            <a:rPr lang="en-GB" dirty="0"/>
            <a:t>TruSek</a:t>
          </a:r>
        </a:p>
      </dgm:t>
    </dgm:pt>
    <dgm:pt modelId="{895C3356-7E9C-DC4B-B4FE-2CDF95CA8305}" type="parTrans" cxnId="{28B8C37D-DD46-1B42-93CD-1CE9496BFCB8}">
      <dgm:prSet/>
      <dgm:spPr/>
      <dgm:t>
        <a:bodyPr/>
        <a:lstStyle/>
        <a:p>
          <a:endParaRPr lang="en-GB"/>
        </a:p>
      </dgm:t>
    </dgm:pt>
    <dgm:pt modelId="{E3C2A5E3-7A43-6E41-BE3D-9E5B7625446B}" type="sibTrans" cxnId="{28B8C37D-DD46-1B42-93CD-1CE9496BFCB8}">
      <dgm:prSet/>
      <dgm:spPr/>
      <dgm:t>
        <a:bodyPr/>
        <a:lstStyle/>
        <a:p>
          <a:endParaRPr lang="en-GB"/>
        </a:p>
      </dgm:t>
    </dgm:pt>
    <dgm:pt modelId="{EA3D9883-E17C-944B-97CE-FB5E73FDA97A}">
      <dgm:prSet/>
      <dgm:spPr/>
      <dgm:t>
        <a:bodyPr/>
        <a:lstStyle/>
        <a:p>
          <a:r>
            <a:rPr lang="en-GB" dirty="0"/>
            <a:t>FPMS</a:t>
          </a:r>
        </a:p>
      </dgm:t>
    </dgm:pt>
    <dgm:pt modelId="{BAE8C5C9-7D77-7542-B7C3-46A3762E2FF7}" type="parTrans" cxnId="{90BEE238-B57C-5644-A5D9-7F54215607B5}">
      <dgm:prSet/>
      <dgm:spPr/>
      <dgm:t>
        <a:bodyPr/>
        <a:lstStyle/>
        <a:p>
          <a:endParaRPr lang="en-GB"/>
        </a:p>
      </dgm:t>
    </dgm:pt>
    <dgm:pt modelId="{DA5B598E-A333-554B-A874-F0C46EB1DABA}" type="sibTrans" cxnId="{90BEE238-B57C-5644-A5D9-7F54215607B5}">
      <dgm:prSet/>
      <dgm:spPr/>
      <dgm:t>
        <a:bodyPr/>
        <a:lstStyle/>
        <a:p>
          <a:endParaRPr lang="en-GB"/>
        </a:p>
      </dgm:t>
    </dgm:pt>
    <dgm:pt modelId="{6D16CC69-863A-DA42-BB0B-E8664750669A}">
      <dgm:prSet/>
      <dgm:spPr/>
      <dgm:t>
        <a:bodyPr/>
        <a:lstStyle/>
        <a:p>
          <a:r>
            <a:rPr lang="en-GB" dirty="0"/>
            <a:t>Portals</a:t>
          </a:r>
        </a:p>
      </dgm:t>
    </dgm:pt>
    <dgm:pt modelId="{5A85838F-CC59-694D-8775-3F88711A9B7B}" type="parTrans" cxnId="{D1C11D74-0959-F740-8E6B-1AA3E01A4D97}">
      <dgm:prSet/>
      <dgm:spPr/>
      <dgm:t>
        <a:bodyPr/>
        <a:lstStyle/>
        <a:p>
          <a:endParaRPr lang="en-GB"/>
        </a:p>
      </dgm:t>
    </dgm:pt>
    <dgm:pt modelId="{7C377A04-B429-B746-A027-AB563B4C37D5}" type="sibTrans" cxnId="{D1C11D74-0959-F740-8E6B-1AA3E01A4D97}">
      <dgm:prSet/>
      <dgm:spPr/>
      <dgm:t>
        <a:bodyPr/>
        <a:lstStyle/>
        <a:p>
          <a:endParaRPr lang="en-GB"/>
        </a:p>
      </dgm:t>
    </dgm:pt>
    <dgm:pt modelId="{678CF564-935B-8D49-93FA-011293F04D49}">
      <dgm:prSet/>
      <dgm:spPr/>
      <dgm:t>
        <a:bodyPr/>
        <a:lstStyle/>
        <a:p>
          <a:r>
            <a:rPr lang="en-GB" dirty="0"/>
            <a:t>Banking </a:t>
          </a:r>
          <a:br>
            <a:rPr lang="en-GB" dirty="0"/>
          </a:br>
          <a:r>
            <a:rPr lang="en-GB" dirty="0"/>
            <a:t>Circle</a:t>
          </a:r>
        </a:p>
      </dgm:t>
    </dgm:pt>
    <dgm:pt modelId="{92582B5A-18FC-A14C-9046-688EEC3D2640}" type="parTrans" cxnId="{3E10ED08-AF07-6443-BAF3-E7F35F09858B}">
      <dgm:prSet/>
      <dgm:spPr/>
      <dgm:t>
        <a:bodyPr/>
        <a:lstStyle/>
        <a:p>
          <a:endParaRPr lang="en-GB"/>
        </a:p>
      </dgm:t>
    </dgm:pt>
    <dgm:pt modelId="{2365B611-C097-AD41-92B6-02807FE6FC67}" type="sibTrans" cxnId="{3E10ED08-AF07-6443-BAF3-E7F35F09858B}">
      <dgm:prSet/>
      <dgm:spPr/>
      <dgm:t>
        <a:bodyPr/>
        <a:lstStyle/>
        <a:p>
          <a:endParaRPr lang="en-GB"/>
        </a:p>
      </dgm:t>
    </dgm:pt>
    <dgm:pt modelId="{FD71EF44-78CC-6542-B46E-AFE1B9274219}">
      <dgm:prSet/>
      <dgm:spPr/>
      <dgm:t>
        <a:bodyPr/>
        <a:lstStyle/>
        <a:p>
          <a:r>
            <a:rPr lang="en-GB" dirty="0"/>
            <a:t>User Portal</a:t>
          </a:r>
        </a:p>
      </dgm:t>
    </dgm:pt>
    <dgm:pt modelId="{08C4AE7A-9787-9E44-8818-D3622A5907BD}" type="parTrans" cxnId="{60146118-9760-454A-9FCF-39E068DDE3DD}">
      <dgm:prSet/>
      <dgm:spPr/>
      <dgm:t>
        <a:bodyPr/>
        <a:lstStyle/>
        <a:p>
          <a:endParaRPr lang="en-GB"/>
        </a:p>
      </dgm:t>
    </dgm:pt>
    <dgm:pt modelId="{2398F64A-D162-BC49-8AFA-1ECE4ECDFC85}" type="sibTrans" cxnId="{60146118-9760-454A-9FCF-39E068DDE3DD}">
      <dgm:prSet/>
      <dgm:spPr/>
      <dgm:t>
        <a:bodyPr/>
        <a:lstStyle/>
        <a:p>
          <a:endParaRPr lang="en-GB"/>
        </a:p>
      </dgm:t>
    </dgm:pt>
    <dgm:pt modelId="{C91630D4-AB08-3D46-9694-0F084E2ED0F2}">
      <dgm:prSet/>
      <dgm:spPr/>
      <dgm:t>
        <a:bodyPr/>
        <a:lstStyle/>
        <a:p>
          <a:r>
            <a:rPr lang="en-GB" dirty="0"/>
            <a:t>API</a:t>
          </a:r>
        </a:p>
      </dgm:t>
    </dgm:pt>
    <dgm:pt modelId="{82195D2C-36DD-674E-86C3-DBFC5E4911EB}" type="parTrans" cxnId="{C487ABF1-AC5A-0448-BC05-E0DF344541EC}">
      <dgm:prSet/>
      <dgm:spPr/>
      <dgm:t>
        <a:bodyPr/>
        <a:lstStyle/>
        <a:p>
          <a:endParaRPr lang="en-GB"/>
        </a:p>
      </dgm:t>
    </dgm:pt>
    <dgm:pt modelId="{89E7B46E-74D0-134C-8888-65681D5E5061}" type="sibTrans" cxnId="{C487ABF1-AC5A-0448-BC05-E0DF344541EC}">
      <dgm:prSet/>
      <dgm:spPr/>
      <dgm:t>
        <a:bodyPr/>
        <a:lstStyle/>
        <a:p>
          <a:endParaRPr lang="en-GB"/>
        </a:p>
      </dgm:t>
    </dgm:pt>
    <dgm:pt modelId="{0BAD0633-58BD-2144-BBB4-4A8B0C0B82A1}">
      <dgm:prSet/>
      <dgm:spPr/>
      <dgm:t>
        <a:bodyPr/>
        <a:lstStyle/>
        <a:p>
          <a:r>
            <a:rPr lang="en-GB" dirty="0"/>
            <a:t>Functions</a:t>
          </a:r>
        </a:p>
      </dgm:t>
    </dgm:pt>
    <dgm:pt modelId="{1ACC1952-8D60-7B42-8FB2-37D9B1D9E3C1}" type="parTrans" cxnId="{C828E1AE-4339-E340-8DD0-992BFB90838F}">
      <dgm:prSet/>
      <dgm:spPr/>
      <dgm:t>
        <a:bodyPr/>
        <a:lstStyle/>
        <a:p>
          <a:endParaRPr lang="en-GB"/>
        </a:p>
      </dgm:t>
    </dgm:pt>
    <dgm:pt modelId="{46F4DC55-7F5E-0D49-8395-58E273DD9316}" type="sibTrans" cxnId="{C828E1AE-4339-E340-8DD0-992BFB90838F}">
      <dgm:prSet/>
      <dgm:spPr/>
      <dgm:t>
        <a:bodyPr/>
        <a:lstStyle/>
        <a:p>
          <a:endParaRPr lang="en-GB"/>
        </a:p>
      </dgm:t>
    </dgm:pt>
    <dgm:pt modelId="{30E4063B-D66F-574E-B067-0ADF5E0DC3DF}">
      <dgm:prSet/>
      <dgm:spPr/>
      <dgm:t>
        <a:bodyPr/>
        <a:lstStyle/>
        <a:p>
          <a:r>
            <a:rPr lang="en-GB" dirty="0"/>
            <a:t>Banking </a:t>
          </a:r>
          <a:br>
            <a:rPr lang="en-GB" dirty="0"/>
          </a:br>
          <a:r>
            <a:rPr lang="en-GB" dirty="0"/>
            <a:t>API’s</a:t>
          </a:r>
        </a:p>
      </dgm:t>
    </dgm:pt>
    <dgm:pt modelId="{0835628C-E972-AE4C-B6B9-28A3D0491ACF}" type="sibTrans" cxnId="{D3AA2620-7DE0-F84D-AAA7-E5FB1C769C12}">
      <dgm:prSet/>
      <dgm:spPr/>
      <dgm:t>
        <a:bodyPr/>
        <a:lstStyle/>
        <a:p>
          <a:endParaRPr lang="en-GB"/>
        </a:p>
      </dgm:t>
    </dgm:pt>
    <dgm:pt modelId="{5F9B8B02-A549-F747-88B8-AAEBCA497AB4}" type="parTrans" cxnId="{D3AA2620-7DE0-F84D-AAA7-E5FB1C769C12}">
      <dgm:prSet/>
      <dgm:spPr/>
      <dgm:t>
        <a:bodyPr/>
        <a:lstStyle/>
        <a:p>
          <a:endParaRPr lang="en-GB"/>
        </a:p>
      </dgm:t>
    </dgm:pt>
    <dgm:pt modelId="{01238E86-B772-6948-9F9B-2F8C480DED88}">
      <dgm:prSet/>
      <dgm:spPr/>
      <dgm:t>
        <a:bodyPr/>
        <a:lstStyle/>
        <a:p>
          <a:r>
            <a:rPr lang="en-GB" dirty="0"/>
            <a:t>Admin Portal</a:t>
          </a:r>
        </a:p>
      </dgm:t>
    </dgm:pt>
    <dgm:pt modelId="{3E778C9D-9E44-1749-8C1B-50FA59A675BC}" type="parTrans" cxnId="{C4E5C015-D2CC-7A47-9276-F00FC2C34C8C}">
      <dgm:prSet/>
      <dgm:spPr/>
      <dgm:t>
        <a:bodyPr/>
        <a:lstStyle/>
        <a:p>
          <a:endParaRPr lang="en-GB"/>
        </a:p>
      </dgm:t>
    </dgm:pt>
    <dgm:pt modelId="{EB3DDE2A-62EC-1F4C-8DC9-B41C0D967707}" type="sibTrans" cxnId="{C4E5C015-D2CC-7A47-9276-F00FC2C34C8C}">
      <dgm:prSet/>
      <dgm:spPr/>
      <dgm:t>
        <a:bodyPr/>
        <a:lstStyle/>
        <a:p>
          <a:endParaRPr lang="en-GB"/>
        </a:p>
      </dgm:t>
    </dgm:pt>
    <dgm:pt modelId="{4060CAD2-D20A-094F-8504-BAB733A9A235}">
      <dgm:prSet/>
      <dgm:spPr/>
      <dgm:t>
        <a:bodyPr/>
        <a:lstStyle/>
        <a:p>
          <a:r>
            <a:rPr lang="en-GB" dirty="0"/>
            <a:t>Platform</a:t>
          </a:r>
        </a:p>
      </dgm:t>
    </dgm:pt>
    <dgm:pt modelId="{7D232DC2-0595-BA4B-9B05-72081C7FFD20}" type="parTrans" cxnId="{00C6A292-C586-0C4A-B549-A21C1DDE67D3}">
      <dgm:prSet/>
      <dgm:spPr/>
      <dgm:t>
        <a:bodyPr/>
        <a:lstStyle/>
        <a:p>
          <a:endParaRPr lang="en-GB"/>
        </a:p>
      </dgm:t>
    </dgm:pt>
    <dgm:pt modelId="{A2C96DBA-7AF0-B548-9454-FDC6B7847AC9}" type="sibTrans" cxnId="{00C6A292-C586-0C4A-B549-A21C1DDE67D3}">
      <dgm:prSet/>
      <dgm:spPr/>
      <dgm:t>
        <a:bodyPr/>
        <a:lstStyle/>
        <a:p>
          <a:endParaRPr lang="en-GB"/>
        </a:p>
      </dgm:t>
    </dgm:pt>
    <dgm:pt modelId="{578748E2-E8EA-2645-B5FB-E81DEB5F81C9}">
      <dgm:prSet/>
      <dgm:spPr/>
      <dgm:t>
        <a:bodyPr/>
        <a:lstStyle/>
        <a:p>
          <a:r>
            <a:rPr lang="en-GB" dirty="0"/>
            <a:t>Database</a:t>
          </a:r>
        </a:p>
      </dgm:t>
    </dgm:pt>
    <dgm:pt modelId="{A62D5069-1D41-E643-B607-C8F6546A28AC}" type="parTrans" cxnId="{44335579-3E47-874C-8913-7FA201604F39}">
      <dgm:prSet/>
      <dgm:spPr/>
      <dgm:t>
        <a:bodyPr/>
        <a:lstStyle/>
        <a:p>
          <a:endParaRPr lang="en-GB"/>
        </a:p>
      </dgm:t>
    </dgm:pt>
    <dgm:pt modelId="{D8F2F7CF-EA04-EF43-96A6-35F555FAE105}" type="sibTrans" cxnId="{44335579-3E47-874C-8913-7FA201604F39}">
      <dgm:prSet/>
      <dgm:spPr/>
      <dgm:t>
        <a:bodyPr/>
        <a:lstStyle/>
        <a:p>
          <a:endParaRPr lang="en-GB"/>
        </a:p>
      </dgm:t>
    </dgm:pt>
    <dgm:pt modelId="{0B436A69-4067-DF4B-8F70-87B9AABFC2CF}">
      <dgm:prSet/>
      <dgm:spPr/>
      <dgm:t>
        <a:bodyPr/>
        <a:lstStyle/>
        <a:p>
          <a:r>
            <a:rPr lang="en-GB" dirty="0"/>
            <a:t>Interfaces</a:t>
          </a:r>
        </a:p>
      </dgm:t>
    </dgm:pt>
    <dgm:pt modelId="{2FDF7085-6EE0-2444-BEA2-AB4F22202FA3}" type="parTrans" cxnId="{58BA0300-7AC1-B748-86CD-7E34D4CB3528}">
      <dgm:prSet/>
      <dgm:spPr/>
      <dgm:t>
        <a:bodyPr/>
        <a:lstStyle/>
        <a:p>
          <a:endParaRPr lang="en-GB"/>
        </a:p>
      </dgm:t>
    </dgm:pt>
    <dgm:pt modelId="{7F79BD2F-39F1-154E-A3A6-114D8643C929}" type="sibTrans" cxnId="{58BA0300-7AC1-B748-86CD-7E34D4CB3528}">
      <dgm:prSet/>
      <dgm:spPr/>
      <dgm:t>
        <a:bodyPr/>
        <a:lstStyle/>
        <a:p>
          <a:endParaRPr lang="en-GB"/>
        </a:p>
      </dgm:t>
    </dgm:pt>
    <dgm:pt modelId="{E0A4928E-8FB2-7748-B84A-7B6A790D112D}">
      <dgm:prSet/>
      <dgm:spPr/>
      <dgm:t>
        <a:bodyPr/>
        <a:lstStyle/>
        <a:p>
          <a:r>
            <a:rPr lang="en-GB" dirty="0"/>
            <a:t>Functions</a:t>
          </a:r>
        </a:p>
      </dgm:t>
    </dgm:pt>
    <dgm:pt modelId="{1595EF0E-F5B1-FA4D-A3FC-1D27F600ACAC}" type="parTrans" cxnId="{8FBD62DE-F405-554A-8610-CB92F90DEB91}">
      <dgm:prSet/>
      <dgm:spPr/>
      <dgm:t>
        <a:bodyPr/>
        <a:lstStyle/>
        <a:p>
          <a:endParaRPr lang="en-GB"/>
        </a:p>
      </dgm:t>
    </dgm:pt>
    <dgm:pt modelId="{9369BBD0-70F1-534E-9F4B-51C821D3804F}" type="sibTrans" cxnId="{8FBD62DE-F405-554A-8610-CB92F90DEB91}">
      <dgm:prSet/>
      <dgm:spPr/>
      <dgm:t>
        <a:bodyPr/>
        <a:lstStyle/>
        <a:p>
          <a:endParaRPr lang="en-GB"/>
        </a:p>
      </dgm:t>
    </dgm:pt>
    <dgm:pt modelId="{93882B60-B306-EA40-AAA2-C6C1C955DEA6}">
      <dgm:prSet/>
      <dgm:spPr/>
      <dgm:t>
        <a:bodyPr/>
        <a:lstStyle/>
        <a:p>
          <a:r>
            <a:rPr lang="en-GB" dirty="0"/>
            <a:t>Processes</a:t>
          </a:r>
        </a:p>
      </dgm:t>
    </dgm:pt>
    <dgm:pt modelId="{1FA4CF83-C9F6-364B-A937-6AC57CB8E078}" type="parTrans" cxnId="{92786F4F-7D4E-DD47-B15C-BC5C474279E1}">
      <dgm:prSet/>
      <dgm:spPr/>
      <dgm:t>
        <a:bodyPr/>
        <a:lstStyle/>
        <a:p>
          <a:endParaRPr lang="en-GB"/>
        </a:p>
      </dgm:t>
    </dgm:pt>
    <dgm:pt modelId="{CFD1401C-FC5A-CB4F-87D2-EEB23DEC441C}" type="sibTrans" cxnId="{92786F4F-7D4E-DD47-B15C-BC5C474279E1}">
      <dgm:prSet/>
      <dgm:spPr/>
      <dgm:t>
        <a:bodyPr/>
        <a:lstStyle/>
        <a:p>
          <a:endParaRPr lang="en-GB"/>
        </a:p>
      </dgm:t>
    </dgm:pt>
    <dgm:pt modelId="{4CBA9A1F-DFF6-904E-88BE-52E13258FDE5}">
      <dgm:prSet/>
      <dgm:spPr/>
      <dgm:t>
        <a:bodyPr/>
        <a:lstStyle/>
        <a:p>
          <a:r>
            <a:rPr lang="en-GB" dirty="0"/>
            <a:t>End of Day</a:t>
          </a:r>
        </a:p>
      </dgm:t>
    </dgm:pt>
    <dgm:pt modelId="{AE9C7CD8-E5C8-CE45-A5BD-AD44A325F708}" type="parTrans" cxnId="{EA844279-58DB-BA43-90AF-FBBBE303072F}">
      <dgm:prSet/>
      <dgm:spPr/>
      <dgm:t>
        <a:bodyPr/>
        <a:lstStyle/>
        <a:p>
          <a:endParaRPr lang="en-GB"/>
        </a:p>
      </dgm:t>
    </dgm:pt>
    <dgm:pt modelId="{A588077F-0E60-9149-BE49-A2EFF9E8722A}" type="sibTrans" cxnId="{EA844279-58DB-BA43-90AF-FBBBE303072F}">
      <dgm:prSet/>
      <dgm:spPr/>
      <dgm:t>
        <a:bodyPr/>
        <a:lstStyle/>
        <a:p>
          <a:endParaRPr lang="en-GB"/>
        </a:p>
      </dgm:t>
    </dgm:pt>
    <dgm:pt modelId="{B063D879-69D9-6545-98BE-C0F87E0E2199}">
      <dgm:prSet/>
      <dgm:spPr/>
      <dgm:t>
        <a:bodyPr/>
        <a:lstStyle/>
        <a:p>
          <a:r>
            <a:rPr lang="en-GB" dirty="0"/>
            <a:t>Reconciliation</a:t>
          </a:r>
        </a:p>
      </dgm:t>
    </dgm:pt>
    <dgm:pt modelId="{D226C93A-9D31-1F43-8EF3-F524C0823DD4}" type="parTrans" cxnId="{F84630BE-741D-8745-BF58-148762002175}">
      <dgm:prSet/>
      <dgm:spPr/>
      <dgm:t>
        <a:bodyPr/>
        <a:lstStyle/>
        <a:p>
          <a:endParaRPr lang="en-GB"/>
        </a:p>
      </dgm:t>
    </dgm:pt>
    <dgm:pt modelId="{A808164C-6744-2845-AE09-F110DCC22B30}" type="sibTrans" cxnId="{F84630BE-741D-8745-BF58-148762002175}">
      <dgm:prSet/>
      <dgm:spPr/>
      <dgm:t>
        <a:bodyPr/>
        <a:lstStyle/>
        <a:p>
          <a:endParaRPr lang="en-GB"/>
        </a:p>
      </dgm:t>
    </dgm:pt>
    <dgm:pt modelId="{4809DC51-C921-2449-82B5-C93A73AB4636}">
      <dgm:prSet/>
      <dgm:spPr/>
      <dgm:t>
        <a:bodyPr/>
        <a:lstStyle/>
        <a:p>
          <a:r>
            <a:rPr lang="en-GB" dirty="0"/>
            <a:t>Payment Initiation</a:t>
          </a:r>
        </a:p>
      </dgm:t>
    </dgm:pt>
    <dgm:pt modelId="{F95EC83B-42EB-2642-A4C4-700118068B9A}" type="parTrans" cxnId="{F2984502-F5C6-954C-88E1-C4D336221E35}">
      <dgm:prSet/>
      <dgm:spPr/>
      <dgm:t>
        <a:bodyPr/>
        <a:lstStyle/>
        <a:p>
          <a:endParaRPr lang="en-GB"/>
        </a:p>
      </dgm:t>
    </dgm:pt>
    <dgm:pt modelId="{15228F17-0C8C-6943-8CA6-3B125003F0E5}" type="sibTrans" cxnId="{F2984502-F5C6-954C-88E1-C4D336221E35}">
      <dgm:prSet/>
      <dgm:spPr/>
      <dgm:t>
        <a:bodyPr/>
        <a:lstStyle/>
        <a:p>
          <a:endParaRPr lang="en-GB"/>
        </a:p>
      </dgm:t>
    </dgm:pt>
    <dgm:pt modelId="{17E55757-0121-244A-AFE2-53C4C45C2804}">
      <dgm:prSet/>
      <dgm:spPr/>
      <dgm:t>
        <a:bodyPr/>
        <a:lstStyle/>
        <a:p>
          <a:r>
            <a:rPr lang="en-GB" dirty="0"/>
            <a:t>Manual </a:t>
          </a:r>
          <a:br>
            <a:rPr lang="en-GB" dirty="0"/>
          </a:br>
          <a:r>
            <a:rPr lang="en-GB" dirty="0"/>
            <a:t>Tx Entry</a:t>
          </a:r>
        </a:p>
      </dgm:t>
    </dgm:pt>
    <dgm:pt modelId="{A08E9314-406A-8544-B913-EEEA5D187206}" type="parTrans" cxnId="{224DF91F-B4E7-B645-A7FF-8BB9166DC9D2}">
      <dgm:prSet/>
      <dgm:spPr/>
      <dgm:t>
        <a:bodyPr/>
        <a:lstStyle/>
        <a:p>
          <a:endParaRPr lang="en-GB"/>
        </a:p>
      </dgm:t>
    </dgm:pt>
    <dgm:pt modelId="{F4056362-046A-D84C-8745-6289F9DCAC24}" type="sibTrans" cxnId="{224DF91F-B4E7-B645-A7FF-8BB9166DC9D2}">
      <dgm:prSet/>
      <dgm:spPr/>
      <dgm:t>
        <a:bodyPr/>
        <a:lstStyle/>
        <a:p>
          <a:endParaRPr lang="en-GB"/>
        </a:p>
      </dgm:t>
    </dgm:pt>
    <dgm:pt modelId="{1FB625B5-D7C5-D94C-AFD4-68661DC3AA49}">
      <dgm:prSet/>
      <dgm:spPr/>
      <dgm:t>
        <a:bodyPr/>
        <a:lstStyle/>
        <a:p>
          <a:r>
            <a:rPr lang="en-GB" dirty="0"/>
            <a:t>User Maintenance</a:t>
          </a:r>
        </a:p>
      </dgm:t>
    </dgm:pt>
    <dgm:pt modelId="{2595B1DE-853E-B64C-91ED-F3DA8036E7D1}" type="parTrans" cxnId="{06BA0A09-AE49-994C-B490-75A2359C58E6}">
      <dgm:prSet/>
      <dgm:spPr/>
      <dgm:t>
        <a:bodyPr/>
        <a:lstStyle/>
        <a:p>
          <a:endParaRPr lang="en-GB"/>
        </a:p>
      </dgm:t>
    </dgm:pt>
    <dgm:pt modelId="{9F0B0176-2F9F-F544-AE2A-DA6539FE6BD7}" type="sibTrans" cxnId="{06BA0A09-AE49-994C-B490-75A2359C58E6}">
      <dgm:prSet/>
      <dgm:spPr/>
      <dgm:t>
        <a:bodyPr/>
        <a:lstStyle/>
        <a:p>
          <a:endParaRPr lang="en-GB"/>
        </a:p>
      </dgm:t>
    </dgm:pt>
    <dgm:pt modelId="{F321853E-5E93-CC4E-A754-A0616EFCF576}">
      <dgm:prSet/>
      <dgm:spPr/>
      <dgm:t>
        <a:bodyPr/>
        <a:lstStyle/>
        <a:p>
          <a:r>
            <a:rPr lang="en-GB" dirty="0"/>
            <a:t>Wallet</a:t>
          </a:r>
        </a:p>
      </dgm:t>
    </dgm:pt>
    <dgm:pt modelId="{FDBD526F-5EFD-F742-AE4D-6A91FA0D111D}" type="parTrans" cxnId="{87B507C5-8BD6-6E4F-BDD9-27A129DB9E2B}">
      <dgm:prSet/>
      <dgm:spPr/>
      <dgm:t>
        <a:bodyPr/>
        <a:lstStyle/>
        <a:p>
          <a:endParaRPr lang="en-GB"/>
        </a:p>
      </dgm:t>
    </dgm:pt>
    <dgm:pt modelId="{438FDE88-B530-CC46-94E9-341791D22E6A}" type="sibTrans" cxnId="{87B507C5-8BD6-6E4F-BDD9-27A129DB9E2B}">
      <dgm:prSet/>
      <dgm:spPr/>
      <dgm:t>
        <a:bodyPr/>
        <a:lstStyle/>
        <a:p>
          <a:endParaRPr lang="en-GB"/>
        </a:p>
      </dgm:t>
    </dgm:pt>
    <dgm:pt modelId="{DC67B742-3760-7F46-B9AA-AC73A4CFA887}">
      <dgm:prSet/>
      <dgm:spPr/>
      <dgm:t>
        <a:bodyPr/>
        <a:lstStyle/>
        <a:p>
          <a:r>
            <a:rPr lang="en-GB" dirty="0" err="1"/>
            <a:t>BoL</a:t>
          </a:r>
          <a:endParaRPr lang="en-GB" dirty="0"/>
        </a:p>
      </dgm:t>
    </dgm:pt>
    <dgm:pt modelId="{31F1DACA-45F2-2340-98EC-5F11C1D58424}" type="parTrans" cxnId="{399928C3-8E55-F245-8FBB-CF33F928CF84}">
      <dgm:prSet/>
      <dgm:spPr/>
      <dgm:t>
        <a:bodyPr/>
        <a:lstStyle/>
        <a:p>
          <a:endParaRPr lang="en-GB"/>
        </a:p>
      </dgm:t>
    </dgm:pt>
    <dgm:pt modelId="{B90DDAF2-9CF9-DF44-8B94-32DBDEB0B14F}" type="sibTrans" cxnId="{399928C3-8E55-F245-8FBB-CF33F928CF84}">
      <dgm:prSet/>
      <dgm:spPr/>
      <dgm:t>
        <a:bodyPr/>
        <a:lstStyle/>
        <a:p>
          <a:endParaRPr lang="en-GB"/>
        </a:p>
      </dgm:t>
    </dgm:pt>
    <dgm:pt modelId="{32EBDDF0-BE85-1E4D-B81A-18408CC66615}" type="pres">
      <dgm:prSet presAssocID="{19078D0B-EB64-2D4C-8E19-B88B9EA182A9}" presName="hierChild1" presStyleCnt="0">
        <dgm:presLayoutVars>
          <dgm:orgChart val="1"/>
          <dgm:chPref val="1"/>
          <dgm:dir val="rev"/>
          <dgm:animOne val="branch"/>
          <dgm:animLvl val="lvl"/>
          <dgm:resizeHandles/>
        </dgm:presLayoutVars>
      </dgm:prSet>
      <dgm:spPr/>
    </dgm:pt>
    <dgm:pt modelId="{0E996A01-3C8C-5C41-8BA0-761ACBBC6279}" type="pres">
      <dgm:prSet presAssocID="{652149C9-B794-2E44-B0C5-A844B587E501}" presName="hierRoot1" presStyleCnt="0">
        <dgm:presLayoutVars>
          <dgm:hierBranch val="init"/>
        </dgm:presLayoutVars>
      </dgm:prSet>
      <dgm:spPr/>
    </dgm:pt>
    <dgm:pt modelId="{9C637DDF-2FE1-134D-845D-556C44C9E710}" type="pres">
      <dgm:prSet presAssocID="{652149C9-B794-2E44-B0C5-A844B587E501}" presName="rootComposite1" presStyleCnt="0"/>
      <dgm:spPr/>
    </dgm:pt>
    <dgm:pt modelId="{69FA8C26-A4CD-AC42-9DF7-191AA58F7897}" type="pres">
      <dgm:prSet presAssocID="{652149C9-B794-2E44-B0C5-A844B587E501}" presName="rootText1" presStyleLbl="node0" presStyleIdx="0" presStyleCnt="1">
        <dgm:presLayoutVars>
          <dgm:chPref val="3"/>
        </dgm:presLayoutVars>
      </dgm:prSet>
      <dgm:spPr/>
    </dgm:pt>
    <dgm:pt modelId="{F65840B0-FAF4-2344-B9C9-A2D3804BD58B}" type="pres">
      <dgm:prSet presAssocID="{652149C9-B794-2E44-B0C5-A844B587E501}" presName="rootConnector1" presStyleLbl="node1" presStyleIdx="0" presStyleCnt="0"/>
      <dgm:spPr/>
    </dgm:pt>
    <dgm:pt modelId="{B8AB9CE6-BD45-AE40-9458-2D3018B8FD20}" type="pres">
      <dgm:prSet presAssocID="{652149C9-B794-2E44-B0C5-A844B587E501}" presName="hierChild2" presStyleCnt="0"/>
      <dgm:spPr/>
    </dgm:pt>
    <dgm:pt modelId="{7279D545-F3C5-4E43-8926-6F3F81022687}" type="pres">
      <dgm:prSet presAssocID="{BAE8C5C9-7D77-7542-B7C3-46A3762E2FF7}" presName="Name37" presStyleLbl="parChTrans1D2" presStyleIdx="0" presStyleCnt="3"/>
      <dgm:spPr/>
    </dgm:pt>
    <dgm:pt modelId="{0D18AEA2-A254-9F49-BC38-0D62A909E065}" type="pres">
      <dgm:prSet presAssocID="{EA3D9883-E17C-944B-97CE-FB5E73FDA97A}" presName="hierRoot2" presStyleCnt="0">
        <dgm:presLayoutVars>
          <dgm:hierBranch val="init"/>
        </dgm:presLayoutVars>
      </dgm:prSet>
      <dgm:spPr/>
    </dgm:pt>
    <dgm:pt modelId="{198D243C-A6D8-2943-9E96-57182CD1E5E5}" type="pres">
      <dgm:prSet presAssocID="{EA3D9883-E17C-944B-97CE-FB5E73FDA97A}" presName="rootComposite" presStyleCnt="0"/>
      <dgm:spPr/>
    </dgm:pt>
    <dgm:pt modelId="{3C407DF5-2A04-E147-B74A-2AFC92E708EB}" type="pres">
      <dgm:prSet presAssocID="{EA3D9883-E17C-944B-97CE-FB5E73FDA97A}" presName="rootText" presStyleLbl="node2" presStyleIdx="0" presStyleCnt="3">
        <dgm:presLayoutVars>
          <dgm:chPref val="3"/>
        </dgm:presLayoutVars>
      </dgm:prSet>
      <dgm:spPr/>
    </dgm:pt>
    <dgm:pt modelId="{41F94DA3-272A-844E-95CD-1A1E4CB57348}" type="pres">
      <dgm:prSet presAssocID="{EA3D9883-E17C-944B-97CE-FB5E73FDA97A}" presName="rootConnector" presStyleLbl="node2" presStyleIdx="0" presStyleCnt="3"/>
      <dgm:spPr/>
    </dgm:pt>
    <dgm:pt modelId="{F255B0C0-AB0C-8A4A-96B8-1BDA131CF1B1}" type="pres">
      <dgm:prSet presAssocID="{EA3D9883-E17C-944B-97CE-FB5E73FDA97A}" presName="hierChild4" presStyleCnt="0"/>
      <dgm:spPr/>
    </dgm:pt>
    <dgm:pt modelId="{35A64867-F3C5-DA48-A380-2CEE3E3BB3CA}" type="pres">
      <dgm:prSet presAssocID="{7D232DC2-0595-BA4B-9B05-72081C7FFD20}" presName="Name37" presStyleLbl="parChTrans1D3" presStyleIdx="0" presStyleCnt="14"/>
      <dgm:spPr/>
    </dgm:pt>
    <dgm:pt modelId="{AB38B0D1-063B-8A4D-BB25-3DF53AA647A5}" type="pres">
      <dgm:prSet presAssocID="{4060CAD2-D20A-094F-8504-BAB733A9A235}" presName="hierRoot2" presStyleCnt="0">
        <dgm:presLayoutVars>
          <dgm:hierBranch val="init"/>
        </dgm:presLayoutVars>
      </dgm:prSet>
      <dgm:spPr/>
    </dgm:pt>
    <dgm:pt modelId="{FD60CDF5-D1FB-7D40-B20A-E0073FBF892B}" type="pres">
      <dgm:prSet presAssocID="{4060CAD2-D20A-094F-8504-BAB733A9A235}" presName="rootComposite" presStyleCnt="0"/>
      <dgm:spPr/>
    </dgm:pt>
    <dgm:pt modelId="{9B0FC5A5-F912-774F-B5CB-23CF54AEE095}" type="pres">
      <dgm:prSet presAssocID="{4060CAD2-D20A-094F-8504-BAB733A9A235}" presName="rootText" presStyleLbl="node3" presStyleIdx="0" presStyleCnt="14">
        <dgm:presLayoutVars>
          <dgm:chPref val="3"/>
        </dgm:presLayoutVars>
      </dgm:prSet>
      <dgm:spPr/>
    </dgm:pt>
    <dgm:pt modelId="{7CC0C390-37A7-754B-909A-11CA32388136}" type="pres">
      <dgm:prSet presAssocID="{4060CAD2-D20A-094F-8504-BAB733A9A235}" presName="rootConnector" presStyleLbl="node3" presStyleIdx="0" presStyleCnt="14"/>
      <dgm:spPr/>
    </dgm:pt>
    <dgm:pt modelId="{84447EFA-D8A4-5742-9C92-CD5455470F8E}" type="pres">
      <dgm:prSet presAssocID="{4060CAD2-D20A-094F-8504-BAB733A9A235}" presName="hierChild4" presStyleCnt="0"/>
      <dgm:spPr/>
    </dgm:pt>
    <dgm:pt modelId="{610ED21A-BBB1-9742-A217-BC6680B53A34}" type="pres">
      <dgm:prSet presAssocID="{4060CAD2-D20A-094F-8504-BAB733A9A235}" presName="hierChild5" presStyleCnt="0"/>
      <dgm:spPr/>
    </dgm:pt>
    <dgm:pt modelId="{DCE3EEAA-9EB6-464B-A198-FD49BBB9AFE9}" type="pres">
      <dgm:prSet presAssocID="{A62D5069-1D41-E643-B607-C8F6546A28AC}" presName="Name37" presStyleLbl="parChTrans1D3" presStyleIdx="1" presStyleCnt="14"/>
      <dgm:spPr/>
    </dgm:pt>
    <dgm:pt modelId="{9A20A38D-8212-9C45-A118-AADAA7F63096}" type="pres">
      <dgm:prSet presAssocID="{578748E2-E8EA-2645-B5FB-E81DEB5F81C9}" presName="hierRoot2" presStyleCnt="0">
        <dgm:presLayoutVars>
          <dgm:hierBranch val="init"/>
        </dgm:presLayoutVars>
      </dgm:prSet>
      <dgm:spPr/>
    </dgm:pt>
    <dgm:pt modelId="{793BB8B1-11BE-A346-8FBF-A42881804145}" type="pres">
      <dgm:prSet presAssocID="{578748E2-E8EA-2645-B5FB-E81DEB5F81C9}" presName="rootComposite" presStyleCnt="0"/>
      <dgm:spPr/>
    </dgm:pt>
    <dgm:pt modelId="{EC5E33D5-C655-C348-90F5-7B9F87735B30}" type="pres">
      <dgm:prSet presAssocID="{578748E2-E8EA-2645-B5FB-E81DEB5F81C9}" presName="rootText" presStyleLbl="node3" presStyleIdx="1" presStyleCnt="14">
        <dgm:presLayoutVars>
          <dgm:chPref val="3"/>
        </dgm:presLayoutVars>
      </dgm:prSet>
      <dgm:spPr/>
    </dgm:pt>
    <dgm:pt modelId="{A9C8EAA9-9324-3145-AC20-4331527D3BBE}" type="pres">
      <dgm:prSet presAssocID="{578748E2-E8EA-2645-B5FB-E81DEB5F81C9}" presName="rootConnector" presStyleLbl="node3" presStyleIdx="1" presStyleCnt="14"/>
      <dgm:spPr/>
    </dgm:pt>
    <dgm:pt modelId="{BA9D7EA3-ACEC-8045-9A15-201A607ABD81}" type="pres">
      <dgm:prSet presAssocID="{578748E2-E8EA-2645-B5FB-E81DEB5F81C9}" presName="hierChild4" presStyleCnt="0"/>
      <dgm:spPr/>
    </dgm:pt>
    <dgm:pt modelId="{4F8CAC7E-F9DF-704D-A35A-69B2139BCA9C}" type="pres">
      <dgm:prSet presAssocID="{578748E2-E8EA-2645-B5FB-E81DEB5F81C9}" presName="hierChild5" presStyleCnt="0"/>
      <dgm:spPr/>
    </dgm:pt>
    <dgm:pt modelId="{69A4DCD7-4768-3045-8461-27A6A97380C6}" type="pres">
      <dgm:prSet presAssocID="{2FDF7085-6EE0-2444-BEA2-AB4F22202FA3}" presName="Name37" presStyleLbl="parChTrans1D3" presStyleIdx="2" presStyleCnt="14"/>
      <dgm:spPr/>
    </dgm:pt>
    <dgm:pt modelId="{56DCCBCC-1D3A-F644-B2E7-9B93448D0663}" type="pres">
      <dgm:prSet presAssocID="{0B436A69-4067-DF4B-8F70-87B9AABFC2CF}" presName="hierRoot2" presStyleCnt="0">
        <dgm:presLayoutVars>
          <dgm:hierBranch val="init"/>
        </dgm:presLayoutVars>
      </dgm:prSet>
      <dgm:spPr/>
    </dgm:pt>
    <dgm:pt modelId="{ABE3BBDE-8403-4348-8F8A-22716966011D}" type="pres">
      <dgm:prSet presAssocID="{0B436A69-4067-DF4B-8F70-87B9AABFC2CF}" presName="rootComposite" presStyleCnt="0"/>
      <dgm:spPr/>
    </dgm:pt>
    <dgm:pt modelId="{3179FDDA-027D-0346-9CAC-32CE62CBD8CE}" type="pres">
      <dgm:prSet presAssocID="{0B436A69-4067-DF4B-8F70-87B9AABFC2CF}" presName="rootText" presStyleLbl="node3" presStyleIdx="2" presStyleCnt="14">
        <dgm:presLayoutVars>
          <dgm:chPref val="3"/>
        </dgm:presLayoutVars>
      </dgm:prSet>
      <dgm:spPr/>
    </dgm:pt>
    <dgm:pt modelId="{FCADD899-E97C-EB48-B484-DE6B3A6EBBB4}" type="pres">
      <dgm:prSet presAssocID="{0B436A69-4067-DF4B-8F70-87B9AABFC2CF}" presName="rootConnector" presStyleLbl="node3" presStyleIdx="2" presStyleCnt="14"/>
      <dgm:spPr/>
    </dgm:pt>
    <dgm:pt modelId="{BA5FE6F9-74C4-1B42-8AAF-DBDCE652848A}" type="pres">
      <dgm:prSet presAssocID="{0B436A69-4067-DF4B-8F70-87B9AABFC2CF}" presName="hierChild4" presStyleCnt="0"/>
      <dgm:spPr/>
    </dgm:pt>
    <dgm:pt modelId="{CFF8C49D-4421-954E-8C32-A49A1F9FB26E}" type="pres">
      <dgm:prSet presAssocID="{0B436A69-4067-DF4B-8F70-87B9AABFC2CF}" presName="hierChild5" presStyleCnt="0"/>
      <dgm:spPr/>
    </dgm:pt>
    <dgm:pt modelId="{1F62A0D9-A833-2847-A6FC-A6ACF9FF27A7}" type="pres">
      <dgm:prSet presAssocID="{1595EF0E-F5B1-FA4D-A3FC-1D27F600ACAC}" presName="Name37" presStyleLbl="parChTrans1D3" presStyleIdx="3" presStyleCnt="14"/>
      <dgm:spPr/>
    </dgm:pt>
    <dgm:pt modelId="{7533D9C3-43DE-9E4E-8AF8-F561C5584432}" type="pres">
      <dgm:prSet presAssocID="{E0A4928E-8FB2-7748-B84A-7B6A790D112D}" presName="hierRoot2" presStyleCnt="0">
        <dgm:presLayoutVars>
          <dgm:hierBranch val="init"/>
        </dgm:presLayoutVars>
      </dgm:prSet>
      <dgm:spPr/>
    </dgm:pt>
    <dgm:pt modelId="{60B3BCCE-7EB0-BD43-8D2F-6F115BA0F4A0}" type="pres">
      <dgm:prSet presAssocID="{E0A4928E-8FB2-7748-B84A-7B6A790D112D}" presName="rootComposite" presStyleCnt="0"/>
      <dgm:spPr/>
    </dgm:pt>
    <dgm:pt modelId="{14A95C6B-C37B-8D4E-A13B-A7BC72EE9A06}" type="pres">
      <dgm:prSet presAssocID="{E0A4928E-8FB2-7748-B84A-7B6A790D112D}" presName="rootText" presStyleLbl="node3" presStyleIdx="3" presStyleCnt="14">
        <dgm:presLayoutVars>
          <dgm:chPref val="3"/>
        </dgm:presLayoutVars>
      </dgm:prSet>
      <dgm:spPr/>
    </dgm:pt>
    <dgm:pt modelId="{63FF08D2-B42E-1B4A-BD84-1396AE53705B}" type="pres">
      <dgm:prSet presAssocID="{E0A4928E-8FB2-7748-B84A-7B6A790D112D}" presName="rootConnector" presStyleLbl="node3" presStyleIdx="3" presStyleCnt="14"/>
      <dgm:spPr/>
    </dgm:pt>
    <dgm:pt modelId="{550D27F2-C586-0541-A2E4-DFA37BF9232B}" type="pres">
      <dgm:prSet presAssocID="{E0A4928E-8FB2-7748-B84A-7B6A790D112D}" presName="hierChild4" presStyleCnt="0"/>
      <dgm:spPr/>
    </dgm:pt>
    <dgm:pt modelId="{F6D294AE-9F8D-6D4B-B56E-DDA5F8870D92}" type="pres">
      <dgm:prSet presAssocID="{E0A4928E-8FB2-7748-B84A-7B6A790D112D}" presName="hierChild5" presStyleCnt="0"/>
      <dgm:spPr/>
    </dgm:pt>
    <dgm:pt modelId="{D7AB43B6-BCBB-544F-B986-8BFD76D27926}" type="pres">
      <dgm:prSet presAssocID="{EA3D9883-E17C-944B-97CE-FB5E73FDA97A}" presName="hierChild5" presStyleCnt="0"/>
      <dgm:spPr/>
    </dgm:pt>
    <dgm:pt modelId="{908F2FF4-B18A-AD42-B4EE-B6BFC0656298}" type="pres">
      <dgm:prSet presAssocID="{895C3356-7E9C-DC4B-B4FE-2CDF95CA8305}" presName="Name37" presStyleLbl="parChTrans1D2" presStyleIdx="1" presStyleCnt="3"/>
      <dgm:spPr/>
    </dgm:pt>
    <dgm:pt modelId="{01DA622A-D9BB-274F-943C-FA51ACC7AD1A}" type="pres">
      <dgm:prSet presAssocID="{6D18D6CD-8C45-1A46-B4B6-3306CAC3E962}" presName="hierRoot2" presStyleCnt="0">
        <dgm:presLayoutVars>
          <dgm:hierBranch val="init"/>
        </dgm:presLayoutVars>
      </dgm:prSet>
      <dgm:spPr/>
    </dgm:pt>
    <dgm:pt modelId="{9271395A-2D75-514D-840E-800B59612A54}" type="pres">
      <dgm:prSet presAssocID="{6D18D6CD-8C45-1A46-B4B6-3306CAC3E962}" presName="rootComposite" presStyleCnt="0"/>
      <dgm:spPr/>
    </dgm:pt>
    <dgm:pt modelId="{8F108E91-06F7-FC44-A1A1-598398B0EBB9}" type="pres">
      <dgm:prSet presAssocID="{6D18D6CD-8C45-1A46-B4B6-3306CAC3E962}" presName="rootText" presStyleLbl="node2" presStyleIdx="1" presStyleCnt="3">
        <dgm:presLayoutVars>
          <dgm:chPref val="3"/>
        </dgm:presLayoutVars>
      </dgm:prSet>
      <dgm:spPr/>
    </dgm:pt>
    <dgm:pt modelId="{2BF09889-9954-E84E-9496-7E94E9B7BE7C}" type="pres">
      <dgm:prSet presAssocID="{6D18D6CD-8C45-1A46-B4B6-3306CAC3E962}" presName="rootConnector" presStyleLbl="node2" presStyleIdx="1" presStyleCnt="3"/>
      <dgm:spPr/>
    </dgm:pt>
    <dgm:pt modelId="{130D80E9-5037-B749-8311-B07BC6A91502}" type="pres">
      <dgm:prSet presAssocID="{6D18D6CD-8C45-1A46-B4B6-3306CAC3E962}" presName="hierChild4" presStyleCnt="0"/>
      <dgm:spPr/>
    </dgm:pt>
    <dgm:pt modelId="{79B1FCE7-7B14-AA41-AF75-97A30247AA85}" type="pres">
      <dgm:prSet presAssocID="{82195D2C-36DD-674E-86C3-DBFC5E4911EB}" presName="Name37" presStyleLbl="parChTrans1D3" presStyleIdx="4" presStyleCnt="14"/>
      <dgm:spPr/>
    </dgm:pt>
    <dgm:pt modelId="{D2760923-0EB0-0046-8AB1-D6164A83D561}" type="pres">
      <dgm:prSet presAssocID="{C91630D4-AB08-3D46-9694-0F084E2ED0F2}" presName="hierRoot2" presStyleCnt="0">
        <dgm:presLayoutVars>
          <dgm:hierBranch val="init"/>
        </dgm:presLayoutVars>
      </dgm:prSet>
      <dgm:spPr/>
    </dgm:pt>
    <dgm:pt modelId="{DEAC54E2-C6A7-F444-92C0-40CF31264183}" type="pres">
      <dgm:prSet presAssocID="{C91630D4-AB08-3D46-9694-0F084E2ED0F2}" presName="rootComposite" presStyleCnt="0"/>
      <dgm:spPr/>
    </dgm:pt>
    <dgm:pt modelId="{1B18C2A4-7ECF-BB4B-B5B5-FB7D7A7DA1F9}" type="pres">
      <dgm:prSet presAssocID="{C91630D4-AB08-3D46-9694-0F084E2ED0F2}" presName="rootText" presStyleLbl="node3" presStyleIdx="4" presStyleCnt="14">
        <dgm:presLayoutVars>
          <dgm:chPref val="3"/>
        </dgm:presLayoutVars>
      </dgm:prSet>
      <dgm:spPr/>
    </dgm:pt>
    <dgm:pt modelId="{CBE4C786-4BD9-D74C-9C77-5B36C3135DBB}" type="pres">
      <dgm:prSet presAssocID="{C91630D4-AB08-3D46-9694-0F084E2ED0F2}" presName="rootConnector" presStyleLbl="node3" presStyleIdx="4" presStyleCnt="14"/>
      <dgm:spPr/>
    </dgm:pt>
    <dgm:pt modelId="{EEDF1499-3ED5-8845-81BB-B9FCE3335C3B}" type="pres">
      <dgm:prSet presAssocID="{C91630D4-AB08-3D46-9694-0F084E2ED0F2}" presName="hierChild4" presStyleCnt="0"/>
      <dgm:spPr/>
    </dgm:pt>
    <dgm:pt modelId="{4DF8F31E-DE0F-C34E-A694-03150665351B}" type="pres">
      <dgm:prSet presAssocID="{C91630D4-AB08-3D46-9694-0F084E2ED0F2}" presName="hierChild5" presStyleCnt="0"/>
      <dgm:spPr/>
    </dgm:pt>
    <dgm:pt modelId="{9758851F-AD1B-5E4E-B02F-2B74800D3F02}" type="pres">
      <dgm:prSet presAssocID="{FDBD526F-5EFD-F742-AE4D-6A91FA0D111D}" presName="Name37" presStyleLbl="parChTrans1D3" presStyleIdx="5" presStyleCnt="14"/>
      <dgm:spPr/>
    </dgm:pt>
    <dgm:pt modelId="{8199268E-26A2-7448-A552-157CA3022DB4}" type="pres">
      <dgm:prSet presAssocID="{F321853E-5E93-CC4E-A754-A0616EFCF576}" presName="hierRoot2" presStyleCnt="0">
        <dgm:presLayoutVars>
          <dgm:hierBranch val="init"/>
        </dgm:presLayoutVars>
      </dgm:prSet>
      <dgm:spPr/>
    </dgm:pt>
    <dgm:pt modelId="{9660B818-4BC1-124B-A86C-CD947185CE5B}" type="pres">
      <dgm:prSet presAssocID="{F321853E-5E93-CC4E-A754-A0616EFCF576}" presName="rootComposite" presStyleCnt="0"/>
      <dgm:spPr/>
    </dgm:pt>
    <dgm:pt modelId="{C7BC90C5-872B-D345-ADE2-B01104BAB8A0}" type="pres">
      <dgm:prSet presAssocID="{F321853E-5E93-CC4E-A754-A0616EFCF576}" presName="rootText" presStyleLbl="node3" presStyleIdx="5" presStyleCnt="14">
        <dgm:presLayoutVars>
          <dgm:chPref val="3"/>
        </dgm:presLayoutVars>
      </dgm:prSet>
      <dgm:spPr/>
    </dgm:pt>
    <dgm:pt modelId="{B9B57066-7561-C341-B3C9-F7CF4D22A7ED}" type="pres">
      <dgm:prSet presAssocID="{F321853E-5E93-CC4E-A754-A0616EFCF576}" presName="rootConnector" presStyleLbl="node3" presStyleIdx="5" presStyleCnt="14"/>
      <dgm:spPr/>
    </dgm:pt>
    <dgm:pt modelId="{4822AB24-280C-2642-A5C4-E8203FFEE880}" type="pres">
      <dgm:prSet presAssocID="{F321853E-5E93-CC4E-A754-A0616EFCF576}" presName="hierChild4" presStyleCnt="0"/>
      <dgm:spPr/>
    </dgm:pt>
    <dgm:pt modelId="{CB7B0D9A-1FB1-A84D-8A3E-C206D16AEC35}" type="pres">
      <dgm:prSet presAssocID="{F321853E-5E93-CC4E-A754-A0616EFCF576}" presName="hierChild5" presStyleCnt="0"/>
      <dgm:spPr/>
    </dgm:pt>
    <dgm:pt modelId="{DC06AB4B-77F6-9749-9C44-C3E6B9779554}" type="pres">
      <dgm:prSet presAssocID="{5A85838F-CC59-694D-8775-3F88711A9B7B}" presName="Name37" presStyleLbl="parChTrans1D3" presStyleIdx="6" presStyleCnt="14"/>
      <dgm:spPr/>
    </dgm:pt>
    <dgm:pt modelId="{D4B3976B-F884-D745-8378-9BAA270AD539}" type="pres">
      <dgm:prSet presAssocID="{6D16CC69-863A-DA42-BB0B-E8664750669A}" presName="hierRoot2" presStyleCnt="0">
        <dgm:presLayoutVars>
          <dgm:hierBranch val="init"/>
        </dgm:presLayoutVars>
      </dgm:prSet>
      <dgm:spPr/>
    </dgm:pt>
    <dgm:pt modelId="{1F693427-D0F7-7847-AC48-4BAF0183F8A5}" type="pres">
      <dgm:prSet presAssocID="{6D16CC69-863A-DA42-BB0B-E8664750669A}" presName="rootComposite" presStyleCnt="0"/>
      <dgm:spPr/>
    </dgm:pt>
    <dgm:pt modelId="{05C04A0B-EBFF-9947-8289-21B842A93F3E}" type="pres">
      <dgm:prSet presAssocID="{6D16CC69-863A-DA42-BB0B-E8664750669A}" presName="rootText" presStyleLbl="node3" presStyleIdx="6" presStyleCnt="14">
        <dgm:presLayoutVars>
          <dgm:chPref val="3"/>
        </dgm:presLayoutVars>
      </dgm:prSet>
      <dgm:spPr/>
    </dgm:pt>
    <dgm:pt modelId="{E364A910-836A-6244-847D-F312DA1F11CA}" type="pres">
      <dgm:prSet presAssocID="{6D16CC69-863A-DA42-BB0B-E8664750669A}" presName="rootConnector" presStyleLbl="node3" presStyleIdx="6" presStyleCnt="14"/>
      <dgm:spPr/>
    </dgm:pt>
    <dgm:pt modelId="{A3B1230D-8403-254A-89D2-5709D8FAF822}" type="pres">
      <dgm:prSet presAssocID="{6D16CC69-863A-DA42-BB0B-E8664750669A}" presName="hierChild4" presStyleCnt="0"/>
      <dgm:spPr/>
    </dgm:pt>
    <dgm:pt modelId="{6BDFCEB1-DE84-B34C-A9AF-0C62F95E2F2E}" type="pres">
      <dgm:prSet presAssocID="{08C4AE7A-9787-9E44-8818-D3622A5907BD}" presName="Name37" presStyleLbl="parChTrans1D4" presStyleIdx="0" presStyleCnt="7"/>
      <dgm:spPr/>
    </dgm:pt>
    <dgm:pt modelId="{E819F5BA-8E5F-344D-BDE7-FBA4789C263D}" type="pres">
      <dgm:prSet presAssocID="{FD71EF44-78CC-6542-B46E-AFE1B9274219}" presName="hierRoot2" presStyleCnt="0">
        <dgm:presLayoutVars>
          <dgm:hierBranch val="init"/>
        </dgm:presLayoutVars>
      </dgm:prSet>
      <dgm:spPr/>
    </dgm:pt>
    <dgm:pt modelId="{F93BF698-807C-A74F-82EA-ACCC6B069F32}" type="pres">
      <dgm:prSet presAssocID="{FD71EF44-78CC-6542-B46E-AFE1B9274219}" presName="rootComposite" presStyleCnt="0"/>
      <dgm:spPr/>
    </dgm:pt>
    <dgm:pt modelId="{9C44386A-E5CA-E14F-B3BF-2BC96743B013}" type="pres">
      <dgm:prSet presAssocID="{FD71EF44-78CC-6542-B46E-AFE1B9274219}" presName="rootText" presStyleLbl="node4" presStyleIdx="0" presStyleCnt="7">
        <dgm:presLayoutVars>
          <dgm:chPref val="3"/>
        </dgm:presLayoutVars>
      </dgm:prSet>
      <dgm:spPr/>
    </dgm:pt>
    <dgm:pt modelId="{4C74DF85-2225-F449-99AD-1467CE8E2FD4}" type="pres">
      <dgm:prSet presAssocID="{FD71EF44-78CC-6542-B46E-AFE1B9274219}" presName="rootConnector" presStyleLbl="node4" presStyleIdx="0" presStyleCnt="7"/>
      <dgm:spPr/>
    </dgm:pt>
    <dgm:pt modelId="{3D82A2F8-DD0E-A745-89B2-7D794EECF9F7}" type="pres">
      <dgm:prSet presAssocID="{FD71EF44-78CC-6542-B46E-AFE1B9274219}" presName="hierChild4" presStyleCnt="0"/>
      <dgm:spPr/>
    </dgm:pt>
    <dgm:pt modelId="{F212AF47-08D2-E34D-9086-9ADFE8EA2C95}" type="pres">
      <dgm:prSet presAssocID="{FD71EF44-78CC-6542-B46E-AFE1B9274219}" presName="hierChild5" presStyleCnt="0"/>
      <dgm:spPr/>
    </dgm:pt>
    <dgm:pt modelId="{63CA8EDA-434C-3D49-8B34-2B899EB78D33}" type="pres">
      <dgm:prSet presAssocID="{3E778C9D-9E44-1749-8C1B-50FA59A675BC}" presName="Name37" presStyleLbl="parChTrans1D4" presStyleIdx="1" presStyleCnt="7"/>
      <dgm:spPr/>
    </dgm:pt>
    <dgm:pt modelId="{B2F0A981-6D54-7443-BC09-E8393E022165}" type="pres">
      <dgm:prSet presAssocID="{01238E86-B772-6948-9F9B-2F8C480DED88}" presName="hierRoot2" presStyleCnt="0">
        <dgm:presLayoutVars>
          <dgm:hierBranch val="init"/>
        </dgm:presLayoutVars>
      </dgm:prSet>
      <dgm:spPr/>
    </dgm:pt>
    <dgm:pt modelId="{41C25722-5C9A-8042-BC5A-67012EEE4C13}" type="pres">
      <dgm:prSet presAssocID="{01238E86-B772-6948-9F9B-2F8C480DED88}" presName="rootComposite" presStyleCnt="0"/>
      <dgm:spPr/>
    </dgm:pt>
    <dgm:pt modelId="{FFE6A2B9-2606-F142-BF87-90A01065F618}" type="pres">
      <dgm:prSet presAssocID="{01238E86-B772-6948-9F9B-2F8C480DED88}" presName="rootText" presStyleLbl="node4" presStyleIdx="1" presStyleCnt="7">
        <dgm:presLayoutVars>
          <dgm:chPref val="3"/>
        </dgm:presLayoutVars>
      </dgm:prSet>
      <dgm:spPr/>
    </dgm:pt>
    <dgm:pt modelId="{AB36F505-637C-F04F-B651-0EB466C453DD}" type="pres">
      <dgm:prSet presAssocID="{01238E86-B772-6948-9F9B-2F8C480DED88}" presName="rootConnector" presStyleLbl="node4" presStyleIdx="1" presStyleCnt="7"/>
      <dgm:spPr/>
    </dgm:pt>
    <dgm:pt modelId="{008BE414-58A7-F445-A24F-D45D4A2637D2}" type="pres">
      <dgm:prSet presAssocID="{01238E86-B772-6948-9F9B-2F8C480DED88}" presName="hierChild4" presStyleCnt="0"/>
      <dgm:spPr/>
    </dgm:pt>
    <dgm:pt modelId="{3679BB2F-21DB-B549-BD67-35F344F64719}" type="pres">
      <dgm:prSet presAssocID="{01238E86-B772-6948-9F9B-2F8C480DED88}" presName="hierChild5" presStyleCnt="0"/>
      <dgm:spPr/>
    </dgm:pt>
    <dgm:pt modelId="{1DF631FF-EBAA-A94C-B892-B440368169BE}" type="pres">
      <dgm:prSet presAssocID="{6D16CC69-863A-DA42-BB0B-E8664750669A}" presName="hierChild5" presStyleCnt="0"/>
      <dgm:spPr/>
    </dgm:pt>
    <dgm:pt modelId="{1F36656D-95BC-F54D-9A34-5DF65083DE3E}" type="pres">
      <dgm:prSet presAssocID="{1ACC1952-8D60-7B42-8FB2-37D9B1D9E3C1}" presName="Name37" presStyleLbl="parChTrans1D3" presStyleIdx="7" presStyleCnt="14"/>
      <dgm:spPr/>
    </dgm:pt>
    <dgm:pt modelId="{56119CFD-2A86-B140-A018-4905F5EA3776}" type="pres">
      <dgm:prSet presAssocID="{0BAD0633-58BD-2144-BBB4-4A8B0C0B82A1}" presName="hierRoot2" presStyleCnt="0">
        <dgm:presLayoutVars>
          <dgm:hierBranch val="init"/>
        </dgm:presLayoutVars>
      </dgm:prSet>
      <dgm:spPr/>
    </dgm:pt>
    <dgm:pt modelId="{16A22488-3114-1347-BC71-F5EA5E2383F6}" type="pres">
      <dgm:prSet presAssocID="{0BAD0633-58BD-2144-BBB4-4A8B0C0B82A1}" presName="rootComposite" presStyleCnt="0"/>
      <dgm:spPr/>
    </dgm:pt>
    <dgm:pt modelId="{5845C4BE-61DE-6144-B917-945D9305259E}" type="pres">
      <dgm:prSet presAssocID="{0BAD0633-58BD-2144-BBB4-4A8B0C0B82A1}" presName="rootText" presStyleLbl="node3" presStyleIdx="7" presStyleCnt="14">
        <dgm:presLayoutVars>
          <dgm:chPref val="3"/>
        </dgm:presLayoutVars>
      </dgm:prSet>
      <dgm:spPr/>
    </dgm:pt>
    <dgm:pt modelId="{54E1A9B2-954D-2240-B3E3-4916630F9F20}" type="pres">
      <dgm:prSet presAssocID="{0BAD0633-58BD-2144-BBB4-4A8B0C0B82A1}" presName="rootConnector" presStyleLbl="node3" presStyleIdx="7" presStyleCnt="14"/>
      <dgm:spPr/>
    </dgm:pt>
    <dgm:pt modelId="{F7DCE087-39DC-4F45-95DC-32E27C5C3DF0}" type="pres">
      <dgm:prSet presAssocID="{0BAD0633-58BD-2144-BBB4-4A8B0C0B82A1}" presName="hierChild4" presStyleCnt="0"/>
      <dgm:spPr/>
    </dgm:pt>
    <dgm:pt modelId="{2767C194-6C01-2D4D-B1CD-6ABF429BDB9D}" type="pres">
      <dgm:prSet presAssocID="{F95EC83B-42EB-2642-A4C4-700118068B9A}" presName="Name37" presStyleLbl="parChTrans1D4" presStyleIdx="2" presStyleCnt="7"/>
      <dgm:spPr/>
    </dgm:pt>
    <dgm:pt modelId="{487B6817-2D41-E44D-AEBF-D19A548800D3}" type="pres">
      <dgm:prSet presAssocID="{4809DC51-C921-2449-82B5-C93A73AB4636}" presName="hierRoot2" presStyleCnt="0">
        <dgm:presLayoutVars>
          <dgm:hierBranch val="init"/>
        </dgm:presLayoutVars>
      </dgm:prSet>
      <dgm:spPr/>
    </dgm:pt>
    <dgm:pt modelId="{06A4B6F5-18EE-9640-910B-9C631DCB08B5}" type="pres">
      <dgm:prSet presAssocID="{4809DC51-C921-2449-82B5-C93A73AB4636}" presName="rootComposite" presStyleCnt="0"/>
      <dgm:spPr/>
    </dgm:pt>
    <dgm:pt modelId="{5F813F53-AF67-9449-81E2-3849216D08E9}" type="pres">
      <dgm:prSet presAssocID="{4809DC51-C921-2449-82B5-C93A73AB4636}" presName="rootText" presStyleLbl="node4" presStyleIdx="2" presStyleCnt="7">
        <dgm:presLayoutVars>
          <dgm:chPref val="3"/>
        </dgm:presLayoutVars>
      </dgm:prSet>
      <dgm:spPr/>
    </dgm:pt>
    <dgm:pt modelId="{0E62706E-13B3-C142-9D5B-A8C2C6862B32}" type="pres">
      <dgm:prSet presAssocID="{4809DC51-C921-2449-82B5-C93A73AB4636}" presName="rootConnector" presStyleLbl="node4" presStyleIdx="2" presStyleCnt="7"/>
      <dgm:spPr/>
    </dgm:pt>
    <dgm:pt modelId="{6699C8AE-7B1B-5841-BED1-CE988665709D}" type="pres">
      <dgm:prSet presAssocID="{4809DC51-C921-2449-82B5-C93A73AB4636}" presName="hierChild4" presStyleCnt="0"/>
      <dgm:spPr/>
    </dgm:pt>
    <dgm:pt modelId="{D9A45B4D-8C4B-4B42-B94A-B6FCA36B945C}" type="pres">
      <dgm:prSet presAssocID="{4809DC51-C921-2449-82B5-C93A73AB4636}" presName="hierChild5" presStyleCnt="0"/>
      <dgm:spPr/>
    </dgm:pt>
    <dgm:pt modelId="{9D02FF3F-7455-5F41-80E6-CC182076BCCB}" type="pres">
      <dgm:prSet presAssocID="{A08E9314-406A-8544-B913-EEEA5D187206}" presName="Name37" presStyleLbl="parChTrans1D4" presStyleIdx="3" presStyleCnt="7"/>
      <dgm:spPr/>
    </dgm:pt>
    <dgm:pt modelId="{314FC470-60C4-D542-84DB-691A45D5518C}" type="pres">
      <dgm:prSet presAssocID="{17E55757-0121-244A-AFE2-53C4C45C2804}" presName="hierRoot2" presStyleCnt="0">
        <dgm:presLayoutVars>
          <dgm:hierBranch val="init"/>
        </dgm:presLayoutVars>
      </dgm:prSet>
      <dgm:spPr/>
    </dgm:pt>
    <dgm:pt modelId="{FCF7FDFB-83D6-E142-A027-D0C50F9ABDFD}" type="pres">
      <dgm:prSet presAssocID="{17E55757-0121-244A-AFE2-53C4C45C2804}" presName="rootComposite" presStyleCnt="0"/>
      <dgm:spPr/>
    </dgm:pt>
    <dgm:pt modelId="{E5834657-840F-C94D-B8DE-DA5D35311547}" type="pres">
      <dgm:prSet presAssocID="{17E55757-0121-244A-AFE2-53C4C45C2804}" presName="rootText" presStyleLbl="node4" presStyleIdx="3" presStyleCnt="7">
        <dgm:presLayoutVars>
          <dgm:chPref val="3"/>
        </dgm:presLayoutVars>
      </dgm:prSet>
      <dgm:spPr/>
    </dgm:pt>
    <dgm:pt modelId="{E4E06AA2-42DD-5E41-8617-B824FA8323E4}" type="pres">
      <dgm:prSet presAssocID="{17E55757-0121-244A-AFE2-53C4C45C2804}" presName="rootConnector" presStyleLbl="node4" presStyleIdx="3" presStyleCnt="7"/>
      <dgm:spPr/>
    </dgm:pt>
    <dgm:pt modelId="{737FBF21-88B5-A141-9DDB-2ACB1975B08B}" type="pres">
      <dgm:prSet presAssocID="{17E55757-0121-244A-AFE2-53C4C45C2804}" presName="hierChild4" presStyleCnt="0"/>
      <dgm:spPr/>
    </dgm:pt>
    <dgm:pt modelId="{1F53699F-AB09-F146-AC37-CAB6A17358D0}" type="pres">
      <dgm:prSet presAssocID="{17E55757-0121-244A-AFE2-53C4C45C2804}" presName="hierChild5" presStyleCnt="0"/>
      <dgm:spPr/>
    </dgm:pt>
    <dgm:pt modelId="{7A93BF9D-C2F8-6A48-A742-BD7AD14C517D}" type="pres">
      <dgm:prSet presAssocID="{2595B1DE-853E-B64C-91ED-F3DA8036E7D1}" presName="Name37" presStyleLbl="parChTrans1D4" presStyleIdx="4" presStyleCnt="7"/>
      <dgm:spPr/>
    </dgm:pt>
    <dgm:pt modelId="{5ACC563A-65AC-3841-ACC0-8815A8E66047}" type="pres">
      <dgm:prSet presAssocID="{1FB625B5-D7C5-D94C-AFD4-68661DC3AA49}" presName="hierRoot2" presStyleCnt="0">
        <dgm:presLayoutVars>
          <dgm:hierBranch val="init"/>
        </dgm:presLayoutVars>
      </dgm:prSet>
      <dgm:spPr/>
    </dgm:pt>
    <dgm:pt modelId="{02A095BF-5131-2A43-BC6D-710C9B0DEAB4}" type="pres">
      <dgm:prSet presAssocID="{1FB625B5-D7C5-D94C-AFD4-68661DC3AA49}" presName="rootComposite" presStyleCnt="0"/>
      <dgm:spPr/>
    </dgm:pt>
    <dgm:pt modelId="{C1E58DAF-2AD1-F645-8D90-AA39802A17C6}" type="pres">
      <dgm:prSet presAssocID="{1FB625B5-D7C5-D94C-AFD4-68661DC3AA49}" presName="rootText" presStyleLbl="node4" presStyleIdx="4" presStyleCnt="7">
        <dgm:presLayoutVars>
          <dgm:chPref val="3"/>
        </dgm:presLayoutVars>
      </dgm:prSet>
      <dgm:spPr/>
    </dgm:pt>
    <dgm:pt modelId="{824A02FB-5C38-A34D-839A-DDC1D899DD17}" type="pres">
      <dgm:prSet presAssocID="{1FB625B5-D7C5-D94C-AFD4-68661DC3AA49}" presName="rootConnector" presStyleLbl="node4" presStyleIdx="4" presStyleCnt="7"/>
      <dgm:spPr/>
    </dgm:pt>
    <dgm:pt modelId="{2F6E41BF-22CB-1A42-9E55-83DCEBAE7114}" type="pres">
      <dgm:prSet presAssocID="{1FB625B5-D7C5-D94C-AFD4-68661DC3AA49}" presName="hierChild4" presStyleCnt="0"/>
      <dgm:spPr/>
    </dgm:pt>
    <dgm:pt modelId="{E3E8C4CD-113B-6E42-BF4E-3EF580D844CD}" type="pres">
      <dgm:prSet presAssocID="{1FB625B5-D7C5-D94C-AFD4-68661DC3AA49}" presName="hierChild5" presStyleCnt="0"/>
      <dgm:spPr/>
    </dgm:pt>
    <dgm:pt modelId="{62FB3ADD-7CFB-E64A-995D-EABFC5146E17}" type="pres">
      <dgm:prSet presAssocID="{0BAD0633-58BD-2144-BBB4-4A8B0C0B82A1}" presName="hierChild5" presStyleCnt="0"/>
      <dgm:spPr/>
    </dgm:pt>
    <dgm:pt modelId="{8C8649A7-5432-9E44-AFED-409A054AF5EE}" type="pres">
      <dgm:prSet presAssocID="{1FA4CF83-C9F6-364B-A937-6AC57CB8E078}" presName="Name37" presStyleLbl="parChTrans1D3" presStyleIdx="8" presStyleCnt="14"/>
      <dgm:spPr/>
    </dgm:pt>
    <dgm:pt modelId="{567D0C37-4111-3D41-AE92-1E0FDCF57867}" type="pres">
      <dgm:prSet presAssocID="{93882B60-B306-EA40-AAA2-C6C1C955DEA6}" presName="hierRoot2" presStyleCnt="0">
        <dgm:presLayoutVars>
          <dgm:hierBranch val="init"/>
        </dgm:presLayoutVars>
      </dgm:prSet>
      <dgm:spPr/>
    </dgm:pt>
    <dgm:pt modelId="{65822531-EFB1-DD47-8F3A-F5228D3B4F17}" type="pres">
      <dgm:prSet presAssocID="{93882B60-B306-EA40-AAA2-C6C1C955DEA6}" presName="rootComposite" presStyleCnt="0"/>
      <dgm:spPr/>
    </dgm:pt>
    <dgm:pt modelId="{DBF89C41-509C-4441-80AB-10325BD96D3A}" type="pres">
      <dgm:prSet presAssocID="{93882B60-B306-EA40-AAA2-C6C1C955DEA6}" presName="rootText" presStyleLbl="node3" presStyleIdx="8" presStyleCnt="14">
        <dgm:presLayoutVars>
          <dgm:chPref val="3"/>
        </dgm:presLayoutVars>
      </dgm:prSet>
      <dgm:spPr/>
    </dgm:pt>
    <dgm:pt modelId="{DAE54195-E1BD-3B4A-BD2F-31A3A9FE0F6B}" type="pres">
      <dgm:prSet presAssocID="{93882B60-B306-EA40-AAA2-C6C1C955DEA6}" presName="rootConnector" presStyleLbl="node3" presStyleIdx="8" presStyleCnt="14"/>
      <dgm:spPr/>
    </dgm:pt>
    <dgm:pt modelId="{6C9BB646-5780-EE4D-ADC2-81099D3CC587}" type="pres">
      <dgm:prSet presAssocID="{93882B60-B306-EA40-AAA2-C6C1C955DEA6}" presName="hierChild4" presStyleCnt="0"/>
      <dgm:spPr/>
    </dgm:pt>
    <dgm:pt modelId="{C6A61D6B-2D04-2741-885D-7FBF518AA4DA}" type="pres">
      <dgm:prSet presAssocID="{AE9C7CD8-E5C8-CE45-A5BD-AD44A325F708}" presName="Name37" presStyleLbl="parChTrans1D4" presStyleIdx="5" presStyleCnt="7"/>
      <dgm:spPr/>
    </dgm:pt>
    <dgm:pt modelId="{9C6147DF-414D-914B-93D0-855F039880CC}" type="pres">
      <dgm:prSet presAssocID="{4CBA9A1F-DFF6-904E-88BE-52E13258FDE5}" presName="hierRoot2" presStyleCnt="0">
        <dgm:presLayoutVars>
          <dgm:hierBranch val="init"/>
        </dgm:presLayoutVars>
      </dgm:prSet>
      <dgm:spPr/>
    </dgm:pt>
    <dgm:pt modelId="{ECA6DAA3-7EFE-F041-9988-CD342BC43909}" type="pres">
      <dgm:prSet presAssocID="{4CBA9A1F-DFF6-904E-88BE-52E13258FDE5}" presName="rootComposite" presStyleCnt="0"/>
      <dgm:spPr/>
    </dgm:pt>
    <dgm:pt modelId="{65A2AB15-4697-B145-B527-2BAE2910000E}" type="pres">
      <dgm:prSet presAssocID="{4CBA9A1F-DFF6-904E-88BE-52E13258FDE5}" presName="rootText" presStyleLbl="node4" presStyleIdx="5" presStyleCnt="7">
        <dgm:presLayoutVars>
          <dgm:chPref val="3"/>
        </dgm:presLayoutVars>
      </dgm:prSet>
      <dgm:spPr/>
    </dgm:pt>
    <dgm:pt modelId="{A95DB3C1-276E-5048-87CC-4CA8F878BBE8}" type="pres">
      <dgm:prSet presAssocID="{4CBA9A1F-DFF6-904E-88BE-52E13258FDE5}" presName="rootConnector" presStyleLbl="node4" presStyleIdx="5" presStyleCnt="7"/>
      <dgm:spPr/>
    </dgm:pt>
    <dgm:pt modelId="{6853A75D-54E6-AF47-A761-5FC94AC6C8A9}" type="pres">
      <dgm:prSet presAssocID="{4CBA9A1F-DFF6-904E-88BE-52E13258FDE5}" presName="hierChild4" presStyleCnt="0"/>
      <dgm:spPr/>
    </dgm:pt>
    <dgm:pt modelId="{61AEAECF-7BA5-0446-9F63-AD219AC065B8}" type="pres">
      <dgm:prSet presAssocID="{4CBA9A1F-DFF6-904E-88BE-52E13258FDE5}" presName="hierChild5" presStyleCnt="0"/>
      <dgm:spPr/>
    </dgm:pt>
    <dgm:pt modelId="{90376E2A-9DC9-174B-A886-F1C0EC6309D8}" type="pres">
      <dgm:prSet presAssocID="{D226C93A-9D31-1F43-8EF3-F524C0823DD4}" presName="Name37" presStyleLbl="parChTrans1D4" presStyleIdx="6" presStyleCnt="7"/>
      <dgm:spPr/>
    </dgm:pt>
    <dgm:pt modelId="{81DEAA81-CC41-A045-A34C-CE0434ACCC72}" type="pres">
      <dgm:prSet presAssocID="{B063D879-69D9-6545-98BE-C0F87E0E2199}" presName="hierRoot2" presStyleCnt="0">
        <dgm:presLayoutVars>
          <dgm:hierBranch val="init"/>
        </dgm:presLayoutVars>
      </dgm:prSet>
      <dgm:spPr/>
    </dgm:pt>
    <dgm:pt modelId="{BEC165DE-93F1-2344-8308-5BC0492AC414}" type="pres">
      <dgm:prSet presAssocID="{B063D879-69D9-6545-98BE-C0F87E0E2199}" presName="rootComposite" presStyleCnt="0"/>
      <dgm:spPr/>
    </dgm:pt>
    <dgm:pt modelId="{48EE7F41-728F-CF4C-A8C2-627E2B9918EC}" type="pres">
      <dgm:prSet presAssocID="{B063D879-69D9-6545-98BE-C0F87E0E2199}" presName="rootText" presStyleLbl="node4" presStyleIdx="6" presStyleCnt="7">
        <dgm:presLayoutVars>
          <dgm:chPref val="3"/>
        </dgm:presLayoutVars>
      </dgm:prSet>
      <dgm:spPr/>
    </dgm:pt>
    <dgm:pt modelId="{48810B2C-8E79-774F-91F9-16E0831DB318}" type="pres">
      <dgm:prSet presAssocID="{B063D879-69D9-6545-98BE-C0F87E0E2199}" presName="rootConnector" presStyleLbl="node4" presStyleIdx="6" presStyleCnt="7"/>
      <dgm:spPr/>
    </dgm:pt>
    <dgm:pt modelId="{F7A80700-98CF-CA46-BD1E-149C899F1B9E}" type="pres">
      <dgm:prSet presAssocID="{B063D879-69D9-6545-98BE-C0F87E0E2199}" presName="hierChild4" presStyleCnt="0"/>
      <dgm:spPr/>
    </dgm:pt>
    <dgm:pt modelId="{6D23ECDE-4B69-AA49-BFAA-C13A3576AF23}" type="pres">
      <dgm:prSet presAssocID="{B063D879-69D9-6545-98BE-C0F87E0E2199}" presName="hierChild5" presStyleCnt="0"/>
      <dgm:spPr/>
    </dgm:pt>
    <dgm:pt modelId="{68B82FF3-4B0A-2147-827D-70A927AFF81D}" type="pres">
      <dgm:prSet presAssocID="{93882B60-B306-EA40-AAA2-C6C1C955DEA6}" presName="hierChild5" presStyleCnt="0"/>
      <dgm:spPr/>
    </dgm:pt>
    <dgm:pt modelId="{28785054-6987-594F-9C91-D44473C7ADB7}" type="pres">
      <dgm:prSet presAssocID="{6D18D6CD-8C45-1A46-B4B6-3306CAC3E962}" presName="hierChild5" presStyleCnt="0"/>
      <dgm:spPr/>
    </dgm:pt>
    <dgm:pt modelId="{24889DB9-C6FC-944B-B400-C82903BDBC93}" type="pres">
      <dgm:prSet presAssocID="{5F9B8B02-A549-F747-88B8-AAEBCA497AB4}" presName="Name37" presStyleLbl="parChTrans1D2" presStyleIdx="2" presStyleCnt="3"/>
      <dgm:spPr/>
    </dgm:pt>
    <dgm:pt modelId="{97908411-A10F-4E44-8E47-30F2FD17F766}" type="pres">
      <dgm:prSet presAssocID="{30E4063B-D66F-574E-B067-0ADF5E0DC3DF}" presName="hierRoot2" presStyleCnt="0">
        <dgm:presLayoutVars>
          <dgm:hierBranch val="init"/>
        </dgm:presLayoutVars>
      </dgm:prSet>
      <dgm:spPr/>
    </dgm:pt>
    <dgm:pt modelId="{C01CB01A-1DFE-4D49-8850-6310044BE902}" type="pres">
      <dgm:prSet presAssocID="{30E4063B-D66F-574E-B067-0ADF5E0DC3DF}" presName="rootComposite" presStyleCnt="0"/>
      <dgm:spPr/>
    </dgm:pt>
    <dgm:pt modelId="{CDB70E5C-F066-D349-8D88-21ABEAB29400}" type="pres">
      <dgm:prSet presAssocID="{30E4063B-D66F-574E-B067-0ADF5E0DC3DF}" presName="rootText" presStyleLbl="node2" presStyleIdx="2" presStyleCnt="3">
        <dgm:presLayoutVars>
          <dgm:chPref val="3"/>
        </dgm:presLayoutVars>
      </dgm:prSet>
      <dgm:spPr/>
    </dgm:pt>
    <dgm:pt modelId="{57D5AD78-913D-FD43-88F5-6AE56D436F7E}" type="pres">
      <dgm:prSet presAssocID="{30E4063B-D66F-574E-B067-0ADF5E0DC3DF}" presName="rootConnector" presStyleLbl="node2" presStyleIdx="2" presStyleCnt="3"/>
      <dgm:spPr/>
    </dgm:pt>
    <dgm:pt modelId="{460A43B4-BE61-8D48-81DC-84396226D518}" type="pres">
      <dgm:prSet presAssocID="{30E4063B-D66F-574E-B067-0ADF5E0DC3DF}" presName="hierChild4" presStyleCnt="0"/>
      <dgm:spPr/>
    </dgm:pt>
    <dgm:pt modelId="{1472B342-F1D5-0E4A-87C0-D6A61712E3CC}" type="pres">
      <dgm:prSet presAssocID="{92582B5A-18FC-A14C-9046-688EEC3D2640}" presName="Name37" presStyleLbl="parChTrans1D3" presStyleIdx="9" presStyleCnt="14"/>
      <dgm:spPr/>
    </dgm:pt>
    <dgm:pt modelId="{C9E91A10-73FE-244C-A03C-B1E0C5CA5AB0}" type="pres">
      <dgm:prSet presAssocID="{678CF564-935B-8D49-93FA-011293F04D49}" presName="hierRoot2" presStyleCnt="0">
        <dgm:presLayoutVars>
          <dgm:hierBranch val="init"/>
        </dgm:presLayoutVars>
      </dgm:prSet>
      <dgm:spPr/>
    </dgm:pt>
    <dgm:pt modelId="{8FAB8941-24FC-6744-96C1-35DB57DFB38A}" type="pres">
      <dgm:prSet presAssocID="{678CF564-935B-8D49-93FA-011293F04D49}" presName="rootComposite" presStyleCnt="0"/>
      <dgm:spPr/>
    </dgm:pt>
    <dgm:pt modelId="{061277D7-15BA-BC42-A0A4-CA630E237EBF}" type="pres">
      <dgm:prSet presAssocID="{678CF564-935B-8D49-93FA-011293F04D49}" presName="rootText" presStyleLbl="node3" presStyleIdx="9" presStyleCnt="14">
        <dgm:presLayoutVars>
          <dgm:chPref val="3"/>
        </dgm:presLayoutVars>
      </dgm:prSet>
      <dgm:spPr/>
    </dgm:pt>
    <dgm:pt modelId="{E7E53F0F-E86E-0042-A763-BE76FE584145}" type="pres">
      <dgm:prSet presAssocID="{678CF564-935B-8D49-93FA-011293F04D49}" presName="rootConnector" presStyleLbl="node3" presStyleIdx="9" presStyleCnt="14"/>
      <dgm:spPr/>
    </dgm:pt>
    <dgm:pt modelId="{31CE8C91-F92E-2C4E-BCAF-2D6832340EC2}" type="pres">
      <dgm:prSet presAssocID="{678CF564-935B-8D49-93FA-011293F04D49}" presName="hierChild4" presStyleCnt="0"/>
      <dgm:spPr/>
    </dgm:pt>
    <dgm:pt modelId="{CF360317-FC3A-9249-A3AA-CA4DB86ECFA8}" type="pres">
      <dgm:prSet presAssocID="{678CF564-935B-8D49-93FA-011293F04D49}" presName="hierChild5" presStyleCnt="0"/>
      <dgm:spPr/>
    </dgm:pt>
    <dgm:pt modelId="{27FCEE63-5B65-C645-A14F-9F486F1800C4}" type="pres">
      <dgm:prSet presAssocID="{D1320881-1930-C347-9017-9A4CD1DF2282}" presName="Name37" presStyleLbl="parChTrans1D3" presStyleIdx="10" presStyleCnt="14"/>
      <dgm:spPr/>
    </dgm:pt>
    <dgm:pt modelId="{30C2E722-088F-7B4A-A8AE-C71EE4E449E9}" type="pres">
      <dgm:prSet presAssocID="{3A29A919-20BD-024F-8EF6-05CFC3CADF6E}" presName="hierRoot2" presStyleCnt="0">
        <dgm:presLayoutVars>
          <dgm:hierBranch val="init"/>
        </dgm:presLayoutVars>
      </dgm:prSet>
      <dgm:spPr/>
    </dgm:pt>
    <dgm:pt modelId="{C88B6BB9-D7FB-AD41-902D-B38061F56D04}" type="pres">
      <dgm:prSet presAssocID="{3A29A919-20BD-024F-8EF6-05CFC3CADF6E}" presName="rootComposite" presStyleCnt="0"/>
      <dgm:spPr/>
    </dgm:pt>
    <dgm:pt modelId="{FF03C48A-6130-4A4F-915D-708CB9F13C03}" type="pres">
      <dgm:prSet presAssocID="{3A29A919-20BD-024F-8EF6-05CFC3CADF6E}" presName="rootText" presStyleLbl="node3" presStyleIdx="10" presStyleCnt="14">
        <dgm:presLayoutVars>
          <dgm:chPref val="3"/>
        </dgm:presLayoutVars>
      </dgm:prSet>
      <dgm:spPr/>
    </dgm:pt>
    <dgm:pt modelId="{3F7A5B41-1535-A843-AFCC-E67E571C6052}" type="pres">
      <dgm:prSet presAssocID="{3A29A919-20BD-024F-8EF6-05CFC3CADF6E}" presName="rootConnector" presStyleLbl="node3" presStyleIdx="10" presStyleCnt="14"/>
      <dgm:spPr/>
    </dgm:pt>
    <dgm:pt modelId="{1EDBCF11-C420-2348-9A16-A6B52431381A}" type="pres">
      <dgm:prSet presAssocID="{3A29A919-20BD-024F-8EF6-05CFC3CADF6E}" presName="hierChild4" presStyleCnt="0"/>
      <dgm:spPr/>
    </dgm:pt>
    <dgm:pt modelId="{884E9575-81F2-EF40-9791-9731E8405B68}" type="pres">
      <dgm:prSet presAssocID="{3A29A919-20BD-024F-8EF6-05CFC3CADF6E}" presName="hierChild5" presStyleCnt="0"/>
      <dgm:spPr/>
    </dgm:pt>
    <dgm:pt modelId="{E4806DDB-6E66-5044-B65D-EE8C235A6B97}" type="pres">
      <dgm:prSet presAssocID="{9E8554D4-B8CC-8946-89C0-7B2A46F04010}" presName="Name37" presStyleLbl="parChTrans1D3" presStyleIdx="11" presStyleCnt="14"/>
      <dgm:spPr/>
    </dgm:pt>
    <dgm:pt modelId="{7160C582-2A2F-0E49-B0FC-579CF5930A70}" type="pres">
      <dgm:prSet presAssocID="{4C6CBCA4-851D-2846-8819-683A862A9426}" presName="hierRoot2" presStyleCnt="0">
        <dgm:presLayoutVars>
          <dgm:hierBranch val="init"/>
        </dgm:presLayoutVars>
      </dgm:prSet>
      <dgm:spPr/>
    </dgm:pt>
    <dgm:pt modelId="{5D59827D-15EB-C346-BD60-890A248B764F}" type="pres">
      <dgm:prSet presAssocID="{4C6CBCA4-851D-2846-8819-683A862A9426}" presName="rootComposite" presStyleCnt="0"/>
      <dgm:spPr/>
    </dgm:pt>
    <dgm:pt modelId="{606C3636-5A91-3A43-A1F5-7157B2FCCDE7}" type="pres">
      <dgm:prSet presAssocID="{4C6CBCA4-851D-2846-8819-683A862A9426}" presName="rootText" presStyleLbl="node3" presStyleIdx="11" presStyleCnt="14">
        <dgm:presLayoutVars>
          <dgm:chPref val="3"/>
        </dgm:presLayoutVars>
      </dgm:prSet>
      <dgm:spPr/>
    </dgm:pt>
    <dgm:pt modelId="{E226DEA1-CAA4-BF4F-BB74-6B3765C29F46}" type="pres">
      <dgm:prSet presAssocID="{4C6CBCA4-851D-2846-8819-683A862A9426}" presName="rootConnector" presStyleLbl="node3" presStyleIdx="11" presStyleCnt="14"/>
      <dgm:spPr/>
    </dgm:pt>
    <dgm:pt modelId="{F7EF532D-24E9-2743-8AA6-F690A1DC942A}" type="pres">
      <dgm:prSet presAssocID="{4C6CBCA4-851D-2846-8819-683A862A9426}" presName="hierChild4" presStyleCnt="0"/>
      <dgm:spPr/>
    </dgm:pt>
    <dgm:pt modelId="{B6D089CF-23B6-F04A-9E31-161CCD67EBE5}" type="pres">
      <dgm:prSet presAssocID="{4C6CBCA4-851D-2846-8819-683A862A9426}" presName="hierChild5" presStyleCnt="0"/>
      <dgm:spPr/>
    </dgm:pt>
    <dgm:pt modelId="{15EFE7CE-089F-884D-86BB-38759A6615A0}" type="pres">
      <dgm:prSet presAssocID="{31F1DACA-45F2-2340-98EC-5F11C1D58424}" presName="Name37" presStyleLbl="parChTrans1D3" presStyleIdx="12" presStyleCnt="14"/>
      <dgm:spPr/>
    </dgm:pt>
    <dgm:pt modelId="{98459B08-95E6-5247-A19D-2C8502ED5321}" type="pres">
      <dgm:prSet presAssocID="{DC67B742-3760-7F46-B9AA-AC73A4CFA887}" presName="hierRoot2" presStyleCnt="0">
        <dgm:presLayoutVars>
          <dgm:hierBranch val="init"/>
        </dgm:presLayoutVars>
      </dgm:prSet>
      <dgm:spPr/>
    </dgm:pt>
    <dgm:pt modelId="{3ECEC895-0DB7-C04F-896A-B1484CCB537F}" type="pres">
      <dgm:prSet presAssocID="{DC67B742-3760-7F46-B9AA-AC73A4CFA887}" presName="rootComposite" presStyleCnt="0"/>
      <dgm:spPr/>
    </dgm:pt>
    <dgm:pt modelId="{75AFF2E5-DC32-ED4A-8E4D-6FB8B8AE721C}" type="pres">
      <dgm:prSet presAssocID="{DC67B742-3760-7F46-B9AA-AC73A4CFA887}" presName="rootText" presStyleLbl="node3" presStyleIdx="12" presStyleCnt="14">
        <dgm:presLayoutVars>
          <dgm:chPref val="3"/>
        </dgm:presLayoutVars>
      </dgm:prSet>
      <dgm:spPr/>
    </dgm:pt>
    <dgm:pt modelId="{AB742CB7-B073-FE4E-8E3F-7348CD68A4A9}" type="pres">
      <dgm:prSet presAssocID="{DC67B742-3760-7F46-B9AA-AC73A4CFA887}" presName="rootConnector" presStyleLbl="node3" presStyleIdx="12" presStyleCnt="14"/>
      <dgm:spPr/>
    </dgm:pt>
    <dgm:pt modelId="{5A10B3F1-CAEE-3140-8557-6FD677653C7F}" type="pres">
      <dgm:prSet presAssocID="{DC67B742-3760-7F46-B9AA-AC73A4CFA887}" presName="hierChild4" presStyleCnt="0"/>
      <dgm:spPr/>
    </dgm:pt>
    <dgm:pt modelId="{29A1CF57-F7CF-E949-8B22-7DA7101A5F1F}" type="pres">
      <dgm:prSet presAssocID="{DC67B742-3760-7F46-B9AA-AC73A4CFA887}" presName="hierChild5" presStyleCnt="0"/>
      <dgm:spPr/>
    </dgm:pt>
    <dgm:pt modelId="{992C30D5-6C96-C243-9154-60FBCA6F38D2}" type="pres">
      <dgm:prSet presAssocID="{A0359E2E-1C86-C148-8001-DDC9CEE68969}" presName="Name37" presStyleLbl="parChTrans1D3" presStyleIdx="13" presStyleCnt="14"/>
      <dgm:spPr/>
    </dgm:pt>
    <dgm:pt modelId="{7C4BC92C-C9C4-0042-84E3-52571F8D7BC8}" type="pres">
      <dgm:prSet presAssocID="{89EC344C-4E6D-524D-973C-58F563B5B30E}" presName="hierRoot2" presStyleCnt="0">
        <dgm:presLayoutVars>
          <dgm:hierBranch val="init"/>
        </dgm:presLayoutVars>
      </dgm:prSet>
      <dgm:spPr/>
    </dgm:pt>
    <dgm:pt modelId="{0A3C7000-C71C-0E43-A5FC-8B558F3A7CB4}" type="pres">
      <dgm:prSet presAssocID="{89EC344C-4E6D-524D-973C-58F563B5B30E}" presName="rootComposite" presStyleCnt="0"/>
      <dgm:spPr/>
    </dgm:pt>
    <dgm:pt modelId="{B4E7E160-1277-AA44-81A9-941224A402AB}" type="pres">
      <dgm:prSet presAssocID="{89EC344C-4E6D-524D-973C-58F563B5B30E}" presName="rootText" presStyleLbl="node3" presStyleIdx="13" presStyleCnt="14">
        <dgm:presLayoutVars>
          <dgm:chPref val="3"/>
        </dgm:presLayoutVars>
      </dgm:prSet>
      <dgm:spPr/>
    </dgm:pt>
    <dgm:pt modelId="{B4B6A85A-BB59-2644-A380-3490930770C0}" type="pres">
      <dgm:prSet presAssocID="{89EC344C-4E6D-524D-973C-58F563B5B30E}" presName="rootConnector" presStyleLbl="node3" presStyleIdx="13" presStyleCnt="14"/>
      <dgm:spPr/>
    </dgm:pt>
    <dgm:pt modelId="{78D559C1-242A-9645-93BC-3D554E36072E}" type="pres">
      <dgm:prSet presAssocID="{89EC344C-4E6D-524D-973C-58F563B5B30E}" presName="hierChild4" presStyleCnt="0"/>
      <dgm:spPr/>
    </dgm:pt>
    <dgm:pt modelId="{3BF056E4-2741-BE4B-823D-AA021E29FE0F}" type="pres">
      <dgm:prSet presAssocID="{89EC344C-4E6D-524D-973C-58F563B5B30E}" presName="hierChild5" presStyleCnt="0"/>
      <dgm:spPr/>
    </dgm:pt>
    <dgm:pt modelId="{1638813C-C591-AD45-8C9B-9D599F95BE32}" type="pres">
      <dgm:prSet presAssocID="{30E4063B-D66F-574E-B067-0ADF5E0DC3DF}" presName="hierChild5" presStyleCnt="0"/>
      <dgm:spPr/>
    </dgm:pt>
    <dgm:pt modelId="{FAB4F7E9-D972-EA48-8691-E7A5FF548F70}" type="pres">
      <dgm:prSet presAssocID="{652149C9-B794-2E44-B0C5-A844B587E501}" presName="hierChild3" presStyleCnt="0"/>
      <dgm:spPr/>
    </dgm:pt>
  </dgm:ptLst>
  <dgm:cxnLst>
    <dgm:cxn modelId="{58BA0300-7AC1-B748-86CD-7E34D4CB3528}" srcId="{EA3D9883-E17C-944B-97CE-FB5E73FDA97A}" destId="{0B436A69-4067-DF4B-8F70-87B9AABFC2CF}" srcOrd="2" destOrd="0" parTransId="{2FDF7085-6EE0-2444-BEA2-AB4F22202FA3}" sibTransId="{7F79BD2F-39F1-154E-A3A6-114D8643C929}"/>
    <dgm:cxn modelId="{F2984502-F5C6-954C-88E1-C4D336221E35}" srcId="{0BAD0633-58BD-2144-BBB4-4A8B0C0B82A1}" destId="{4809DC51-C921-2449-82B5-C93A73AB4636}" srcOrd="0" destOrd="0" parTransId="{F95EC83B-42EB-2642-A4C4-700118068B9A}" sibTransId="{15228F17-0C8C-6943-8CA6-3B125003F0E5}"/>
    <dgm:cxn modelId="{4D0B3F05-D9EF-3E47-85FF-3AB68B241EF8}" type="presOf" srcId="{4CBA9A1F-DFF6-904E-88BE-52E13258FDE5}" destId="{65A2AB15-4697-B145-B527-2BAE2910000E}" srcOrd="0" destOrd="0" presId="urn:microsoft.com/office/officeart/2005/8/layout/orgChart1"/>
    <dgm:cxn modelId="{18DE7305-EF67-FB4D-84A2-0FCD24644320}" type="presOf" srcId="{AE9C7CD8-E5C8-CE45-A5BD-AD44A325F708}" destId="{C6A61D6B-2D04-2741-885D-7FBF518AA4DA}" srcOrd="0" destOrd="0" presId="urn:microsoft.com/office/officeart/2005/8/layout/orgChart1"/>
    <dgm:cxn modelId="{3E10ED08-AF07-6443-BAF3-E7F35F09858B}" srcId="{30E4063B-D66F-574E-B067-0ADF5E0DC3DF}" destId="{678CF564-935B-8D49-93FA-011293F04D49}" srcOrd="0" destOrd="0" parTransId="{92582B5A-18FC-A14C-9046-688EEC3D2640}" sibTransId="{2365B611-C097-AD41-92B6-02807FE6FC67}"/>
    <dgm:cxn modelId="{06BA0A09-AE49-994C-B490-75A2359C58E6}" srcId="{0BAD0633-58BD-2144-BBB4-4A8B0C0B82A1}" destId="{1FB625B5-D7C5-D94C-AFD4-68661DC3AA49}" srcOrd="2" destOrd="0" parTransId="{2595B1DE-853E-B64C-91ED-F3DA8036E7D1}" sibTransId="{9F0B0176-2F9F-F544-AE2A-DA6539FE6BD7}"/>
    <dgm:cxn modelId="{E6712909-4906-EE46-A8C1-1760EACAE823}" type="presOf" srcId="{E0A4928E-8FB2-7748-B84A-7B6A790D112D}" destId="{14A95C6B-C37B-8D4E-A13B-A7BC72EE9A06}" srcOrd="0" destOrd="0" presId="urn:microsoft.com/office/officeart/2005/8/layout/orgChart1"/>
    <dgm:cxn modelId="{CADDC909-BFAD-7847-B124-B67FC646B0A2}" type="presOf" srcId="{17E55757-0121-244A-AFE2-53C4C45C2804}" destId="{E5834657-840F-C94D-B8DE-DA5D35311547}" srcOrd="0" destOrd="0" presId="urn:microsoft.com/office/officeart/2005/8/layout/orgChart1"/>
    <dgm:cxn modelId="{EF538D0D-152F-9C47-9802-0D95C137AFFA}" type="presOf" srcId="{FD71EF44-78CC-6542-B46E-AFE1B9274219}" destId="{4C74DF85-2225-F449-99AD-1467CE8E2FD4}" srcOrd="1" destOrd="0" presId="urn:microsoft.com/office/officeart/2005/8/layout/orgChart1"/>
    <dgm:cxn modelId="{46D2D40F-C583-4A48-A651-D807DC1949D6}" type="presOf" srcId="{6D18D6CD-8C45-1A46-B4B6-3306CAC3E962}" destId="{2BF09889-9954-E84E-9496-7E94E9B7BE7C}" srcOrd="1" destOrd="0" presId="urn:microsoft.com/office/officeart/2005/8/layout/orgChart1"/>
    <dgm:cxn modelId="{0EFCE910-DD97-CE43-9DBD-63B532F4B88B}" type="presOf" srcId="{82195D2C-36DD-674E-86C3-DBFC5E4911EB}" destId="{79B1FCE7-7B14-AA41-AF75-97A30247AA85}" srcOrd="0" destOrd="0" presId="urn:microsoft.com/office/officeart/2005/8/layout/orgChart1"/>
    <dgm:cxn modelId="{761AB313-879B-6141-8B84-6F76871E1351}" type="presOf" srcId="{EA3D9883-E17C-944B-97CE-FB5E73FDA97A}" destId="{41F94DA3-272A-844E-95CD-1A1E4CB57348}" srcOrd="1" destOrd="0" presId="urn:microsoft.com/office/officeart/2005/8/layout/orgChart1"/>
    <dgm:cxn modelId="{C4E5C015-D2CC-7A47-9276-F00FC2C34C8C}" srcId="{6D16CC69-863A-DA42-BB0B-E8664750669A}" destId="{01238E86-B772-6948-9F9B-2F8C480DED88}" srcOrd="1" destOrd="0" parTransId="{3E778C9D-9E44-1749-8C1B-50FA59A675BC}" sibTransId="{EB3DDE2A-62EC-1F4C-8DC9-B41C0D967707}"/>
    <dgm:cxn modelId="{485F7717-E861-F246-B359-810CB547B558}" type="presOf" srcId="{01238E86-B772-6948-9F9B-2F8C480DED88}" destId="{FFE6A2B9-2606-F142-BF87-90A01065F618}" srcOrd="0" destOrd="0" presId="urn:microsoft.com/office/officeart/2005/8/layout/orgChart1"/>
    <dgm:cxn modelId="{60146118-9760-454A-9FCF-39E068DDE3DD}" srcId="{6D16CC69-863A-DA42-BB0B-E8664750669A}" destId="{FD71EF44-78CC-6542-B46E-AFE1B9274219}" srcOrd="0" destOrd="0" parTransId="{08C4AE7A-9787-9E44-8818-D3622A5907BD}" sibTransId="{2398F64A-D162-BC49-8AFA-1ECE4ECDFC85}"/>
    <dgm:cxn modelId="{AA5D5D1C-295C-3140-8253-EA275CB15CF1}" type="presOf" srcId="{FDBD526F-5EFD-F742-AE4D-6A91FA0D111D}" destId="{9758851F-AD1B-5E4E-B02F-2B74800D3F02}" srcOrd="0" destOrd="0" presId="urn:microsoft.com/office/officeart/2005/8/layout/orgChart1"/>
    <dgm:cxn modelId="{1539AF1C-55F1-E941-91A0-07F4327EAD27}" type="presOf" srcId="{31F1DACA-45F2-2340-98EC-5F11C1D58424}" destId="{15EFE7CE-089F-884D-86BB-38759A6615A0}" srcOrd="0" destOrd="0" presId="urn:microsoft.com/office/officeart/2005/8/layout/orgChart1"/>
    <dgm:cxn modelId="{26A5571E-C378-714C-9F9D-41A3C307DA84}" type="presOf" srcId="{D226C93A-9D31-1F43-8EF3-F524C0823DD4}" destId="{90376E2A-9DC9-174B-A886-F1C0EC6309D8}" srcOrd="0" destOrd="0" presId="urn:microsoft.com/office/officeart/2005/8/layout/orgChart1"/>
    <dgm:cxn modelId="{224DF91F-B4E7-B645-A7FF-8BB9166DC9D2}" srcId="{0BAD0633-58BD-2144-BBB4-4A8B0C0B82A1}" destId="{17E55757-0121-244A-AFE2-53C4C45C2804}" srcOrd="1" destOrd="0" parTransId="{A08E9314-406A-8544-B913-EEEA5D187206}" sibTransId="{F4056362-046A-D84C-8745-6289F9DCAC24}"/>
    <dgm:cxn modelId="{754C1A20-C2CD-104F-BC3A-25DAC3CAB3A7}" type="presOf" srcId="{DC67B742-3760-7F46-B9AA-AC73A4CFA887}" destId="{75AFF2E5-DC32-ED4A-8E4D-6FB8B8AE721C}" srcOrd="0" destOrd="0" presId="urn:microsoft.com/office/officeart/2005/8/layout/orgChart1"/>
    <dgm:cxn modelId="{D3AA2620-7DE0-F84D-AAA7-E5FB1C769C12}" srcId="{652149C9-B794-2E44-B0C5-A844B587E501}" destId="{30E4063B-D66F-574E-B067-0ADF5E0DC3DF}" srcOrd="2" destOrd="0" parTransId="{5F9B8B02-A549-F747-88B8-AAEBCA497AB4}" sibTransId="{0835628C-E972-AE4C-B6B9-28A3D0491ACF}"/>
    <dgm:cxn modelId="{70B5E820-BA5C-614D-8178-AFDECDC222E5}" srcId="{30E4063B-D66F-574E-B067-0ADF5E0DC3DF}" destId="{4C6CBCA4-851D-2846-8819-683A862A9426}" srcOrd="2" destOrd="0" parTransId="{9E8554D4-B8CC-8946-89C0-7B2A46F04010}" sibTransId="{6CD6DD86-7E7F-DC4F-B8BC-387B14A611F0}"/>
    <dgm:cxn modelId="{D3808521-79A0-344C-A30D-4F0ECD22B007}" type="presOf" srcId="{678CF564-935B-8D49-93FA-011293F04D49}" destId="{061277D7-15BA-BC42-A0A4-CA630E237EBF}" srcOrd="0" destOrd="0" presId="urn:microsoft.com/office/officeart/2005/8/layout/orgChart1"/>
    <dgm:cxn modelId="{380DB121-1E2E-374E-B6B7-49F6347B613F}" type="presOf" srcId="{3E778C9D-9E44-1749-8C1B-50FA59A675BC}" destId="{63CA8EDA-434C-3D49-8B34-2B899EB78D33}" srcOrd="0" destOrd="0" presId="urn:microsoft.com/office/officeart/2005/8/layout/orgChart1"/>
    <dgm:cxn modelId="{97C99624-B10C-2A47-B7B0-3DB7ECEF5B8A}" type="presOf" srcId="{5F9B8B02-A549-F747-88B8-AAEBCA497AB4}" destId="{24889DB9-C6FC-944B-B400-C82903BDBC93}" srcOrd="0" destOrd="0" presId="urn:microsoft.com/office/officeart/2005/8/layout/orgChart1"/>
    <dgm:cxn modelId="{55701B29-79C3-D841-B7AC-2AE676D69EF0}" type="presOf" srcId="{A08E9314-406A-8544-B913-EEEA5D187206}" destId="{9D02FF3F-7455-5F41-80E6-CC182076BCCB}" srcOrd="0" destOrd="0" presId="urn:microsoft.com/office/officeart/2005/8/layout/orgChart1"/>
    <dgm:cxn modelId="{4AAF4629-3001-5846-9DD2-660B91101B54}" type="presOf" srcId="{B063D879-69D9-6545-98BE-C0F87E0E2199}" destId="{48EE7F41-728F-CF4C-A8C2-627E2B9918EC}" srcOrd="0" destOrd="0" presId="urn:microsoft.com/office/officeart/2005/8/layout/orgChart1"/>
    <dgm:cxn modelId="{B46FD22A-DDCB-B34A-BA5D-EEC5A683F095}" type="presOf" srcId="{9E8554D4-B8CC-8946-89C0-7B2A46F04010}" destId="{E4806DDB-6E66-5044-B65D-EE8C235A6B97}" srcOrd="0" destOrd="0" presId="urn:microsoft.com/office/officeart/2005/8/layout/orgChart1"/>
    <dgm:cxn modelId="{90D13F2E-36B7-4640-BB11-7BF6CD0B144D}" type="presOf" srcId="{08C4AE7A-9787-9E44-8818-D3622A5907BD}" destId="{6BDFCEB1-DE84-B34C-A9AF-0C62F95E2F2E}" srcOrd="0" destOrd="0" presId="urn:microsoft.com/office/officeart/2005/8/layout/orgChart1"/>
    <dgm:cxn modelId="{E06EAF2F-A08E-3442-8CD9-CDF229963D9D}" srcId="{19078D0B-EB64-2D4C-8E19-B88B9EA182A9}" destId="{652149C9-B794-2E44-B0C5-A844B587E501}" srcOrd="0" destOrd="0" parTransId="{E4381ED5-57B6-414B-A86D-B2C83FD4C43D}" sibTransId="{1DD5B54A-E85F-FD4D-B7FA-25F573C607F9}"/>
    <dgm:cxn modelId="{C0EFAF2F-55E7-7D4D-890D-1BB77DBC326E}" type="presOf" srcId="{578748E2-E8EA-2645-B5FB-E81DEB5F81C9}" destId="{EC5E33D5-C655-C348-90F5-7B9F87735B30}" srcOrd="0" destOrd="0" presId="urn:microsoft.com/office/officeart/2005/8/layout/orgChart1"/>
    <dgm:cxn modelId="{568B8234-D53E-D84D-A376-40A060DEBAFB}" type="presOf" srcId="{2595B1DE-853E-B64C-91ED-F3DA8036E7D1}" destId="{7A93BF9D-C2F8-6A48-A742-BD7AD14C517D}" srcOrd="0" destOrd="0" presId="urn:microsoft.com/office/officeart/2005/8/layout/orgChart1"/>
    <dgm:cxn modelId="{D1BBB038-C040-7841-A020-9C0E9256A381}" type="presOf" srcId="{1FB625B5-D7C5-D94C-AFD4-68661DC3AA49}" destId="{824A02FB-5C38-A34D-839A-DDC1D899DD17}" srcOrd="1" destOrd="0" presId="urn:microsoft.com/office/officeart/2005/8/layout/orgChart1"/>
    <dgm:cxn modelId="{90BEE238-B57C-5644-A5D9-7F54215607B5}" srcId="{652149C9-B794-2E44-B0C5-A844B587E501}" destId="{EA3D9883-E17C-944B-97CE-FB5E73FDA97A}" srcOrd="0" destOrd="0" parTransId="{BAE8C5C9-7D77-7542-B7C3-46A3762E2FF7}" sibTransId="{DA5B598E-A333-554B-A874-F0C46EB1DABA}"/>
    <dgm:cxn modelId="{2A262A39-35F2-5E43-82E0-9FEC05BD3DB8}" type="presOf" srcId="{92582B5A-18FC-A14C-9046-688EEC3D2640}" destId="{1472B342-F1D5-0E4A-87C0-D6A61712E3CC}" srcOrd="0" destOrd="0" presId="urn:microsoft.com/office/officeart/2005/8/layout/orgChart1"/>
    <dgm:cxn modelId="{3B03323D-7E1C-2248-ADCD-DA15316D2D14}" type="presOf" srcId="{4060CAD2-D20A-094F-8504-BAB733A9A235}" destId="{7CC0C390-37A7-754B-909A-11CA32388136}" srcOrd="1" destOrd="0" presId="urn:microsoft.com/office/officeart/2005/8/layout/orgChart1"/>
    <dgm:cxn modelId="{10C7343E-E0F4-B84C-B7FA-1615CD3D7D0B}" type="presOf" srcId="{652149C9-B794-2E44-B0C5-A844B587E501}" destId="{69FA8C26-A4CD-AC42-9DF7-191AA58F7897}" srcOrd="0" destOrd="0" presId="urn:microsoft.com/office/officeart/2005/8/layout/orgChart1"/>
    <dgm:cxn modelId="{FDC47849-B66A-F649-AC62-E0C20061FD59}" type="presOf" srcId="{B063D879-69D9-6545-98BE-C0F87E0E2199}" destId="{48810B2C-8E79-774F-91F9-16E0831DB318}" srcOrd="1" destOrd="0" presId="urn:microsoft.com/office/officeart/2005/8/layout/orgChart1"/>
    <dgm:cxn modelId="{A333FD49-0020-1348-8D77-AEC1D9ECE067}" type="presOf" srcId="{D1320881-1930-C347-9017-9A4CD1DF2282}" destId="{27FCEE63-5B65-C645-A14F-9F486F1800C4}" srcOrd="0" destOrd="0" presId="urn:microsoft.com/office/officeart/2005/8/layout/orgChart1"/>
    <dgm:cxn modelId="{92786F4F-7D4E-DD47-B15C-BC5C474279E1}" srcId="{6D18D6CD-8C45-1A46-B4B6-3306CAC3E962}" destId="{93882B60-B306-EA40-AAA2-C6C1C955DEA6}" srcOrd="4" destOrd="0" parTransId="{1FA4CF83-C9F6-364B-A937-6AC57CB8E078}" sibTransId="{CFD1401C-FC5A-CB4F-87D2-EEB23DEC441C}"/>
    <dgm:cxn modelId="{9685A751-8352-8745-9499-B459E17A7C74}" type="presOf" srcId="{2FDF7085-6EE0-2444-BEA2-AB4F22202FA3}" destId="{69A4DCD7-4768-3045-8461-27A6A97380C6}" srcOrd="0" destOrd="0" presId="urn:microsoft.com/office/officeart/2005/8/layout/orgChart1"/>
    <dgm:cxn modelId="{0CCE3F54-C22C-2F4D-BD73-70C66ADFC79C}" type="presOf" srcId="{C91630D4-AB08-3D46-9694-0F084E2ED0F2}" destId="{1B18C2A4-7ECF-BB4B-B5B5-FB7D7A7DA1F9}" srcOrd="0" destOrd="0" presId="urn:microsoft.com/office/officeart/2005/8/layout/orgChart1"/>
    <dgm:cxn modelId="{F3F2E355-AB1C-2942-95E5-108898D65934}" type="presOf" srcId="{19078D0B-EB64-2D4C-8E19-B88B9EA182A9}" destId="{32EBDDF0-BE85-1E4D-B81A-18408CC66615}" srcOrd="0" destOrd="0" presId="urn:microsoft.com/office/officeart/2005/8/layout/orgChart1"/>
    <dgm:cxn modelId="{2954AF5A-CEF7-7C47-8A85-9EAC57455B7C}" type="presOf" srcId="{A0359E2E-1C86-C148-8001-DDC9CEE68969}" destId="{992C30D5-6C96-C243-9154-60FBCA6F38D2}" srcOrd="0" destOrd="0" presId="urn:microsoft.com/office/officeart/2005/8/layout/orgChart1"/>
    <dgm:cxn modelId="{82F4B55A-A3B3-5541-8BC3-2F495DA88431}" type="presOf" srcId="{A62D5069-1D41-E643-B607-C8F6546A28AC}" destId="{DCE3EEAA-9EB6-464B-A198-FD49BBB9AFE9}" srcOrd="0" destOrd="0" presId="urn:microsoft.com/office/officeart/2005/8/layout/orgChart1"/>
    <dgm:cxn modelId="{7F49F05A-D880-0A41-884A-FAE0D4B75B3C}" type="presOf" srcId="{EA3D9883-E17C-944B-97CE-FB5E73FDA97A}" destId="{3C407DF5-2A04-E147-B74A-2AFC92E708EB}" srcOrd="0" destOrd="0" presId="urn:microsoft.com/office/officeart/2005/8/layout/orgChart1"/>
    <dgm:cxn modelId="{1021EB5D-78F0-6149-AE3A-82198FD988E8}" type="presOf" srcId="{F321853E-5E93-CC4E-A754-A0616EFCF576}" destId="{B9B57066-7561-C341-B3C9-F7CF4D22A7ED}" srcOrd="1" destOrd="0" presId="urn:microsoft.com/office/officeart/2005/8/layout/orgChart1"/>
    <dgm:cxn modelId="{B8D06F5F-E730-2A40-9A15-630897ADAFF0}" type="presOf" srcId="{578748E2-E8EA-2645-B5FB-E81DEB5F81C9}" destId="{A9C8EAA9-9324-3145-AC20-4331527D3BBE}" srcOrd="1" destOrd="0" presId="urn:microsoft.com/office/officeart/2005/8/layout/orgChart1"/>
    <dgm:cxn modelId="{706A8661-BB97-AB4A-936E-0A4D176C0462}" type="presOf" srcId="{BAE8C5C9-7D77-7542-B7C3-46A3762E2FF7}" destId="{7279D545-F3C5-4E43-8926-6F3F81022687}" srcOrd="0" destOrd="0" presId="urn:microsoft.com/office/officeart/2005/8/layout/orgChart1"/>
    <dgm:cxn modelId="{7C19076A-B5F0-DD4E-82F6-D6BB87BBF70C}" type="presOf" srcId="{652149C9-B794-2E44-B0C5-A844B587E501}" destId="{F65840B0-FAF4-2344-B9C9-A2D3804BD58B}" srcOrd="1" destOrd="0" presId="urn:microsoft.com/office/officeart/2005/8/layout/orgChart1"/>
    <dgm:cxn modelId="{D1C11D74-0959-F740-8E6B-1AA3E01A4D97}" srcId="{6D18D6CD-8C45-1A46-B4B6-3306CAC3E962}" destId="{6D16CC69-863A-DA42-BB0B-E8664750669A}" srcOrd="2" destOrd="0" parTransId="{5A85838F-CC59-694D-8775-3F88711A9B7B}" sibTransId="{7C377A04-B429-B746-A027-AB563B4C37D5}"/>
    <dgm:cxn modelId="{3224B777-5D2A-D041-B7B9-D556F80DAAD2}" srcId="{30E4063B-D66F-574E-B067-0ADF5E0DC3DF}" destId="{89EC344C-4E6D-524D-973C-58F563B5B30E}" srcOrd="4" destOrd="0" parTransId="{A0359E2E-1C86-C148-8001-DDC9CEE68969}" sibTransId="{266122B1-7495-1640-B9C4-61D9D8B90C3A}"/>
    <dgm:cxn modelId="{EA844279-58DB-BA43-90AF-FBBBE303072F}" srcId="{93882B60-B306-EA40-AAA2-C6C1C955DEA6}" destId="{4CBA9A1F-DFF6-904E-88BE-52E13258FDE5}" srcOrd="0" destOrd="0" parTransId="{AE9C7CD8-E5C8-CE45-A5BD-AD44A325F708}" sibTransId="{A588077F-0E60-9149-BE49-A2EFF9E8722A}"/>
    <dgm:cxn modelId="{44335579-3E47-874C-8913-7FA201604F39}" srcId="{EA3D9883-E17C-944B-97CE-FB5E73FDA97A}" destId="{578748E2-E8EA-2645-B5FB-E81DEB5F81C9}" srcOrd="1" destOrd="0" parTransId="{A62D5069-1D41-E643-B607-C8F6546A28AC}" sibTransId="{D8F2F7CF-EA04-EF43-96A6-35F555FAE105}"/>
    <dgm:cxn modelId="{4F19EA7A-46BB-4C46-8CF9-11F1E8363193}" type="presOf" srcId="{F95EC83B-42EB-2642-A4C4-700118068B9A}" destId="{2767C194-6C01-2D4D-B1CD-6ABF429BDB9D}" srcOrd="0" destOrd="0" presId="urn:microsoft.com/office/officeart/2005/8/layout/orgChart1"/>
    <dgm:cxn modelId="{5081AA7D-F6B6-A942-98B2-1E70B52E3390}" type="presOf" srcId="{6D16CC69-863A-DA42-BB0B-E8664750669A}" destId="{05C04A0B-EBFF-9947-8289-21B842A93F3E}" srcOrd="0" destOrd="0" presId="urn:microsoft.com/office/officeart/2005/8/layout/orgChart1"/>
    <dgm:cxn modelId="{28B8C37D-DD46-1B42-93CD-1CE9496BFCB8}" srcId="{652149C9-B794-2E44-B0C5-A844B587E501}" destId="{6D18D6CD-8C45-1A46-B4B6-3306CAC3E962}" srcOrd="1" destOrd="0" parTransId="{895C3356-7E9C-DC4B-B4FE-2CDF95CA8305}" sibTransId="{E3C2A5E3-7A43-6E41-BE3D-9E5B7625446B}"/>
    <dgm:cxn modelId="{F8E9787E-044C-424E-8A61-60F212EE067D}" type="presOf" srcId="{678CF564-935B-8D49-93FA-011293F04D49}" destId="{E7E53F0F-E86E-0042-A763-BE76FE584145}" srcOrd="1" destOrd="0" presId="urn:microsoft.com/office/officeart/2005/8/layout/orgChart1"/>
    <dgm:cxn modelId="{4048C184-5EC3-B44B-AF74-1201993E5362}" type="presOf" srcId="{7D232DC2-0595-BA4B-9B05-72081C7FFD20}" destId="{35A64867-F3C5-DA48-A380-2CEE3E3BB3CA}" srcOrd="0" destOrd="0" presId="urn:microsoft.com/office/officeart/2005/8/layout/orgChart1"/>
    <dgm:cxn modelId="{3EB83F86-7EA4-4841-B1DA-C2541506897D}" type="presOf" srcId="{4809DC51-C921-2449-82B5-C93A73AB4636}" destId="{0E62706E-13B3-C142-9D5B-A8C2C6862B32}" srcOrd="1" destOrd="0" presId="urn:microsoft.com/office/officeart/2005/8/layout/orgChart1"/>
    <dgm:cxn modelId="{8FDADC87-CDBD-B346-9582-8172EF768FC4}" type="presOf" srcId="{3A29A919-20BD-024F-8EF6-05CFC3CADF6E}" destId="{3F7A5B41-1535-A843-AFCC-E67E571C6052}" srcOrd="1" destOrd="0" presId="urn:microsoft.com/office/officeart/2005/8/layout/orgChart1"/>
    <dgm:cxn modelId="{82D2BA8E-3D9E-2C44-94A0-16AE663B3AAA}" type="presOf" srcId="{E0A4928E-8FB2-7748-B84A-7B6A790D112D}" destId="{63FF08D2-B42E-1B4A-BD84-1396AE53705B}" srcOrd="1" destOrd="0" presId="urn:microsoft.com/office/officeart/2005/8/layout/orgChart1"/>
    <dgm:cxn modelId="{00C6A292-C586-0C4A-B549-A21C1DDE67D3}" srcId="{EA3D9883-E17C-944B-97CE-FB5E73FDA97A}" destId="{4060CAD2-D20A-094F-8504-BAB733A9A235}" srcOrd="0" destOrd="0" parTransId="{7D232DC2-0595-BA4B-9B05-72081C7FFD20}" sibTransId="{A2C96DBA-7AF0-B548-9454-FDC6B7847AC9}"/>
    <dgm:cxn modelId="{1E402397-BA08-8E46-BAAC-97472A4129B2}" type="presOf" srcId="{01238E86-B772-6948-9F9B-2F8C480DED88}" destId="{AB36F505-637C-F04F-B651-0EB466C453DD}" srcOrd="1" destOrd="0" presId="urn:microsoft.com/office/officeart/2005/8/layout/orgChart1"/>
    <dgm:cxn modelId="{9C69A299-3AF4-AC4D-A313-5319FD0A5874}" type="presOf" srcId="{3A29A919-20BD-024F-8EF6-05CFC3CADF6E}" destId="{FF03C48A-6130-4A4F-915D-708CB9F13C03}" srcOrd="0" destOrd="0" presId="urn:microsoft.com/office/officeart/2005/8/layout/orgChart1"/>
    <dgm:cxn modelId="{A269B99D-4699-AB46-9AC5-A211AC4FE121}" type="presOf" srcId="{30E4063B-D66F-574E-B067-0ADF5E0DC3DF}" destId="{57D5AD78-913D-FD43-88F5-6AE56D436F7E}" srcOrd="1" destOrd="0" presId="urn:microsoft.com/office/officeart/2005/8/layout/orgChart1"/>
    <dgm:cxn modelId="{61EAB59E-1918-7042-B287-A921134E69FF}" type="presOf" srcId="{4C6CBCA4-851D-2846-8819-683A862A9426}" destId="{E226DEA1-CAA4-BF4F-BB74-6B3765C29F46}" srcOrd="1" destOrd="0" presId="urn:microsoft.com/office/officeart/2005/8/layout/orgChart1"/>
    <dgm:cxn modelId="{25EB049F-8145-7940-99FD-E4498A28458F}" type="presOf" srcId="{89EC344C-4E6D-524D-973C-58F563B5B30E}" destId="{B4E7E160-1277-AA44-81A9-941224A402AB}" srcOrd="0" destOrd="0" presId="urn:microsoft.com/office/officeart/2005/8/layout/orgChart1"/>
    <dgm:cxn modelId="{8DEADC9F-DC2E-B945-9EEC-1005F2620739}" type="presOf" srcId="{4060CAD2-D20A-094F-8504-BAB733A9A235}" destId="{9B0FC5A5-F912-774F-B5CB-23CF54AEE095}" srcOrd="0" destOrd="0" presId="urn:microsoft.com/office/officeart/2005/8/layout/orgChart1"/>
    <dgm:cxn modelId="{8DA333A1-F134-C647-81B9-C993D68B9D3B}" type="presOf" srcId="{1FA4CF83-C9F6-364B-A937-6AC57CB8E078}" destId="{8C8649A7-5432-9E44-AFED-409A054AF5EE}" srcOrd="0" destOrd="0" presId="urn:microsoft.com/office/officeart/2005/8/layout/orgChart1"/>
    <dgm:cxn modelId="{014187A4-6910-2644-930B-C0841BEB1BBD}" type="presOf" srcId="{DC67B742-3760-7F46-B9AA-AC73A4CFA887}" destId="{AB742CB7-B073-FE4E-8E3F-7348CD68A4A9}" srcOrd="1" destOrd="0" presId="urn:microsoft.com/office/officeart/2005/8/layout/orgChart1"/>
    <dgm:cxn modelId="{66C9A0A4-8CBE-804F-A8F6-A79567C0ABE7}" type="presOf" srcId="{C91630D4-AB08-3D46-9694-0F084E2ED0F2}" destId="{CBE4C786-4BD9-D74C-9C77-5B36C3135DBB}" srcOrd="1" destOrd="0" presId="urn:microsoft.com/office/officeart/2005/8/layout/orgChart1"/>
    <dgm:cxn modelId="{1381BBA6-78AC-6446-B764-FE4702F23220}" type="presOf" srcId="{4809DC51-C921-2449-82B5-C93A73AB4636}" destId="{5F813F53-AF67-9449-81E2-3849216D08E9}" srcOrd="0" destOrd="0" presId="urn:microsoft.com/office/officeart/2005/8/layout/orgChart1"/>
    <dgm:cxn modelId="{8F23D1AA-49D6-BC4D-86E5-00B93658036B}" type="presOf" srcId="{17E55757-0121-244A-AFE2-53C4C45C2804}" destId="{E4E06AA2-42DD-5E41-8617-B824FA8323E4}" srcOrd="1" destOrd="0" presId="urn:microsoft.com/office/officeart/2005/8/layout/orgChart1"/>
    <dgm:cxn modelId="{1D0A5CAE-A065-364D-9B1E-957A62C584E0}" type="presOf" srcId="{6D18D6CD-8C45-1A46-B4B6-3306CAC3E962}" destId="{8F108E91-06F7-FC44-A1A1-598398B0EBB9}" srcOrd="0" destOrd="0" presId="urn:microsoft.com/office/officeart/2005/8/layout/orgChart1"/>
    <dgm:cxn modelId="{C828E1AE-4339-E340-8DD0-992BFB90838F}" srcId="{6D18D6CD-8C45-1A46-B4B6-3306CAC3E962}" destId="{0BAD0633-58BD-2144-BBB4-4A8B0C0B82A1}" srcOrd="3" destOrd="0" parTransId="{1ACC1952-8D60-7B42-8FB2-37D9B1D9E3C1}" sibTransId="{46F4DC55-7F5E-0D49-8395-58E273DD9316}"/>
    <dgm:cxn modelId="{0AE765B0-49C7-6C4C-B85B-9409A2848AF4}" type="presOf" srcId="{30E4063B-D66F-574E-B067-0ADF5E0DC3DF}" destId="{CDB70E5C-F066-D349-8D88-21ABEAB29400}" srcOrd="0" destOrd="0" presId="urn:microsoft.com/office/officeart/2005/8/layout/orgChart1"/>
    <dgm:cxn modelId="{E52275B0-E3D2-E545-8987-2B6F69E1F943}" type="presOf" srcId="{0BAD0633-58BD-2144-BBB4-4A8B0C0B82A1}" destId="{54E1A9B2-954D-2240-B3E3-4916630F9F20}" srcOrd="1" destOrd="0" presId="urn:microsoft.com/office/officeart/2005/8/layout/orgChart1"/>
    <dgm:cxn modelId="{AA6372B8-69C5-D24D-AFD3-E5C942861A30}" type="presOf" srcId="{4C6CBCA4-851D-2846-8819-683A862A9426}" destId="{606C3636-5A91-3A43-A1F5-7157B2FCCDE7}" srcOrd="0" destOrd="0" presId="urn:microsoft.com/office/officeart/2005/8/layout/orgChart1"/>
    <dgm:cxn modelId="{694A84BA-2BF7-6F48-ABBA-F1D75EAC576D}" type="presOf" srcId="{1595EF0E-F5B1-FA4D-A3FC-1D27F600ACAC}" destId="{1F62A0D9-A833-2847-A6FC-A6ACF9FF27A7}" srcOrd="0" destOrd="0" presId="urn:microsoft.com/office/officeart/2005/8/layout/orgChart1"/>
    <dgm:cxn modelId="{F84630BE-741D-8745-BF58-148762002175}" srcId="{93882B60-B306-EA40-AAA2-C6C1C955DEA6}" destId="{B063D879-69D9-6545-98BE-C0F87E0E2199}" srcOrd="1" destOrd="0" parTransId="{D226C93A-9D31-1F43-8EF3-F524C0823DD4}" sibTransId="{A808164C-6744-2845-AE09-F110DCC22B30}"/>
    <dgm:cxn modelId="{801AACBF-3ABF-4142-B33F-245C86956954}" type="presOf" srcId="{6D16CC69-863A-DA42-BB0B-E8664750669A}" destId="{E364A910-836A-6244-847D-F312DA1F11CA}" srcOrd="1" destOrd="0" presId="urn:microsoft.com/office/officeart/2005/8/layout/orgChart1"/>
    <dgm:cxn modelId="{EAF125C1-0E42-FB4B-8B8F-F8D9FE6C2150}" type="presOf" srcId="{5A85838F-CC59-694D-8775-3F88711A9B7B}" destId="{DC06AB4B-77F6-9749-9C44-C3E6B9779554}" srcOrd="0" destOrd="0" presId="urn:microsoft.com/office/officeart/2005/8/layout/orgChart1"/>
    <dgm:cxn modelId="{399928C3-8E55-F245-8FBB-CF33F928CF84}" srcId="{30E4063B-D66F-574E-B067-0ADF5E0DC3DF}" destId="{DC67B742-3760-7F46-B9AA-AC73A4CFA887}" srcOrd="3" destOrd="0" parTransId="{31F1DACA-45F2-2340-98EC-5F11C1D58424}" sibTransId="{B90DDAF2-9CF9-DF44-8B94-32DBDEB0B14F}"/>
    <dgm:cxn modelId="{87B507C5-8BD6-6E4F-BDD9-27A129DB9E2B}" srcId="{6D18D6CD-8C45-1A46-B4B6-3306CAC3E962}" destId="{F321853E-5E93-CC4E-A754-A0616EFCF576}" srcOrd="1" destOrd="0" parTransId="{FDBD526F-5EFD-F742-AE4D-6A91FA0D111D}" sibTransId="{438FDE88-B530-CC46-94E9-341791D22E6A}"/>
    <dgm:cxn modelId="{3541D6CD-428B-7844-A329-CD3DAF6BF983}" srcId="{30E4063B-D66F-574E-B067-0ADF5E0DC3DF}" destId="{3A29A919-20BD-024F-8EF6-05CFC3CADF6E}" srcOrd="1" destOrd="0" parTransId="{D1320881-1930-C347-9017-9A4CD1DF2282}" sibTransId="{49CECAF8-991D-F246-A4AA-C299BC4EA391}"/>
    <dgm:cxn modelId="{81F8BCCE-88A7-A149-9596-80F119723E5A}" type="presOf" srcId="{4CBA9A1F-DFF6-904E-88BE-52E13258FDE5}" destId="{A95DB3C1-276E-5048-87CC-4CA8F878BBE8}" srcOrd="1" destOrd="0" presId="urn:microsoft.com/office/officeart/2005/8/layout/orgChart1"/>
    <dgm:cxn modelId="{A7F822D1-EC79-9244-8BF0-64FDF9AC85AF}" type="presOf" srcId="{FD71EF44-78CC-6542-B46E-AFE1B9274219}" destId="{9C44386A-E5CA-E14F-B3BF-2BC96743B013}" srcOrd="0" destOrd="0" presId="urn:microsoft.com/office/officeart/2005/8/layout/orgChart1"/>
    <dgm:cxn modelId="{685129D1-6AFE-E048-97A8-6A89829246D7}" type="presOf" srcId="{895C3356-7E9C-DC4B-B4FE-2CDF95CA8305}" destId="{908F2FF4-B18A-AD42-B4EE-B6BFC0656298}" srcOrd="0" destOrd="0" presId="urn:microsoft.com/office/officeart/2005/8/layout/orgChart1"/>
    <dgm:cxn modelId="{88A74FD5-E2BA-1D49-88FB-C69181617B74}" type="presOf" srcId="{0B436A69-4067-DF4B-8F70-87B9AABFC2CF}" destId="{FCADD899-E97C-EB48-B484-DE6B3A6EBBB4}" srcOrd="1" destOrd="0" presId="urn:microsoft.com/office/officeart/2005/8/layout/orgChart1"/>
    <dgm:cxn modelId="{B96FC9D6-AC95-7C4D-8260-2D5EDE17A2E2}" type="presOf" srcId="{93882B60-B306-EA40-AAA2-C6C1C955DEA6}" destId="{DBF89C41-509C-4441-80AB-10325BD96D3A}" srcOrd="0" destOrd="0" presId="urn:microsoft.com/office/officeart/2005/8/layout/orgChart1"/>
    <dgm:cxn modelId="{00A8F8D7-C14F-8E4D-BAB6-B195A25F644A}" type="presOf" srcId="{1FB625B5-D7C5-D94C-AFD4-68661DC3AA49}" destId="{C1E58DAF-2AD1-F645-8D90-AA39802A17C6}" srcOrd="0" destOrd="0" presId="urn:microsoft.com/office/officeart/2005/8/layout/orgChart1"/>
    <dgm:cxn modelId="{8FBD62DE-F405-554A-8610-CB92F90DEB91}" srcId="{EA3D9883-E17C-944B-97CE-FB5E73FDA97A}" destId="{E0A4928E-8FB2-7748-B84A-7B6A790D112D}" srcOrd="3" destOrd="0" parTransId="{1595EF0E-F5B1-FA4D-A3FC-1D27F600ACAC}" sibTransId="{9369BBD0-70F1-534E-9F4B-51C821D3804F}"/>
    <dgm:cxn modelId="{A33CF7E3-A63D-2D43-BAE4-66FAAC4E9C6A}" type="presOf" srcId="{89EC344C-4E6D-524D-973C-58F563B5B30E}" destId="{B4B6A85A-BB59-2644-A380-3490930770C0}" srcOrd="1" destOrd="0" presId="urn:microsoft.com/office/officeart/2005/8/layout/orgChart1"/>
    <dgm:cxn modelId="{186E9BE9-4E87-EC41-A299-36A6757412A0}" type="presOf" srcId="{F321853E-5E93-CC4E-A754-A0616EFCF576}" destId="{C7BC90C5-872B-D345-ADE2-B01104BAB8A0}" srcOrd="0" destOrd="0" presId="urn:microsoft.com/office/officeart/2005/8/layout/orgChart1"/>
    <dgm:cxn modelId="{C487ABF1-AC5A-0448-BC05-E0DF344541EC}" srcId="{6D18D6CD-8C45-1A46-B4B6-3306CAC3E962}" destId="{C91630D4-AB08-3D46-9694-0F084E2ED0F2}" srcOrd="0" destOrd="0" parTransId="{82195D2C-36DD-674E-86C3-DBFC5E4911EB}" sibTransId="{89E7B46E-74D0-134C-8888-65681D5E5061}"/>
    <dgm:cxn modelId="{F8F3B3F3-388D-964E-B5F5-A72B610BCA68}" type="presOf" srcId="{0BAD0633-58BD-2144-BBB4-4A8B0C0B82A1}" destId="{5845C4BE-61DE-6144-B917-945D9305259E}" srcOrd="0" destOrd="0" presId="urn:microsoft.com/office/officeart/2005/8/layout/orgChart1"/>
    <dgm:cxn modelId="{F87E5CF6-770A-644B-836E-0511B83D2F24}" type="presOf" srcId="{0B436A69-4067-DF4B-8F70-87B9AABFC2CF}" destId="{3179FDDA-027D-0346-9CAC-32CE62CBD8CE}" srcOrd="0" destOrd="0" presId="urn:microsoft.com/office/officeart/2005/8/layout/orgChart1"/>
    <dgm:cxn modelId="{ED6931FE-2763-8D43-A190-ECD469AAB4D6}" type="presOf" srcId="{93882B60-B306-EA40-AAA2-C6C1C955DEA6}" destId="{DAE54195-E1BD-3B4A-BD2F-31A3A9FE0F6B}" srcOrd="1" destOrd="0" presId="urn:microsoft.com/office/officeart/2005/8/layout/orgChart1"/>
    <dgm:cxn modelId="{0CB9DCFF-4160-254C-9DE8-07CA6EA953EE}" type="presOf" srcId="{1ACC1952-8D60-7B42-8FB2-37D9B1D9E3C1}" destId="{1F36656D-95BC-F54D-9A34-5DF65083DE3E}" srcOrd="0" destOrd="0" presId="urn:microsoft.com/office/officeart/2005/8/layout/orgChart1"/>
    <dgm:cxn modelId="{4BB334AC-35DB-9F4C-8443-5AB5DD7D3357}" type="presParOf" srcId="{32EBDDF0-BE85-1E4D-B81A-18408CC66615}" destId="{0E996A01-3C8C-5C41-8BA0-761ACBBC6279}" srcOrd="0" destOrd="0" presId="urn:microsoft.com/office/officeart/2005/8/layout/orgChart1"/>
    <dgm:cxn modelId="{035223A0-93FC-004F-AB68-874BE5CEB17B}" type="presParOf" srcId="{0E996A01-3C8C-5C41-8BA0-761ACBBC6279}" destId="{9C637DDF-2FE1-134D-845D-556C44C9E710}" srcOrd="0" destOrd="0" presId="urn:microsoft.com/office/officeart/2005/8/layout/orgChart1"/>
    <dgm:cxn modelId="{61AE6348-2B0A-7C42-BD92-AEADC343A37A}" type="presParOf" srcId="{9C637DDF-2FE1-134D-845D-556C44C9E710}" destId="{69FA8C26-A4CD-AC42-9DF7-191AA58F7897}" srcOrd="0" destOrd="0" presId="urn:microsoft.com/office/officeart/2005/8/layout/orgChart1"/>
    <dgm:cxn modelId="{B47EADBC-A9A6-9540-83B9-97189DD6ADC8}" type="presParOf" srcId="{9C637DDF-2FE1-134D-845D-556C44C9E710}" destId="{F65840B0-FAF4-2344-B9C9-A2D3804BD58B}" srcOrd="1" destOrd="0" presId="urn:microsoft.com/office/officeart/2005/8/layout/orgChart1"/>
    <dgm:cxn modelId="{CEC55844-E0CE-CC44-9928-CF095C1975B4}" type="presParOf" srcId="{0E996A01-3C8C-5C41-8BA0-761ACBBC6279}" destId="{B8AB9CE6-BD45-AE40-9458-2D3018B8FD20}" srcOrd="1" destOrd="0" presId="urn:microsoft.com/office/officeart/2005/8/layout/orgChart1"/>
    <dgm:cxn modelId="{30662DCF-C07E-9F45-9CAC-08CAB91B202C}" type="presParOf" srcId="{B8AB9CE6-BD45-AE40-9458-2D3018B8FD20}" destId="{7279D545-F3C5-4E43-8926-6F3F81022687}" srcOrd="0" destOrd="0" presId="urn:microsoft.com/office/officeart/2005/8/layout/orgChart1"/>
    <dgm:cxn modelId="{AA33EF3A-EC93-6E49-A600-8F5A49F5E7EB}" type="presParOf" srcId="{B8AB9CE6-BD45-AE40-9458-2D3018B8FD20}" destId="{0D18AEA2-A254-9F49-BC38-0D62A909E065}" srcOrd="1" destOrd="0" presId="urn:microsoft.com/office/officeart/2005/8/layout/orgChart1"/>
    <dgm:cxn modelId="{EEF64AB8-60B8-5349-809C-DAA9DC9521D3}" type="presParOf" srcId="{0D18AEA2-A254-9F49-BC38-0D62A909E065}" destId="{198D243C-A6D8-2943-9E96-57182CD1E5E5}" srcOrd="0" destOrd="0" presId="urn:microsoft.com/office/officeart/2005/8/layout/orgChart1"/>
    <dgm:cxn modelId="{1D0428C4-9538-F948-A546-4C248FBF9C7D}" type="presParOf" srcId="{198D243C-A6D8-2943-9E96-57182CD1E5E5}" destId="{3C407DF5-2A04-E147-B74A-2AFC92E708EB}" srcOrd="0" destOrd="0" presId="urn:microsoft.com/office/officeart/2005/8/layout/orgChart1"/>
    <dgm:cxn modelId="{0B5E8861-D378-AF4C-A086-1F726E6F35CE}" type="presParOf" srcId="{198D243C-A6D8-2943-9E96-57182CD1E5E5}" destId="{41F94DA3-272A-844E-95CD-1A1E4CB57348}" srcOrd="1" destOrd="0" presId="urn:microsoft.com/office/officeart/2005/8/layout/orgChart1"/>
    <dgm:cxn modelId="{3489E3C3-038A-C94F-8E6E-15DA7F1E83EC}" type="presParOf" srcId="{0D18AEA2-A254-9F49-BC38-0D62A909E065}" destId="{F255B0C0-AB0C-8A4A-96B8-1BDA131CF1B1}" srcOrd="1" destOrd="0" presId="urn:microsoft.com/office/officeart/2005/8/layout/orgChart1"/>
    <dgm:cxn modelId="{8B19F603-0551-1949-A424-DDBD55DB28CA}" type="presParOf" srcId="{F255B0C0-AB0C-8A4A-96B8-1BDA131CF1B1}" destId="{35A64867-F3C5-DA48-A380-2CEE3E3BB3CA}" srcOrd="0" destOrd="0" presId="urn:microsoft.com/office/officeart/2005/8/layout/orgChart1"/>
    <dgm:cxn modelId="{119B6559-906E-A747-A112-AAF3B52D0FE2}" type="presParOf" srcId="{F255B0C0-AB0C-8A4A-96B8-1BDA131CF1B1}" destId="{AB38B0D1-063B-8A4D-BB25-3DF53AA647A5}" srcOrd="1" destOrd="0" presId="urn:microsoft.com/office/officeart/2005/8/layout/orgChart1"/>
    <dgm:cxn modelId="{BD3A793B-66FE-5C45-8DA2-875367787505}" type="presParOf" srcId="{AB38B0D1-063B-8A4D-BB25-3DF53AA647A5}" destId="{FD60CDF5-D1FB-7D40-B20A-E0073FBF892B}" srcOrd="0" destOrd="0" presId="urn:microsoft.com/office/officeart/2005/8/layout/orgChart1"/>
    <dgm:cxn modelId="{8707BF6C-1E1B-B04C-A861-913FC4E5DD84}" type="presParOf" srcId="{FD60CDF5-D1FB-7D40-B20A-E0073FBF892B}" destId="{9B0FC5A5-F912-774F-B5CB-23CF54AEE095}" srcOrd="0" destOrd="0" presId="urn:microsoft.com/office/officeart/2005/8/layout/orgChart1"/>
    <dgm:cxn modelId="{8BA01639-CCC0-424F-A418-F9305FB6261C}" type="presParOf" srcId="{FD60CDF5-D1FB-7D40-B20A-E0073FBF892B}" destId="{7CC0C390-37A7-754B-909A-11CA32388136}" srcOrd="1" destOrd="0" presId="urn:microsoft.com/office/officeart/2005/8/layout/orgChart1"/>
    <dgm:cxn modelId="{669C3CBD-5AC0-DB4F-A14A-5B15FE2668BB}" type="presParOf" srcId="{AB38B0D1-063B-8A4D-BB25-3DF53AA647A5}" destId="{84447EFA-D8A4-5742-9C92-CD5455470F8E}" srcOrd="1" destOrd="0" presId="urn:microsoft.com/office/officeart/2005/8/layout/orgChart1"/>
    <dgm:cxn modelId="{CB145C1B-DFDE-DD42-9425-41D8C8492A5D}" type="presParOf" srcId="{AB38B0D1-063B-8A4D-BB25-3DF53AA647A5}" destId="{610ED21A-BBB1-9742-A217-BC6680B53A34}" srcOrd="2" destOrd="0" presId="urn:microsoft.com/office/officeart/2005/8/layout/orgChart1"/>
    <dgm:cxn modelId="{AE33FC92-85E0-A948-821F-2FF09C6CA122}" type="presParOf" srcId="{F255B0C0-AB0C-8A4A-96B8-1BDA131CF1B1}" destId="{DCE3EEAA-9EB6-464B-A198-FD49BBB9AFE9}" srcOrd="2" destOrd="0" presId="urn:microsoft.com/office/officeart/2005/8/layout/orgChart1"/>
    <dgm:cxn modelId="{74F56FCB-9DDA-A744-B1F2-9F52F2F2587A}" type="presParOf" srcId="{F255B0C0-AB0C-8A4A-96B8-1BDA131CF1B1}" destId="{9A20A38D-8212-9C45-A118-AADAA7F63096}" srcOrd="3" destOrd="0" presId="urn:microsoft.com/office/officeart/2005/8/layout/orgChart1"/>
    <dgm:cxn modelId="{DC30BF4B-3BCF-BF47-8FC0-C649E9C53D66}" type="presParOf" srcId="{9A20A38D-8212-9C45-A118-AADAA7F63096}" destId="{793BB8B1-11BE-A346-8FBF-A42881804145}" srcOrd="0" destOrd="0" presId="urn:microsoft.com/office/officeart/2005/8/layout/orgChart1"/>
    <dgm:cxn modelId="{FBFBB63F-D08B-234F-B8D7-3A339871CF84}" type="presParOf" srcId="{793BB8B1-11BE-A346-8FBF-A42881804145}" destId="{EC5E33D5-C655-C348-90F5-7B9F87735B30}" srcOrd="0" destOrd="0" presId="urn:microsoft.com/office/officeart/2005/8/layout/orgChart1"/>
    <dgm:cxn modelId="{AFCB7BFF-8596-D243-A08E-AC2372A405A6}" type="presParOf" srcId="{793BB8B1-11BE-A346-8FBF-A42881804145}" destId="{A9C8EAA9-9324-3145-AC20-4331527D3BBE}" srcOrd="1" destOrd="0" presId="urn:microsoft.com/office/officeart/2005/8/layout/orgChart1"/>
    <dgm:cxn modelId="{ACB9FB5B-C40E-4F4F-A28D-2B432FE4472A}" type="presParOf" srcId="{9A20A38D-8212-9C45-A118-AADAA7F63096}" destId="{BA9D7EA3-ACEC-8045-9A15-201A607ABD81}" srcOrd="1" destOrd="0" presId="urn:microsoft.com/office/officeart/2005/8/layout/orgChart1"/>
    <dgm:cxn modelId="{F6117754-A82B-BA47-AF81-AA11B6140767}" type="presParOf" srcId="{9A20A38D-8212-9C45-A118-AADAA7F63096}" destId="{4F8CAC7E-F9DF-704D-A35A-69B2139BCA9C}" srcOrd="2" destOrd="0" presId="urn:microsoft.com/office/officeart/2005/8/layout/orgChart1"/>
    <dgm:cxn modelId="{F81C40BD-9A20-4840-8EC4-680FB273977E}" type="presParOf" srcId="{F255B0C0-AB0C-8A4A-96B8-1BDA131CF1B1}" destId="{69A4DCD7-4768-3045-8461-27A6A97380C6}" srcOrd="4" destOrd="0" presId="urn:microsoft.com/office/officeart/2005/8/layout/orgChart1"/>
    <dgm:cxn modelId="{C54FEEF4-9E87-C048-9CEF-ABB2678F68A0}" type="presParOf" srcId="{F255B0C0-AB0C-8A4A-96B8-1BDA131CF1B1}" destId="{56DCCBCC-1D3A-F644-B2E7-9B93448D0663}" srcOrd="5" destOrd="0" presId="urn:microsoft.com/office/officeart/2005/8/layout/orgChart1"/>
    <dgm:cxn modelId="{F5B25DDA-4CAB-A941-A7F9-56CA46848607}" type="presParOf" srcId="{56DCCBCC-1D3A-F644-B2E7-9B93448D0663}" destId="{ABE3BBDE-8403-4348-8F8A-22716966011D}" srcOrd="0" destOrd="0" presId="urn:microsoft.com/office/officeart/2005/8/layout/orgChart1"/>
    <dgm:cxn modelId="{FAA08646-DBAD-3241-9E94-E350A3A1663E}" type="presParOf" srcId="{ABE3BBDE-8403-4348-8F8A-22716966011D}" destId="{3179FDDA-027D-0346-9CAC-32CE62CBD8CE}" srcOrd="0" destOrd="0" presId="urn:microsoft.com/office/officeart/2005/8/layout/orgChart1"/>
    <dgm:cxn modelId="{6E08AC07-C5D3-F043-BFFA-2007200D1869}" type="presParOf" srcId="{ABE3BBDE-8403-4348-8F8A-22716966011D}" destId="{FCADD899-E97C-EB48-B484-DE6B3A6EBBB4}" srcOrd="1" destOrd="0" presId="urn:microsoft.com/office/officeart/2005/8/layout/orgChart1"/>
    <dgm:cxn modelId="{7739B387-E769-1640-B5DF-746F10510B00}" type="presParOf" srcId="{56DCCBCC-1D3A-F644-B2E7-9B93448D0663}" destId="{BA5FE6F9-74C4-1B42-8AAF-DBDCE652848A}" srcOrd="1" destOrd="0" presId="urn:microsoft.com/office/officeart/2005/8/layout/orgChart1"/>
    <dgm:cxn modelId="{D3AE64B0-8391-394A-8E37-B173844E33AB}" type="presParOf" srcId="{56DCCBCC-1D3A-F644-B2E7-9B93448D0663}" destId="{CFF8C49D-4421-954E-8C32-A49A1F9FB26E}" srcOrd="2" destOrd="0" presId="urn:microsoft.com/office/officeart/2005/8/layout/orgChart1"/>
    <dgm:cxn modelId="{3AAAA5A3-2569-374C-AF92-8E987B91E7CF}" type="presParOf" srcId="{F255B0C0-AB0C-8A4A-96B8-1BDA131CF1B1}" destId="{1F62A0D9-A833-2847-A6FC-A6ACF9FF27A7}" srcOrd="6" destOrd="0" presId="urn:microsoft.com/office/officeart/2005/8/layout/orgChart1"/>
    <dgm:cxn modelId="{11056030-1539-574E-AC74-41DBBEC69F45}" type="presParOf" srcId="{F255B0C0-AB0C-8A4A-96B8-1BDA131CF1B1}" destId="{7533D9C3-43DE-9E4E-8AF8-F561C5584432}" srcOrd="7" destOrd="0" presId="urn:microsoft.com/office/officeart/2005/8/layout/orgChart1"/>
    <dgm:cxn modelId="{12DAA866-7690-BD41-B490-06F9FABD2AEE}" type="presParOf" srcId="{7533D9C3-43DE-9E4E-8AF8-F561C5584432}" destId="{60B3BCCE-7EB0-BD43-8D2F-6F115BA0F4A0}" srcOrd="0" destOrd="0" presId="urn:microsoft.com/office/officeart/2005/8/layout/orgChart1"/>
    <dgm:cxn modelId="{ED880B1C-C79C-0B41-9FFD-B8EA1B6036C8}" type="presParOf" srcId="{60B3BCCE-7EB0-BD43-8D2F-6F115BA0F4A0}" destId="{14A95C6B-C37B-8D4E-A13B-A7BC72EE9A06}" srcOrd="0" destOrd="0" presId="urn:microsoft.com/office/officeart/2005/8/layout/orgChart1"/>
    <dgm:cxn modelId="{AEEF8479-6689-C346-A7DE-9BD32189EEB9}" type="presParOf" srcId="{60B3BCCE-7EB0-BD43-8D2F-6F115BA0F4A0}" destId="{63FF08D2-B42E-1B4A-BD84-1396AE53705B}" srcOrd="1" destOrd="0" presId="urn:microsoft.com/office/officeart/2005/8/layout/orgChart1"/>
    <dgm:cxn modelId="{9EDAFAE8-3A76-7E44-992A-60458FBEB2E2}" type="presParOf" srcId="{7533D9C3-43DE-9E4E-8AF8-F561C5584432}" destId="{550D27F2-C586-0541-A2E4-DFA37BF9232B}" srcOrd="1" destOrd="0" presId="urn:microsoft.com/office/officeart/2005/8/layout/orgChart1"/>
    <dgm:cxn modelId="{012B6835-5900-E14C-BA8B-497C0D566D16}" type="presParOf" srcId="{7533D9C3-43DE-9E4E-8AF8-F561C5584432}" destId="{F6D294AE-9F8D-6D4B-B56E-DDA5F8870D92}" srcOrd="2" destOrd="0" presId="urn:microsoft.com/office/officeart/2005/8/layout/orgChart1"/>
    <dgm:cxn modelId="{FB4719D1-2379-944F-B7DE-F82376592F76}" type="presParOf" srcId="{0D18AEA2-A254-9F49-BC38-0D62A909E065}" destId="{D7AB43B6-BCBB-544F-B986-8BFD76D27926}" srcOrd="2" destOrd="0" presId="urn:microsoft.com/office/officeart/2005/8/layout/orgChart1"/>
    <dgm:cxn modelId="{6FF59C90-A78B-264E-8172-E7F82B7D0218}" type="presParOf" srcId="{B8AB9CE6-BD45-AE40-9458-2D3018B8FD20}" destId="{908F2FF4-B18A-AD42-B4EE-B6BFC0656298}" srcOrd="2" destOrd="0" presId="urn:microsoft.com/office/officeart/2005/8/layout/orgChart1"/>
    <dgm:cxn modelId="{3B8A55E6-918D-5B43-A995-95BBEB7CB26C}" type="presParOf" srcId="{B8AB9CE6-BD45-AE40-9458-2D3018B8FD20}" destId="{01DA622A-D9BB-274F-943C-FA51ACC7AD1A}" srcOrd="3" destOrd="0" presId="urn:microsoft.com/office/officeart/2005/8/layout/orgChart1"/>
    <dgm:cxn modelId="{DB8BF3F9-1743-9F46-B767-7932B649E821}" type="presParOf" srcId="{01DA622A-D9BB-274F-943C-FA51ACC7AD1A}" destId="{9271395A-2D75-514D-840E-800B59612A54}" srcOrd="0" destOrd="0" presId="urn:microsoft.com/office/officeart/2005/8/layout/orgChart1"/>
    <dgm:cxn modelId="{31186FDF-9A8D-8740-9D88-2898F1DCA4E1}" type="presParOf" srcId="{9271395A-2D75-514D-840E-800B59612A54}" destId="{8F108E91-06F7-FC44-A1A1-598398B0EBB9}" srcOrd="0" destOrd="0" presId="urn:microsoft.com/office/officeart/2005/8/layout/orgChart1"/>
    <dgm:cxn modelId="{3ED0DB07-4052-2244-AA58-D5029E9594DE}" type="presParOf" srcId="{9271395A-2D75-514D-840E-800B59612A54}" destId="{2BF09889-9954-E84E-9496-7E94E9B7BE7C}" srcOrd="1" destOrd="0" presId="urn:microsoft.com/office/officeart/2005/8/layout/orgChart1"/>
    <dgm:cxn modelId="{7A83E670-8167-BD4F-AF9E-7688B636713A}" type="presParOf" srcId="{01DA622A-D9BB-274F-943C-FA51ACC7AD1A}" destId="{130D80E9-5037-B749-8311-B07BC6A91502}" srcOrd="1" destOrd="0" presId="urn:microsoft.com/office/officeart/2005/8/layout/orgChart1"/>
    <dgm:cxn modelId="{C9EB7569-DF15-4C4B-B1FC-5A4FDE3BC549}" type="presParOf" srcId="{130D80E9-5037-B749-8311-B07BC6A91502}" destId="{79B1FCE7-7B14-AA41-AF75-97A30247AA85}" srcOrd="0" destOrd="0" presId="urn:microsoft.com/office/officeart/2005/8/layout/orgChart1"/>
    <dgm:cxn modelId="{FF604FA0-D831-424D-B1F1-7DF0247A7671}" type="presParOf" srcId="{130D80E9-5037-B749-8311-B07BC6A91502}" destId="{D2760923-0EB0-0046-8AB1-D6164A83D561}" srcOrd="1" destOrd="0" presId="urn:microsoft.com/office/officeart/2005/8/layout/orgChart1"/>
    <dgm:cxn modelId="{C5FB1461-C5EC-9241-B06F-A86676A5B1FC}" type="presParOf" srcId="{D2760923-0EB0-0046-8AB1-D6164A83D561}" destId="{DEAC54E2-C6A7-F444-92C0-40CF31264183}" srcOrd="0" destOrd="0" presId="urn:microsoft.com/office/officeart/2005/8/layout/orgChart1"/>
    <dgm:cxn modelId="{AAFE1BF2-FAD9-B249-8218-5BFD0845B12D}" type="presParOf" srcId="{DEAC54E2-C6A7-F444-92C0-40CF31264183}" destId="{1B18C2A4-7ECF-BB4B-B5B5-FB7D7A7DA1F9}" srcOrd="0" destOrd="0" presId="urn:microsoft.com/office/officeart/2005/8/layout/orgChart1"/>
    <dgm:cxn modelId="{C40B4BDD-9848-6340-88C0-D580A18A073C}" type="presParOf" srcId="{DEAC54E2-C6A7-F444-92C0-40CF31264183}" destId="{CBE4C786-4BD9-D74C-9C77-5B36C3135DBB}" srcOrd="1" destOrd="0" presId="urn:microsoft.com/office/officeart/2005/8/layout/orgChart1"/>
    <dgm:cxn modelId="{6666028C-4727-B54F-BE27-0346D5D7E0CE}" type="presParOf" srcId="{D2760923-0EB0-0046-8AB1-D6164A83D561}" destId="{EEDF1499-3ED5-8845-81BB-B9FCE3335C3B}" srcOrd="1" destOrd="0" presId="urn:microsoft.com/office/officeart/2005/8/layout/orgChart1"/>
    <dgm:cxn modelId="{B6B672FE-98A1-E146-BE62-3440572ABB28}" type="presParOf" srcId="{D2760923-0EB0-0046-8AB1-D6164A83D561}" destId="{4DF8F31E-DE0F-C34E-A694-03150665351B}" srcOrd="2" destOrd="0" presId="urn:microsoft.com/office/officeart/2005/8/layout/orgChart1"/>
    <dgm:cxn modelId="{9DD98914-A1C6-C647-9C1C-F317C9E81F44}" type="presParOf" srcId="{130D80E9-5037-B749-8311-B07BC6A91502}" destId="{9758851F-AD1B-5E4E-B02F-2B74800D3F02}" srcOrd="2" destOrd="0" presId="urn:microsoft.com/office/officeart/2005/8/layout/orgChart1"/>
    <dgm:cxn modelId="{EC669AFD-2315-0D4D-AEFF-D901A2805025}" type="presParOf" srcId="{130D80E9-5037-B749-8311-B07BC6A91502}" destId="{8199268E-26A2-7448-A552-157CA3022DB4}" srcOrd="3" destOrd="0" presId="urn:microsoft.com/office/officeart/2005/8/layout/orgChart1"/>
    <dgm:cxn modelId="{627B7C96-85A1-AF4F-A3A8-8FA88464B67B}" type="presParOf" srcId="{8199268E-26A2-7448-A552-157CA3022DB4}" destId="{9660B818-4BC1-124B-A86C-CD947185CE5B}" srcOrd="0" destOrd="0" presId="urn:microsoft.com/office/officeart/2005/8/layout/orgChart1"/>
    <dgm:cxn modelId="{5B59821A-6775-C944-83D4-1F3B686E4432}" type="presParOf" srcId="{9660B818-4BC1-124B-A86C-CD947185CE5B}" destId="{C7BC90C5-872B-D345-ADE2-B01104BAB8A0}" srcOrd="0" destOrd="0" presId="urn:microsoft.com/office/officeart/2005/8/layout/orgChart1"/>
    <dgm:cxn modelId="{9F15F7E6-90A7-4246-99EC-A6C353131C3E}" type="presParOf" srcId="{9660B818-4BC1-124B-A86C-CD947185CE5B}" destId="{B9B57066-7561-C341-B3C9-F7CF4D22A7ED}" srcOrd="1" destOrd="0" presId="urn:microsoft.com/office/officeart/2005/8/layout/orgChart1"/>
    <dgm:cxn modelId="{26E21315-4DDD-AA42-B4C8-103BE7BA14C7}" type="presParOf" srcId="{8199268E-26A2-7448-A552-157CA3022DB4}" destId="{4822AB24-280C-2642-A5C4-E8203FFEE880}" srcOrd="1" destOrd="0" presId="urn:microsoft.com/office/officeart/2005/8/layout/orgChart1"/>
    <dgm:cxn modelId="{020E2AF5-C613-644B-8497-2ACE45A63995}" type="presParOf" srcId="{8199268E-26A2-7448-A552-157CA3022DB4}" destId="{CB7B0D9A-1FB1-A84D-8A3E-C206D16AEC35}" srcOrd="2" destOrd="0" presId="urn:microsoft.com/office/officeart/2005/8/layout/orgChart1"/>
    <dgm:cxn modelId="{7023FECF-2A3A-8143-BAF3-01D9065AC655}" type="presParOf" srcId="{130D80E9-5037-B749-8311-B07BC6A91502}" destId="{DC06AB4B-77F6-9749-9C44-C3E6B9779554}" srcOrd="4" destOrd="0" presId="urn:microsoft.com/office/officeart/2005/8/layout/orgChart1"/>
    <dgm:cxn modelId="{049F7FA2-75D0-E745-8EF6-9477CD294EFE}" type="presParOf" srcId="{130D80E9-5037-B749-8311-B07BC6A91502}" destId="{D4B3976B-F884-D745-8378-9BAA270AD539}" srcOrd="5" destOrd="0" presId="urn:microsoft.com/office/officeart/2005/8/layout/orgChart1"/>
    <dgm:cxn modelId="{C4C033C3-A7FD-6745-B695-07F90C25C27B}" type="presParOf" srcId="{D4B3976B-F884-D745-8378-9BAA270AD539}" destId="{1F693427-D0F7-7847-AC48-4BAF0183F8A5}" srcOrd="0" destOrd="0" presId="urn:microsoft.com/office/officeart/2005/8/layout/orgChart1"/>
    <dgm:cxn modelId="{1E679630-D398-C04A-955B-3240EBCB7766}" type="presParOf" srcId="{1F693427-D0F7-7847-AC48-4BAF0183F8A5}" destId="{05C04A0B-EBFF-9947-8289-21B842A93F3E}" srcOrd="0" destOrd="0" presId="urn:microsoft.com/office/officeart/2005/8/layout/orgChart1"/>
    <dgm:cxn modelId="{65CD6E28-BB8B-9F4B-93AB-3D699F903A4A}" type="presParOf" srcId="{1F693427-D0F7-7847-AC48-4BAF0183F8A5}" destId="{E364A910-836A-6244-847D-F312DA1F11CA}" srcOrd="1" destOrd="0" presId="urn:microsoft.com/office/officeart/2005/8/layout/orgChart1"/>
    <dgm:cxn modelId="{35A6592D-906A-9643-AE8A-CCCF1375F00E}" type="presParOf" srcId="{D4B3976B-F884-D745-8378-9BAA270AD539}" destId="{A3B1230D-8403-254A-89D2-5709D8FAF822}" srcOrd="1" destOrd="0" presId="urn:microsoft.com/office/officeart/2005/8/layout/orgChart1"/>
    <dgm:cxn modelId="{F03F135A-026D-204B-B677-EE9CE8891806}" type="presParOf" srcId="{A3B1230D-8403-254A-89D2-5709D8FAF822}" destId="{6BDFCEB1-DE84-B34C-A9AF-0C62F95E2F2E}" srcOrd="0" destOrd="0" presId="urn:microsoft.com/office/officeart/2005/8/layout/orgChart1"/>
    <dgm:cxn modelId="{304C01CD-7611-6E48-93E5-9BE1DDD93833}" type="presParOf" srcId="{A3B1230D-8403-254A-89D2-5709D8FAF822}" destId="{E819F5BA-8E5F-344D-BDE7-FBA4789C263D}" srcOrd="1" destOrd="0" presId="urn:microsoft.com/office/officeart/2005/8/layout/orgChart1"/>
    <dgm:cxn modelId="{70C7FDB9-BFC2-9548-B698-F48C5AB09BD8}" type="presParOf" srcId="{E819F5BA-8E5F-344D-BDE7-FBA4789C263D}" destId="{F93BF698-807C-A74F-82EA-ACCC6B069F32}" srcOrd="0" destOrd="0" presId="urn:microsoft.com/office/officeart/2005/8/layout/orgChart1"/>
    <dgm:cxn modelId="{E77DE35C-5974-1E47-8CEA-25796BE05B69}" type="presParOf" srcId="{F93BF698-807C-A74F-82EA-ACCC6B069F32}" destId="{9C44386A-E5CA-E14F-B3BF-2BC96743B013}" srcOrd="0" destOrd="0" presId="urn:microsoft.com/office/officeart/2005/8/layout/orgChart1"/>
    <dgm:cxn modelId="{77D797E1-8DD1-8B44-A07D-81C86F921437}" type="presParOf" srcId="{F93BF698-807C-A74F-82EA-ACCC6B069F32}" destId="{4C74DF85-2225-F449-99AD-1467CE8E2FD4}" srcOrd="1" destOrd="0" presId="urn:microsoft.com/office/officeart/2005/8/layout/orgChart1"/>
    <dgm:cxn modelId="{D3ED5AD9-3520-A042-B3D2-6218DA1BC151}" type="presParOf" srcId="{E819F5BA-8E5F-344D-BDE7-FBA4789C263D}" destId="{3D82A2F8-DD0E-A745-89B2-7D794EECF9F7}" srcOrd="1" destOrd="0" presId="urn:microsoft.com/office/officeart/2005/8/layout/orgChart1"/>
    <dgm:cxn modelId="{DB69E637-B1BB-AA41-9F9E-699795FF087C}" type="presParOf" srcId="{E819F5BA-8E5F-344D-BDE7-FBA4789C263D}" destId="{F212AF47-08D2-E34D-9086-9ADFE8EA2C95}" srcOrd="2" destOrd="0" presId="urn:microsoft.com/office/officeart/2005/8/layout/orgChart1"/>
    <dgm:cxn modelId="{B6BF4A9F-06B1-9443-AEA4-33A29572BD0F}" type="presParOf" srcId="{A3B1230D-8403-254A-89D2-5709D8FAF822}" destId="{63CA8EDA-434C-3D49-8B34-2B899EB78D33}" srcOrd="2" destOrd="0" presId="urn:microsoft.com/office/officeart/2005/8/layout/orgChart1"/>
    <dgm:cxn modelId="{23162AEE-40FF-3E4B-9B4A-C327DAEC7C10}" type="presParOf" srcId="{A3B1230D-8403-254A-89D2-5709D8FAF822}" destId="{B2F0A981-6D54-7443-BC09-E8393E022165}" srcOrd="3" destOrd="0" presId="urn:microsoft.com/office/officeart/2005/8/layout/orgChart1"/>
    <dgm:cxn modelId="{AAB23FBC-8C48-8346-8691-A21B83A6A7F4}" type="presParOf" srcId="{B2F0A981-6D54-7443-BC09-E8393E022165}" destId="{41C25722-5C9A-8042-BC5A-67012EEE4C13}" srcOrd="0" destOrd="0" presId="urn:microsoft.com/office/officeart/2005/8/layout/orgChart1"/>
    <dgm:cxn modelId="{22E3AA17-B3FE-4D47-AD34-D59B4B5ED79D}" type="presParOf" srcId="{41C25722-5C9A-8042-BC5A-67012EEE4C13}" destId="{FFE6A2B9-2606-F142-BF87-90A01065F618}" srcOrd="0" destOrd="0" presId="urn:microsoft.com/office/officeart/2005/8/layout/orgChart1"/>
    <dgm:cxn modelId="{3D586572-30CD-4F46-ABA9-F41D47F26EE2}" type="presParOf" srcId="{41C25722-5C9A-8042-BC5A-67012EEE4C13}" destId="{AB36F505-637C-F04F-B651-0EB466C453DD}" srcOrd="1" destOrd="0" presId="urn:microsoft.com/office/officeart/2005/8/layout/orgChart1"/>
    <dgm:cxn modelId="{28C939F7-5B61-DC45-813B-822603031283}" type="presParOf" srcId="{B2F0A981-6D54-7443-BC09-E8393E022165}" destId="{008BE414-58A7-F445-A24F-D45D4A2637D2}" srcOrd="1" destOrd="0" presId="urn:microsoft.com/office/officeart/2005/8/layout/orgChart1"/>
    <dgm:cxn modelId="{E7F7EB7D-72F9-F74D-B67E-B9A4DBEF2210}" type="presParOf" srcId="{B2F0A981-6D54-7443-BC09-E8393E022165}" destId="{3679BB2F-21DB-B549-BD67-35F344F64719}" srcOrd="2" destOrd="0" presId="urn:microsoft.com/office/officeart/2005/8/layout/orgChart1"/>
    <dgm:cxn modelId="{66449064-8909-5242-943F-B574D5B35973}" type="presParOf" srcId="{D4B3976B-F884-D745-8378-9BAA270AD539}" destId="{1DF631FF-EBAA-A94C-B892-B440368169BE}" srcOrd="2" destOrd="0" presId="urn:microsoft.com/office/officeart/2005/8/layout/orgChart1"/>
    <dgm:cxn modelId="{9E7F8BAF-6A92-6B45-9F2E-C1660B89CD6E}" type="presParOf" srcId="{130D80E9-5037-B749-8311-B07BC6A91502}" destId="{1F36656D-95BC-F54D-9A34-5DF65083DE3E}" srcOrd="6" destOrd="0" presId="urn:microsoft.com/office/officeart/2005/8/layout/orgChart1"/>
    <dgm:cxn modelId="{3274CCB3-A1A8-A349-928C-26C247011164}" type="presParOf" srcId="{130D80E9-5037-B749-8311-B07BC6A91502}" destId="{56119CFD-2A86-B140-A018-4905F5EA3776}" srcOrd="7" destOrd="0" presId="urn:microsoft.com/office/officeart/2005/8/layout/orgChart1"/>
    <dgm:cxn modelId="{4B753730-5DE2-AF4C-855F-0C8F8C8E6CBA}" type="presParOf" srcId="{56119CFD-2A86-B140-A018-4905F5EA3776}" destId="{16A22488-3114-1347-BC71-F5EA5E2383F6}" srcOrd="0" destOrd="0" presId="urn:microsoft.com/office/officeart/2005/8/layout/orgChart1"/>
    <dgm:cxn modelId="{01E5DAAE-357C-8C4F-8ED5-D6D7BFA9B3CC}" type="presParOf" srcId="{16A22488-3114-1347-BC71-F5EA5E2383F6}" destId="{5845C4BE-61DE-6144-B917-945D9305259E}" srcOrd="0" destOrd="0" presId="urn:microsoft.com/office/officeart/2005/8/layout/orgChart1"/>
    <dgm:cxn modelId="{8BE2C210-7DD6-4E45-9C0E-492458AB212D}" type="presParOf" srcId="{16A22488-3114-1347-BC71-F5EA5E2383F6}" destId="{54E1A9B2-954D-2240-B3E3-4916630F9F20}" srcOrd="1" destOrd="0" presId="urn:microsoft.com/office/officeart/2005/8/layout/orgChart1"/>
    <dgm:cxn modelId="{BAC41D83-55D6-D94A-8063-5D107FDB80A3}" type="presParOf" srcId="{56119CFD-2A86-B140-A018-4905F5EA3776}" destId="{F7DCE087-39DC-4F45-95DC-32E27C5C3DF0}" srcOrd="1" destOrd="0" presId="urn:microsoft.com/office/officeart/2005/8/layout/orgChart1"/>
    <dgm:cxn modelId="{5CAA7C47-A7E0-4643-86E4-7C7AA672B903}" type="presParOf" srcId="{F7DCE087-39DC-4F45-95DC-32E27C5C3DF0}" destId="{2767C194-6C01-2D4D-B1CD-6ABF429BDB9D}" srcOrd="0" destOrd="0" presId="urn:microsoft.com/office/officeart/2005/8/layout/orgChart1"/>
    <dgm:cxn modelId="{44759705-EB7E-804E-81B4-1B830DE28421}" type="presParOf" srcId="{F7DCE087-39DC-4F45-95DC-32E27C5C3DF0}" destId="{487B6817-2D41-E44D-AEBF-D19A548800D3}" srcOrd="1" destOrd="0" presId="urn:microsoft.com/office/officeart/2005/8/layout/orgChart1"/>
    <dgm:cxn modelId="{3C2A71C7-D065-D848-BBC4-A4331C926125}" type="presParOf" srcId="{487B6817-2D41-E44D-AEBF-D19A548800D3}" destId="{06A4B6F5-18EE-9640-910B-9C631DCB08B5}" srcOrd="0" destOrd="0" presId="urn:microsoft.com/office/officeart/2005/8/layout/orgChart1"/>
    <dgm:cxn modelId="{79A9F34B-F654-9B42-9E4F-34C1B5AB4419}" type="presParOf" srcId="{06A4B6F5-18EE-9640-910B-9C631DCB08B5}" destId="{5F813F53-AF67-9449-81E2-3849216D08E9}" srcOrd="0" destOrd="0" presId="urn:microsoft.com/office/officeart/2005/8/layout/orgChart1"/>
    <dgm:cxn modelId="{70ACBC27-0EB0-164C-990F-7C97FC03167F}" type="presParOf" srcId="{06A4B6F5-18EE-9640-910B-9C631DCB08B5}" destId="{0E62706E-13B3-C142-9D5B-A8C2C6862B32}" srcOrd="1" destOrd="0" presId="urn:microsoft.com/office/officeart/2005/8/layout/orgChart1"/>
    <dgm:cxn modelId="{BBE458BE-3F89-EC47-B34B-0D01FED692E2}" type="presParOf" srcId="{487B6817-2D41-E44D-AEBF-D19A548800D3}" destId="{6699C8AE-7B1B-5841-BED1-CE988665709D}" srcOrd="1" destOrd="0" presId="urn:microsoft.com/office/officeart/2005/8/layout/orgChart1"/>
    <dgm:cxn modelId="{55A6F4E3-7185-144A-AED7-2B6808A97F05}" type="presParOf" srcId="{487B6817-2D41-E44D-AEBF-D19A548800D3}" destId="{D9A45B4D-8C4B-4B42-B94A-B6FCA36B945C}" srcOrd="2" destOrd="0" presId="urn:microsoft.com/office/officeart/2005/8/layout/orgChart1"/>
    <dgm:cxn modelId="{4C2BE639-98F5-4048-BDEA-B3754C65C41E}" type="presParOf" srcId="{F7DCE087-39DC-4F45-95DC-32E27C5C3DF0}" destId="{9D02FF3F-7455-5F41-80E6-CC182076BCCB}" srcOrd="2" destOrd="0" presId="urn:microsoft.com/office/officeart/2005/8/layout/orgChart1"/>
    <dgm:cxn modelId="{AE0B9927-2A02-F546-9B77-F54023CAD57C}" type="presParOf" srcId="{F7DCE087-39DC-4F45-95DC-32E27C5C3DF0}" destId="{314FC470-60C4-D542-84DB-691A45D5518C}" srcOrd="3" destOrd="0" presId="urn:microsoft.com/office/officeart/2005/8/layout/orgChart1"/>
    <dgm:cxn modelId="{6EB4F34B-ED01-254D-949D-4AFF452E84AE}" type="presParOf" srcId="{314FC470-60C4-D542-84DB-691A45D5518C}" destId="{FCF7FDFB-83D6-E142-A027-D0C50F9ABDFD}" srcOrd="0" destOrd="0" presId="urn:microsoft.com/office/officeart/2005/8/layout/orgChart1"/>
    <dgm:cxn modelId="{FEE758C0-70D0-114F-B8CC-2E9B4BA9C4A3}" type="presParOf" srcId="{FCF7FDFB-83D6-E142-A027-D0C50F9ABDFD}" destId="{E5834657-840F-C94D-B8DE-DA5D35311547}" srcOrd="0" destOrd="0" presId="urn:microsoft.com/office/officeart/2005/8/layout/orgChart1"/>
    <dgm:cxn modelId="{F3852ABE-A37A-624D-8085-372E13809F0D}" type="presParOf" srcId="{FCF7FDFB-83D6-E142-A027-D0C50F9ABDFD}" destId="{E4E06AA2-42DD-5E41-8617-B824FA8323E4}" srcOrd="1" destOrd="0" presId="urn:microsoft.com/office/officeart/2005/8/layout/orgChart1"/>
    <dgm:cxn modelId="{7539DAF3-9771-7A4B-BDC9-0AE22263ED5A}" type="presParOf" srcId="{314FC470-60C4-D542-84DB-691A45D5518C}" destId="{737FBF21-88B5-A141-9DDB-2ACB1975B08B}" srcOrd="1" destOrd="0" presId="urn:microsoft.com/office/officeart/2005/8/layout/orgChart1"/>
    <dgm:cxn modelId="{C5315350-3699-0849-A210-3A91DA9B706B}" type="presParOf" srcId="{314FC470-60C4-D542-84DB-691A45D5518C}" destId="{1F53699F-AB09-F146-AC37-CAB6A17358D0}" srcOrd="2" destOrd="0" presId="urn:microsoft.com/office/officeart/2005/8/layout/orgChart1"/>
    <dgm:cxn modelId="{685E4BAD-081E-944C-99FA-AB29822B462B}" type="presParOf" srcId="{F7DCE087-39DC-4F45-95DC-32E27C5C3DF0}" destId="{7A93BF9D-C2F8-6A48-A742-BD7AD14C517D}" srcOrd="4" destOrd="0" presId="urn:microsoft.com/office/officeart/2005/8/layout/orgChart1"/>
    <dgm:cxn modelId="{BEDBEC80-6531-FB45-9B67-514339090241}" type="presParOf" srcId="{F7DCE087-39DC-4F45-95DC-32E27C5C3DF0}" destId="{5ACC563A-65AC-3841-ACC0-8815A8E66047}" srcOrd="5" destOrd="0" presId="urn:microsoft.com/office/officeart/2005/8/layout/orgChart1"/>
    <dgm:cxn modelId="{90338B24-F383-D84C-BD77-D526EA6F00F6}" type="presParOf" srcId="{5ACC563A-65AC-3841-ACC0-8815A8E66047}" destId="{02A095BF-5131-2A43-BC6D-710C9B0DEAB4}" srcOrd="0" destOrd="0" presId="urn:microsoft.com/office/officeart/2005/8/layout/orgChart1"/>
    <dgm:cxn modelId="{7AF69B0F-CF0E-AB49-A289-86E38349B8BB}" type="presParOf" srcId="{02A095BF-5131-2A43-BC6D-710C9B0DEAB4}" destId="{C1E58DAF-2AD1-F645-8D90-AA39802A17C6}" srcOrd="0" destOrd="0" presId="urn:microsoft.com/office/officeart/2005/8/layout/orgChart1"/>
    <dgm:cxn modelId="{44BBB805-169C-294F-8A31-F9C489CBD9B3}" type="presParOf" srcId="{02A095BF-5131-2A43-BC6D-710C9B0DEAB4}" destId="{824A02FB-5C38-A34D-839A-DDC1D899DD17}" srcOrd="1" destOrd="0" presId="urn:microsoft.com/office/officeart/2005/8/layout/orgChart1"/>
    <dgm:cxn modelId="{9076B35F-D531-5446-AC70-375D380EA7D4}" type="presParOf" srcId="{5ACC563A-65AC-3841-ACC0-8815A8E66047}" destId="{2F6E41BF-22CB-1A42-9E55-83DCEBAE7114}" srcOrd="1" destOrd="0" presId="urn:microsoft.com/office/officeart/2005/8/layout/orgChart1"/>
    <dgm:cxn modelId="{017305E6-953F-EB46-BD00-2AB4E8EEB77B}" type="presParOf" srcId="{5ACC563A-65AC-3841-ACC0-8815A8E66047}" destId="{E3E8C4CD-113B-6E42-BF4E-3EF580D844CD}" srcOrd="2" destOrd="0" presId="urn:microsoft.com/office/officeart/2005/8/layout/orgChart1"/>
    <dgm:cxn modelId="{9A693F7B-C691-7A40-A022-35D83FA99024}" type="presParOf" srcId="{56119CFD-2A86-B140-A018-4905F5EA3776}" destId="{62FB3ADD-7CFB-E64A-995D-EABFC5146E17}" srcOrd="2" destOrd="0" presId="urn:microsoft.com/office/officeart/2005/8/layout/orgChart1"/>
    <dgm:cxn modelId="{A44ABCEA-1B6D-4A4A-ACAF-41E8251013C8}" type="presParOf" srcId="{130D80E9-5037-B749-8311-B07BC6A91502}" destId="{8C8649A7-5432-9E44-AFED-409A054AF5EE}" srcOrd="8" destOrd="0" presId="urn:microsoft.com/office/officeart/2005/8/layout/orgChart1"/>
    <dgm:cxn modelId="{A72C49CD-09A6-234E-B503-CE6C64E3FDE0}" type="presParOf" srcId="{130D80E9-5037-B749-8311-B07BC6A91502}" destId="{567D0C37-4111-3D41-AE92-1E0FDCF57867}" srcOrd="9" destOrd="0" presId="urn:microsoft.com/office/officeart/2005/8/layout/orgChart1"/>
    <dgm:cxn modelId="{84B124E7-5E24-064D-A67A-06C8358C9C0F}" type="presParOf" srcId="{567D0C37-4111-3D41-AE92-1E0FDCF57867}" destId="{65822531-EFB1-DD47-8F3A-F5228D3B4F17}" srcOrd="0" destOrd="0" presId="urn:microsoft.com/office/officeart/2005/8/layout/orgChart1"/>
    <dgm:cxn modelId="{5CF83AA6-C869-5241-8B6E-B60376F49A95}" type="presParOf" srcId="{65822531-EFB1-DD47-8F3A-F5228D3B4F17}" destId="{DBF89C41-509C-4441-80AB-10325BD96D3A}" srcOrd="0" destOrd="0" presId="urn:microsoft.com/office/officeart/2005/8/layout/orgChart1"/>
    <dgm:cxn modelId="{3BB867EF-2E9B-5D44-9635-BC1F80FACDE6}" type="presParOf" srcId="{65822531-EFB1-DD47-8F3A-F5228D3B4F17}" destId="{DAE54195-E1BD-3B4A-BD2F-31A3A9FE0F6B}" srcOrd="1" destOrd="0" presId="urn:microsoft.com/office/officeart/2005/8/layout/orgChart1"/>
    <dgm:cxn modelId="{ADD23215-F35B-A54C-8FEF-A439D6F3A255}" type="presParOf" srcId="{567D0C37-4111-3D41-AE92-1E0FDCF57867}" destId="{6C9BB646-5780-EE4D-ADC2-81099D3CC587}" srcOrd="1" destOrd="0" presId="urn:microsoft.com/office/officeart/2005/8/layout/orgChart1"/>
    <dgm:cxn modelId="{B3A5A730-D71D-904B-AF3D-399C8D16618B}" type="presParOf" srcId="{6C9BB646-5780-EE4D-ADC2-81099D3CC587}" destId="{C6A61D6B-2D04-2741-885D-7FBF518AA4DA}" srcOrd="0" destOrd="0" presId="urn:microsoft.com/office/officeart/2005/8/layout/orgChart1"/>
    <dgm:cxn modelId="{F8DAFEF4-F37B-A04E-94C3-28771963D5A4}" type="presParOf" srcId="{6C9BB646-5780-EE4D-ADC2-81099D3CC587}" destId="{9C6147DF-414D-914B-93D0-855F039880CC}" srcOrd="1" destOrd="0" presId="urn:microsoft.com/office/officeart/2005/8/layout/orgChart1"/>
    <dgm:cxn modelId="{E3465A17-5221-124C-925E-B616931040F6}" type="presParOf" srcId="{9C6147DF-414D-914B-93D0-855F039880CC}" destId="{ECA6DAA3-7EFE-F041-9988-CD342BC43909}" srcOrd="0" destOrd="0" presId="urn:microsoft.com/office/officeart/2005/8/layout/orgChart1"/>
    <dgm:cxn modelId="{173AEC83-8E86-0D47-9B7C-C190F5124C99}" type="presParOf" srcId="{ECA6DAA3-7EFE-F041-9988-CD342BC43909}" destId="{65A2AB15-4697-B145-B527-2BAE2910000E}" srcOrd="0" destOrd="0" presId="urn:microsoft.com/office/officeart/2005/8/layout/orgChart1"/>
    <dgm:cxn modelId="{E97E3A30-3F15-C740-9A1C-83E28E0D0703}" type="presParOf" srcId="{ECA6DAA3-7EFE-F041-9988-CD342BC43909}" destId="{A95DB3C1-276E-5048-87CC-4CA8F878BBE8}" srcOrd="1" destOrd="0" presId="urn:microsoft.com/office/officeart/2005/8/layout/orgChart1"/>
    <dgm:cxn modelId="{E05EE6EF-5052-0B4E-AC5C-967174C364DC}" type="presParOf" srcId="{9C6147DF-414D-914B-93D0-855F039880CC}" destId="{6853A75D-54E6-AF47-A761-5FC94AC6C8A9}" srcOrd="1" destOrd="0" presId="urn:microsoft.com/office/officeart/2005/8/layout/orgChart1"/>
    <dgm:cxn modelId="{40D459E8-9D57-3147-9554-70D0E33B04BD}" type="presParOf" srcId="{9C6147DF-414D-914B-93D0-855F039880CC}" destId="{61AEAECF-7BA5-0446-9F63-AD219AC065B8}" srcOrd="2" destOrd="0" presId="urn:microsoft.com/office/officeart/2005/8/layout/orgChart1"/>
    <dgm:cxn modelId="{10886478-8EE9-A041-8673-8A8BF6642C37}" type="presParOf" srcId="{6C9BB646-5780-EE4D-ADC2-81099D3CC587}" destId="{90376E2A-9DC9-174B-A886-F1C0EC6309D8}" srcOrd="2" destOrd="0" presId="urn:microsoft.com/office/officeart/2005/8/layout/orgChart1"/>
    <dgm:cxn modelId="{245C8752-596A-0D4D-96EE-9AF5B30AD3D4}" type="presParOf" srcId="{6C9BB646-5780-EE4D-ADC2-81099D3CC587}" destId="{81DEAA81-CC41-A045-A34C-CE0434ACCC72}" srcOrd="3" destOrd="0" presId="urn:microsoft.com/office/officeart/2005/8/layout/orgChart1"/>
    <dgm:cxn modelId="{EF2812C2-1E20-F348-9A20-12DAC2936107}" type="presParOf" srcId="{81DEAA81-CC41-A045-A34C-CE0434ACCC72}" destId="{BEC165DE-93F1-2344-8308-5BC0492AC414}" srcOrd="0" destOrd="0" presId="urn:microsoft.com/office/officeart/2005/8/layout/orgChart1"/>
    <dgm:cxn modelId="{8E635751-ECEB-134F-A284-B2FA08DACC3E}" type="presParOf" srcId="{BEC165DE-93F1-2344-8308-5BC0492AC414}" destId="{48EE7F41-728F-CF4C-A8C2-627E2B9918EC}" srcOrd="0" destOrd="0" presId="urn:microsoft.com/office/officeart/2005/8/layout/orgChart1"/>
    <dgm:cxn modelId="{D98E7783-CC6A-4D47-82BF-BC50E8414224}" type="presParOf" srcId="{BEC165DE-93F1-2344-8308-5BC0492AC414}" destId="{48810B2C-8E79-774F-91F9-16E0831DB318}" srcOrd="1" destOrd="0" presId="urn:microsoft.com/office/officeart/2005/8/layout/orgChart1"/>
    <dgm:cxn modelId="{413F6510-45BF-2E46-A527-97C67D8EBEC2}" type="presParOf" srcId="{81DEAA81-CC41-A045-A34C-CE0434ACCC72}" destId="{F7A80700-98CF-CA46-BD1E-149C899F1B9E}" srcOrd="1" destOrd="0" presId="urn:microsoft.com/office/officeart/2005/8/layout/orgChart1"/>
    <dgm:cxn modelId="{D244DD2E-DF3F-8341-B823-89D22210DC9E}" type="presParOf" srcId="{81DEAA81-CC41-A045-A34C-CE0434ACCC72}" destId="{6D23ECDE-4B69-AA49-BFAA-C13A3576AF23}" srcOrd="2" destOrd="0" presId="urn:microsoft.com/office/officeart/2005/8/layout/orgChart1"/>
    <dgm:cxn modelId="{0F713EC2-E0CF-C643-BB3E-9BEE0E2A68D6}" type="presParOf" srcId="{567D0C37-4111-3D41-AE92-1E0FDCF57867}" destId="{68B82FF3-4B0A-2147-827D-70A927AFF81D}" srcOrd="2" destOrd="0" presId="urn:microsoft.com/office/officeart/2005/8/layout/orgChart1"/>
    <dgm:cxn modelId="{8D9A7BD3-7DEA-A140-81D6-6E5987267D41}" type="presParOf" srcId="{01DA622A-D9BB-274F-943C-FA51ACC7AD1A}" destId="{28785054-6987-594F-9C91-D44473C7ADB7}" srcOrd="2" destOrd="0" presId="urn:microsoft.com/office/officeart/2005/8/layout/orgChart1"/>
    <dgm:cxn modelId="{73B87D19-1D8A-E04B-9267-6E034884AACF}" type="presParOf" srcId="{B8AB9CE6-BD45-AE40-9458-2D3018B8FD20}" destId="{24889DB9-C6FC-944B-B400-C82903BDBC93}" srcOrd="4" destOrd="0" presId="urn:microsoft.com/office/officeart/2005/8/layout/orgChart1"/>
    <dgm:cxn modelId="{CAF92498-4EF6-674D-A3DD-3F0E8CB6D177}" type="presParOf" srcId="{B8AB9CE6-BD45-AE40-9458-2D3018B8FD20}" destId="{97908411-A10F-4E44-8E47-30F2FD17F766}" srcOrd="5" destOrd="0" presId="urn:microsoft.com/office/officeart/2005/8/layout/orgChart1"/>
    <dgm:cxn modelId="{7170C13B-B81C-7648-B775-E43AF632337E}" type="presParOf" srcId="{97908411-A10F-4E44-8E47-30F2FD17F766}" destId="{C01CB01A-1DFE-4D49-8850-6310044BE902}" srcOrd="0" destOrd="0" presId="urn:microsoft.com/office/officeart/2005/8/layout/orgChart1"/>
    <dgm:cxn modelId="{B1DCA49D-3DC8-9843-BBCE-67E136FABC06}" type="presParOf" srcId="{C01CB01A-1DFE-4D49-8850-6310044BE902}" destId="{CDB70E5C-F066-D349-8D88-21ABEAB29400}" srcOrd="0" destOrd="0" presId="urn:microsoft.com/office/officeart/2005/8/layout/orgChart1"/>
    <dgm:cxn modelId="{DFB25167-5AB9-3E47-A8E0-E4062EE0A365}" type="presParOf" srcId="{C01CB01A-1DFE-4D49-8850-6310044BE902}" destId="{57D5AD78-913D-FD43-88F5-6AE56D436F7E}" srcOrd="1" destOrd="0" presId="urn:microsoft.com/office/officeart/2005/8/layout/orgChart1"/>
    <dgm:cxn modelId="{9ABB2B72-1397-844F-924F-A1B7650814A6}" type="presParOf" srcId="{97908411-A10F-4E44-8E47-30F2FD17F766}" destId="{460A43B4-BE61-8D48-81DC-84396226D518}" srcOrd="1" destOrd="0" presId="urn:microsoft.com/office/officeart/2005/8/layout/orgChart1"/>
    <dgm:cxn modelId="{04699D36-3E06-CC4B-BE84-F538B752E9DB}" type="presParOf" srcId="{460A43B4-BE61-8D48-81DC-84396226D518}" destId="{1472B342-F1D5-0E4A-87C0-D6A61712E3CC}" srcOrd="0" destOrd="0" presId="urn:microsoft.com/office/officeart/2005/8/layout/orgChart1"/>
    <dgm:cxn modelId="{16DADDF0-8CD4-4845-916F-4F3F38EF99CC}" type="presParOf" srcId="{460A43B4-BE61-8D48-81DC-84396226D518}" destId="{C9E91A10-73FE-244C-A03C-B1E0C5CA5AB0}" srcOrd="1" destOrd="0" presId="urn:microsoft.com/office/officeart/2005/8/layout/orgChart1"/>
    <dgm:cxn modelId="{D8681224-7AE1-F043-BFB0-B4810395E132}" type="presParOf" srcId="{C9E91A10-73FE-244C-A03C-B1E0C5CA5AB0}" destId="{8FAB8941-24FC-6744-96C1-35DB57DFB38A}" srcOrd="0" destOrd="0" presId="urn:microsoft.com/office/officeart/2005/8/layout/orgChart1"/>
    <dgm:cxn modelId="{40393780-2C53-C34B-B28D-F1C051034390}" type="presParOf" srcId="{8FAB8941-24FC-6744-96C1-35DB57DFB38A}" destId="{061277D7-15BA-BC42-A0A4-CA630E237EBF}" srcOrd="0" destOrd="0" presId="urn:microsoft.com/office/officeart/2005/8/layout/orgChart1"/>
    <dgm:cxn modelId="{42685D72-A92E-8943-93C7-99CE677FB373}" type="presParOf" srcId="{8FAB8941-24FC-6744-96C1-35DB57DFB38A}" destId="{E7E53F0F-E86E-0042-A763-BE76FE584145}" srcOrd="1" destOrd="0" presId="urn:microsoft.com/office/officeart/2005/8/layout/orgChart1"/>
    <dgm:cxn modelId="{E3A3A229-5C99-DC4A-8840-C161151D833D}" type="presParOf" srcId="{C9E91A10-73FE-244C-A03C-B1E0C5CA5AB0}" destId="{31CE8C91-F92E-2C4E-BCAF-2D6832340EC2}" srcOrd="1" destOrd="0" presId="urn:microsoft.com/office/officeart/2005/8/layout/orgChart1"/>
    <dgm:cxn modelId="{D431F96F-3DC8-AB47-BFB1-B65A79C4DC34}" type="presParOf" srcId="{C9E91A10-73FE-244C-A03C-B1E0C5CA5AB0}" destId="{CF360317-FC3A-9249-A3AA-CA4DB86ECFA8}" srcOrd="2" destOrd="0" presId="urn:microsoft.com/office/officeart/2005/8/layout/orgChart1"/>
    <dgm:cxn modelId="{8B51F0A4-3C5C-B84E-9F89-E97245A743C5}" type="presParOf" srcId="{460A43B4-BE61-8D48-81DC-84396226D518}" destId="{27FCEE63-5B65-C645-A14F-9F486F1800C4}" srcOrd="2" destOrd="0" presId="urn:microsoft.com/office/officeart/2005/8/layout/orgChart1"/>
    <dgm:cxn modelId="{35C64432-2D0F-494B-9B30-208775839851}" type="presParOf" srcId="{460A43B4-BE61-8D48-81DC-84396226D518}" destId="{30C2E722-088F-7B4A-A8AE-C71EE4E449E9}" srcOrd="3" destOrd="0" presId="urn:microsoft.com/office/officeart/2005/8/layout/orgChart1"/>
    <dgm:cxn modelId="{5B8E3AFC-7431-8245-B9AC-40B62A027738}" type="presParOf" srcId="{30C2E722-088F-7B4A-A8AE-C71EE4E449E9}" destId="{C88B6BB9-D7FB-AD41-902D-B38061F56D04}" srcOrd="0" destOrd="0" presId="urn:microsoft.com/office/officeart/2005/8/layout/orgChart1"/>
    <dgm:cxn modelId="{0753C28F-CA80-1841-A931-D53B4781F020}" type="presParOf" srcId="{C88B6BB9-D7FB-AD41-902D-B38061F56D04}" destId="{FF03C48A-6130-4A4F-915D-708CB9F13C03}" srcOrd="0" destOrd="0" presId="urn:microsoft.com/office/officeart/2005/8/layout/orgChart1"/>
    <dgm:cxn modelId="{9F635689-CD00-0E4F-A827-4397C5DD99CF}" type="presParOf" srcId="{C88B6BB9-D7FB-AD41-902D-B38061F56D04}" destId="{3F7A5B41-1535-A843-AFCC-E67E571C6052}" srcOrd="1" destOrd="0" presId="urn:microsoft.com/office/officeart/2005/8/layout/orgChart1"/>
    <dgm:cxn modelId="{92DF039F-779D-424A-9F4D-1B0D25A7D116}" type="presParOf" srcId="{30C2E722-088F-7B4A-A8AE-C71EE4E449E9}" destId="{1EDBCF11-C420-2348-9A16-A6B52431381A}" srcOrd="1" destOrd="0" presId="urn:microsoft.com/office/officeart/2005/8/layout/orgChart1"/>
    <dgm:cxn modelId="{551F2461-7271-9447-B27D-BB4EEE1B25F1}" type="presParOf" srcId="{30C2E722-088F-7B4A-A8AE-C71EE4E449E9}" destId="{884E9575-81F2-EF40-9791-9731E8405B68}" srcOrd="2" destOrd="0" presId="urn:microsoft.com/office/officeart/2005/8/layout/orgChart1"/>
    <dgm:cxn modelId="{9C8DF7EF-3020-1649-A78F-04E9E9765B73}" type="presParOf" srcId="{460A43B4-BE61-8D48-81DC-84396226D518}" destId="{E4806DDB-6E66-5044-B65D-EE8C235A6B97}" srcOrd="4" destOrd="0" presId="urn:microsoft.com/office/officeart/2005/8/layout/orgChart1"/>
    <dgm:cxn modelId="{96CEF2FB-876B-A848-979C-C6FE7D9D1299}" type="presParOf" srcId="{460A43B4-BE61-8D48-81DC-84396226D518}" destId="{7160C582-2A2F-0E49-B0FC-579CF5930A70}" srcOrd="5" destOrd="0" presId="urn:microsoft.com/office/officeart/2005/8/layout/orgChart1"/>
    <dgm:cxn modelId="{DE86EAEC-F91E-4D4B-BE94-965ADF6643BD}" type="presParOf" srcId="{7160C582-2A2F-0E49-B0FC-579CF5930A70}" destId="{5D59827D-15EB-C346-BD60-890A248B764F}" srcOrd="0" destOrd="0" presId="urn:microsoft.com/office/officeart/2005/8/layout/orgChart1"/>
    <dgm:cxn modelId="{CB401717-B8B9-8F43-BB7F-FF10BE13CD4A}" type="presParOf" srcId="{5D59827D-15EB-C346-BD60-890A248B764F}" destId="{606C3636-5A91-3A43-A1F5-7157B2FCCDE7}" srcOrd="0" destOrd="0" presId="urn:microsoft.com/office/officeart/2005/8/layout/orgChart1"/>
    <dgm:cxn modelId="{A1CB60E9-44B4-F944-A828-EA426DAA9584}" type="presParOf" srcId="{5D59827D-15EB-C346-BD60-890A248B764F}" destId="{E226DEA1-CAA4-BF4F-BB74-6B3765C29F46}" srcOrd="1" destOrd="0" presId="urn:microsoft.com/office/officeart/2005/8/layout/orgChart1"/>
    <dgm:cxn modelId="{67EA2813-1A4D-D54C-A30C-EB982CFC2969}" type="presParOf" srcId="{7160C582-2A2F-0E49-B0FC-579CF5930A70}" destId="{F7EF532D-24E9-2743-8AA6-F690A1DC942A}" srcOrd="1" destOrd="0" presId="urn:microsoft.com/office/officeart/2005/8/layout/orgChart1"/>
    <dgm:cxn modelId="{39EC9010-B06E-614D-94A3-F351D351E838}" type="presParOf" srcId="{7160C582-2A2F-0E49-B0FC-579CF5930A70}" destId="{B6D089CF-23B6-F04A-9E31-161CCD67EBE5}" srcOrd="2" destOrd="0" presId="urn:microsoft.com/office/officeart/2005/8/layout/orgChart1"/>
    <dgm:cxn modelId="{B159DDE5-F3D6-F044-A552-66BD0C66DFEB}" type="presParOf" srcId="{460A43B4-BE61-8D48-81DC-84396226D518}" destId="{15EFE7CE-089F-884D-86BB-38759A6615A0}" srcOrd="6" destOrd="0" presId="urn:microsoft.com/office/officeart/2005/8/layout/orgChart1"/>
    <dgm:cxn modelId="{B41648FB-1E40-F94A-AE9B-8F7A82A09F04}" type="presParOf" srcId="{460A43B4-BE61-8D48-81DC-84396226D518}" destId="{98459B08-95E6-5247-A19D-2C8502ED5321}" srcOrd="7" destOrd="0" presId="urn:microsoft.com/office/officeart/2005/8/layout/orgChart1"/>
    <dgm:cxn modelId="{591E9F7C-7421-FB40-AC99-2004CBC6B55F}" type="presParOf" srcId="{98459B08-95E6-5247-A19D-2C8502ED5321}" destId="{3ECEC895-0DB7-C04F-896A-B1484CCB537F}" srcOrd="0" destOrd="0" presId="urn:microsoft.com/office/officeart/2005/8/layout/orgChart1"/>
    <dgm:cxn modelId="{90AEB884-505F-AE40-8B9B-978C2690538E}" type="presParOf" srcId="{3ECEC895-0DB7-C04F-896A-B1484CCB537F}" destId="{75AFF2E5-DC32-ED4A-8E4D-6FB8B8AE721C}" srcOrd="0" destOrd="0" presId="urn:microsoft.com/office/officeart/2005/8/layout/orgChart1"/>
    <dgm:cxn modelId="{666908F7-FE06-F94F-88A2-17D4D1CF0144}" type="presParOf" srcId="{3ECEC895-0DB7-C04F-896A-B1484CCB537F}" destId="{AB742CB7-B073-FE4E-8E3F-7348CD68A4A9}" srcOrd="1" destOrd="0" presId="urn:microsoft.com/office/officeart/2005/8/layout/orgChart1"/>
    <dgm:cxn modelId="{7D29A692-3089-3B4C-9DB8-50A9A47AADD2}" type="presParOf" srcId="{98459B08-95E6-5247-A19D-2C8502ED5321}" destId="{5A10B3F1-CAEE-3140-8557-6FD677653C7F}" srcOrd="1" destOrd="0" presId="urn:microsoft.com/office/officeart/2005/8/layout/orgChart1"/>
    <dgm:cxn modelId="{0CA2DAD2-4925-914E-BF11-2C5D29922B52}" type="presParOf" srcId="{98459B08-95E6-5247-A19D-2C8502ED5321}" destId="{29A1CF57-F7CF-E949-8B22-7DA7101A5F1F}" srcOrd="2" destOrd="0" presId="urn:microsoft.com/office/officeart/2005/8/layout/orgChart1"/>
    <dgm:cxn modelId="{6800BCD5-7BBE-1A47-86C9-6D57AD00014B}" type="presParOf" srcId="{460A43B4-BE61-8D48-81DC-84396226D518}" destId="{992C30D5-6C96-C243-9154-60FBCA6F38D2}" srcOrd="8" destOrd="0" presId="urn:microsoft.com/office/officeart/2005/8/layout/orgChart1"/>
    <dgm:cxn modelId="{A795B025-50B5-FA43-BA8F-57FACD76B118}" type="presParOf" srcId="{460A43B4-BE61-8D48-81DC-84396226D518}" destId="{7C4BC92C-C9C4-0042-84E3-52571F8D7BC8}" srcOrd="9" destOrd="0" presId="urn:microsoft.com/office/officeart/2005/8/layout/orgChart1"/>
    <dgm:cxn modelId="{04CC03EC-A740-1A49-81A7-81A79EE9644F}" type="presParOf" srcId="{7C4BC92C-C9C4-0042-84E3-52571F8D7BC8}" destId="{0A3C7000-C71C-0E43-A5FC-8B558F3A7CB4}" srcOrd="0" destOrd="0" presId="urn:microsoft.com/office/officeart/2005/8/layout/orgChart1"/>
    <dgm:cxn modelId="{1F37D39C-86F7-804F-9B0F-DA30E8EA52A8}" type="presParOf" srcId="{0A3C7000-C71C-0E43-A5FC-8B558F3A7CB4}" destId="{B4E7E160-1277-AA44-81A9-941224A402AB}" srcOrd="0" destOrd="0" presId="urn:microsoft.com/office/officeart/2005/8/layout/orgChart1"/>
    <dgm:cxn modelId="{713CD40D-9391-194E-BAA0-07A2FDF3D06B}" type="presParOf" srcId="{0A3C7000-C71C-0E43-A5FC-8B558F3A7CB4}" destId="{B4B6A85A-BB59-2644-A380-3490930770C0}" srcOrd="1" destOrd="0" presId="urn:microsoft.com/office/officeart/2005/8/layout/orgChart1"/>
    <dgm:cxn modelId="{D0925458-C36E-4947-A538-A16D87484C82}" type="presParOf" srcId="{7C4BC92C-C9C4-0042-84E3-52571F8D7BC8}" destId="{78D559C1-242A-9645-93BC-3D554E36072E}" srcOrd="1" destOrd="0" presId="urn:microsoft.com/office/officeart/2005/8/layout/orgChart1"/>
    <dgm:cxn modelId="{FA973C52-6875-5545-8A1B-48DA45B54C1C}" type="presParOf" srcId="{7C4BC92C-C9C4-0042-84E3-52571F8D7BC8}" destId="{3BF056E4-2741-BE4B-823D-AA021E29FE0F}" srcOrd="2" destOrd="0" presId="urn:microsoft.com/office/officeart/2005/8/layout/orgChart1"/>
    <dgm:cxn modelId="{983063D0-37D4-F84B-9826-BF0433D05E9B}" type="presParOf" srcId="{97908411-A10F-4E44-8E47-30F2FD17F766}" destId="{1638813C-C591-AD45-8C9B-9D599F95BE32}" srcOrd="2" destOrd="0" presId="urn:microsoft.com/office/officeart/2005/8/layout/orgChart1"/>
    <dgm:cxn modelId="{E93432DF-1908-BA41-A13B-0842966968B7}" type="presParOf" srcId="{0E996A01-3C8C-5C41-8BA0-761ACBBC6279}" destId="{FAB4F7E9-D972-EA48-8691-E7A5FF548F70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9078D0B-EB64-2D4C-8E19-B88B9EA182A9}" type="doc">
      <dgm:prSet loTypeId="urn:microsoft.com/office/officeart/2005/8/layout/orgChart1" loCatId="" qsTypeId="urn:microsoft.com/office/officeart/2005/8/quickstyle/3d4" qsCatId="3D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652149C9-B794-2E44-B0C5-A844B587E501}">
      <dgm:prSet/>
      <dgm:spPr/>
      <dgm:t>
        <a:bodyPr/>
        <a:lstStyle/>
        <a:p>
          <a:r>
            <a:rPr lang="en-GB" dirty="0"/>
            <a:t>Design</a:t>
          </a:r>
        </a:p>
      </dgm:t>
    </dgm:pt>
    <dgm:pt modelId="{E4381ED5-57B6-414B-A86D-B2C83FD4C43D}" type="parTrans" cxnId="{E06EAF2F-A08E-3442-8CD9-CDF229963D9D}">
      <dgm:prSet/>
      <dgm:spPr/>
      <dgm:t>
        <a:bodyPr/>
        <a:lstStyle/>
        <a:p>
          <a:endParaRPr lang="en-GB"/>
        </a:p>
      </dgm:t>
    </dgm:pt>
    <dgm:pt modelId="{1DD5B54A-E85F-FD4D-B7FA-25F573C607F9}" type="sibTrans" cxnId="{E06EAF2F-A08E-3442-8CD9-CDF229963D9D}">
      <dgm:prSet/>
      <dgm:spPr/>
      <dgm:t>
        <a:bodyPr/>
        <a:lstStyle/>
        <a:p>
          <a:endParaRPr lang="en-GB"/>
        </a:p>
      </dgm:t>
    </dgm:pt>
    <dgm:pt modelId="{6D18D6CD-8C45-1A46-B4B6-3306CAC3E962}">
      <dgm:prSet/>
      <dgm:spPr/>
      <dgm:t>
        <a:bodyPr/>
        <a:lstStyle/>
        <a:p>
          <a:r>
            <a:rPr lang="en-GB" dirty="0"/>
            <a:t>Platform</a:t>
          </a:r>
        </a:p>
      </dgm:t>
    </dgm:pt>
    <dgm:pt modelId="{895C3356-7E9C-DC4B-B4FE-2CDF95CA8305}" type="parTrans" cxnId="{28B8C37D-DD46-1B42-93CD-1CE9496BFCB8}">
      <dgm:prSet/>
      <dgm:spPr/>
      <dgm:t>
        <a:bodyPr/>
        <a:lstStyle/>
        <a:p>
          <a:endParaRPr lang="en-GB"/>
        </a:p>
      </dgm:t>
    </dgm:pt>
    <dgm:pt modelId="{E3C2A5E3-7A43-6E41-BE3D-9E5B7625446B}" type="sibTrans" cxnId="{28B8C37D-DD46-1B42-93CD-1CE9496BFCB8}">
      <dgm:prSet/>
      <dgm:spPr/>
      <dgm:t>
        <a:bodyPr/>
        <a:lstStyle/>
        <a:p>
          <a:endParaRPr lang="en-GB"/>
        </a:p>
      </dgm:t>
    </dgm:pt>
    <dgm:pt modelId="{EA3D9883-E17C-944B-97CE-FB5E73FDA97A}">
      <dgm:prSet/>
      <dgm:spPr/>
      <dgm:t>
        <a:bodyPr/>
        <a:lstStyle/>
        <a:p>
          <a:r>
            <a:rPr lang="en-GB" dirty="0"/>
            <a:t>UI</a:t>
          </a:r>
        </a:p>
      </dgm:t>
    </dgm:pt>
    <dgm:pt modelId="{BAE8C5C9-7D77-7542-B7C3-46A3762E2FF7}" type="parTrans" cxnId="{90BEE238-B57C-5644-A5D9-7F54215607B5}">
      <dgm:prSet/>
      <dgm:spPr/>
      <dgm:t>
        <a:bodyPr/>
        <a:lstStyle/>
        <a:p>
          <a:endParaRPr lang="en-GB"/>
        </a:p>
      </dgm:t>
    </dgm:pt>
    <dgm:pt modelId="{DA5B598E-A333-554B-A874-F0C46EB1DABA}" type="sibTrans" cxnId="{90BEE238-B57C-5644-A5D9-7F54215607B5}">
      <dgm:prSet/>
      <dgm:spPr/>
      <dgm:t>
        <a:bodyPr/>
        <a:lstStyle/>
        <a:p>
          <a:endParaRPr lang="en-GB"/>
        </a:p>
      </dgm:t>
    </dgm:pt>
    <dgm:pt modelId="{6D16CC69-863A-DA42-BB0B-E8664750669A}">
      <dgm:prSet/>
      <dgm:spPr/>
      <dgm:t>
        <a:bodyPr/>
        <a:lstStyle/>
        <a:p>
          <a:r>
            <a:rPr lang="en-GB" dirty="0"/>
            <a:t>InfoSec</a:t>
          </a:r>
        </a:p>
      </dgm:t>
    </dgm:pt>
    <dgm:pt modelId="{5A85838F-CC59-694D-8775-3F88711A9B7B}" type="parTrans" cxnId="{D1C11D74-0959-F740-8E6B-1AA3E01A4D97}">
      <dgm:prSet/>
      <dgm:spPr/>
      <dgm:t>
        <a:bodyPr/>
        <a:lstStyle/>
        <a:p>
          <a:endParaRPr lang="en-GB"/>
        </a:p>
      </dgm:t>
    </dgm:pt>
    <dgm:pt modelId="{7C377A04-B429-B746-A027-AB563B4C37D5}" type="sibTrans" cxnId="{D1C11D74-0959-F740-8E6B-1AA3E01A4D97}">
      <dgm:prSet/>
      <dgm:spPr/>
      <dgm:t>
        <a:bodyPr/>
        <a:lstStyle/>
        <a:p>
          <a:endParaRPr lang="en-GB"/>
        </a:p>
      </dgm:t>
    </dgm:pt>
    <dgm:pt modelId="{0BAD0633-58BD-2144-BBB4-4A8B0C0B82A1}">
      <dgm:prSet/>
      <dgm:spPr/>
      <dgm:t>
        <a:bodyPr/>
        <a:lstStyle/>
        <a:p>
          <a:r>
            <a:rPr lang="en-GB" dirty="0"/>
            <a:t>Database</a:t>
          </a:r>
        </a:p>
      </dgm:t>
    </dgm:pt>
    <dgm:pt modelId="{1ACC1952-8D60-7B42-8FB2-37D9B1D9E3C1}" type="parTrans" cxnId="{C828E1AE-4339-E340-8DD0-992BFB90838F}">
      <dgm:prSet/>
      <dgm:spPr/>
      <dgm:t>
        <a:bodyPr/>
        <a:lstStyle/>
        <a:p>
          <a:endParaRPr lang="en-GB"/>
        </a:p>
      </dgm:t>
    </dgm:pt>
    <dgm:pt modelId="{46F4DC55-7F5E-0D49-8395-58E273DD9316}" type="sibTrans" cxnId="{C828E1AE-4339-E340-8DD0-992BFB90838F}">
      <dgm:prSet/>
      <dgm:spPr/>
      <dgm:t>
        <a:bodyPr/>
        <a:lstStyle/>
        <a:p>
          <a:endParaRPr lang="en-GB"/>
        </a:p>
      </dgm:t>
    </dgm:pt>
    <dgm:pt modelId="{30E4063B-D66F-574E-B067-0ADF5E0DC3DF}">
      <dgm:prSet/>
      <dgm:spPr/>
      <dgm:t>
        <a:bodyPr/>
        <a:lstStyle/>
        <a:p>
          <a:r>
            <a:rPr lang="en-GB" dirty="0"/>
            <a:t>Services</a:t>
          </a:r>
        </a:p>
      </dgm:t>
    </dgm:pt>
    <dgm:pt modelId="{0835628C-E972-AE4C-B6B9-28A3D0491ACF}" type="sibTrans" cxnId="{D3AA2620-7DE0-F84D-AAA7-E5FB1C769C12}">
      <dgm:prSet/>
      <dgm:spPr/>
      <dgm:t>
        <a:bodyPr/>
        <a:lstStyle/>
        <a:p>
          <a:endParaRPr lang="en-GB"/>
        </a:p>
      </dgm:t>
    </dgm:pt>
    <dgm:pt modelId="{5F9B8B02-A549-F747-88B8-AAEBCA497AB4}" type="parTrans" cxnId="{D3AA2620-7DE0-F84D-AAA7-E5FB1C769C12}">
      <dgm:prSet/>
      <dgm:spPr/>
      <dgm:t>
        <a:bodyPr/>
        <a:lstStyle/>
        <a:p>
          <a:endParaRPr lang="en-GB"/>
        </a:p>
      </dgm:t>
    </dgm:pt>
    <dgm:pt modelId="{E0A4928E-8FB2-7748-B84A-7B6A790D112D}">
      <dgm:prSet/>
      <dgm:spPr/>
      <dgm:t>
        <a:bodyPr/>
        <a:lstStyle/>
        <a:p>
          <a:r>
            <a:rPr lang="en-GB" dirty="0"/>
            <a:t>User Portal</a:t>
          </a:r>
        </a:p>
      </dgm:t>
    </dgm:pt>
    <dgm:pt modelId="{1595EF0E-F5B1-FA4D-A3FC-1D27F600ACAC}" type="parTrans" cxnId="{8FBD62DE-F405-554A-8610-CB92F90DEB91}">
      <dgm:prSet/>
      <dgm:spPr/>
      <dgm:t>
        <a:bodyPr/>
        <a:lstStyle/>
        <a:p>
          <a:endParaRPr lang="en-GB"/>
        </a:p>
      </dgm:t>
    </dgm:pt>
    <dgm:pt modelId="{9369BBD0-70F1-534E-9F4B-51C821D3804F}" type="sibTrans" cxnId="{8FBD62DE-F405-554A-8610-CB92F90DEB91}">
      <dgm:prSet/>
      <dgm:spPr/>
      <dgm:t>
        <a:bodyPr/>
        <a:lstStyle/>
        <a:p>
          <a:endParaRPr lang="en-GB"/>
        </a:p>
      </dgm:t>
    </dgm:pt>
    <dgm:pt modelId="{93882B60-B306-EA40-AAA2-C6C1C955DEA6}">
      <dgm:prSet/>
      <dgm:spPr/>
      <dgm:t>
        <a:bodyPr/>
        <a:lstStyle/>
        <a:p>
          <a:r>
            <a:rPr lang="en-GB" dirty="0"/>
            <a:t>Servers</a:t>
          </a:r>
        </a:p>
      </dgm:t>
    </dgm:pt>
    <dgm:pt modelId="{1FA4CF83-C9F6-364B-A937-6AC57CB8E078}" type="parTrans" cxnId="{92786F4F-7D4E-DD47-B15C-BC5C474279E1}">
      <dgm:prSet/>
      <dgm:spPr/>
      <dgm:t>
        <a:bodyPr/>
        <a:lstStyle/>
        <a:p>
          <a:endParaRPr lang="en-GB"/>
        </a:p>
      </dgm:t>
    </dgm:pt>
    <dgm:pt modelId="{CFD1401C-FC5A-CB4F-87D2-EEB23DEC441C}" type="sibTrans" cxnId="{92786F4F-7D4E-DD47-B15C-BC5C474279E1}">
      <dgm:prSet/>
      <dgm:spPr/>
      <dgm:t>
        <a:bodyPr/>
        <a:lstStyle/>
        <a:p>
          <a:endParaRPr lang="en-GB"/>
        </a:p>
      </dgm:t>
    </dgm:pt>
    <dgm:pt modelId="{B7AA607D-ADE2-D540-A7E3-D484823A6C29}">
      <dgm:prSet/>
      <dgm:spPr/>
      <dgm:t>
        <a:bodyPr/>
        <a:lstStyle/>
        <a:p>
          <a:r>
            <a:rPr lang="en-GB" dirty="0"/>
            <a:t>API</a:t>
          </a:r>
        </a:p>
      </dgm:t>
    </dgm:pt>
    <dgm:pt modelId="{53B6A9F7-DD9B-7449-B749-9E367FDEF672}" type="parTrans" cxnId="{1E9A6558-9119-A647-A759-D34E307C6CC5}">
      <dgm:prSet/>
      <dgm:spPr/>
      <dgm:t>
        <a:bodyPr/>
        <a:lstStyle/>
        <a:p>
          <a:endParaRPr lang="en-GB"/>
        </a:p>
      </dgm:t>
    </dgm:pt>
    <dgm:pt modelId="{D679F9BD-ED91-AE4F-B3C4-A180E3DCDB39}" type="sibTrans" cxnId="{1E9A6558-9119-A647-A759-D34E307C6CC5}">
      <dgm:prSet/>
      <dgm:spPr/>
      <dgm:t>
        <a:bodyPr/>
        <a:lstStyle/>
        <a:p>
          <a:endParaRPr lang="en-GB"/>
        </a:p>
      </dgm:t>
    </dgm:pt>
    <dgm:pt modelId="{7ADFB1FA-6DE8-8146-AB66-D0FBF85DCCC9}">
      <dgm:prSet/>
      <dgm:spPr/>
      <dgm:t>
        <a:bodyPr/>
        <a:lstStyle/>
        <a:p>
          <a:r>
            <a:rPr lang="en-GB" dirty="0"/>
            <a:t>Core Banking</a:t>
          </a:r>
        </a:p>
      </dgm:t>
    </dgm:pt>
    <dgm:pt modelId="{9D383186-E009-0E49-A951-C4D8F61DD116}" type="parTrans" cxnId="{7AE46951-9B93-F54D-801E-F9ADFC71FD19}">
      <dgm:prSet/>
      <dgm:spPr/>
      <dgm:t>
        <a:bodyPr/>
        <a:lstStyle/>
        <a:p>
          <a:endParaRPr lang="en-GB"/>
        </a:p>
      </dgm:t>
    </dgm:pt>
    <dgm:pt modelId="{6177B505-312E-E949-8295-451853FBBD68}" type="sibTrans" cxnId="{7AE46951-9B93-F54D-801E-F9ADFC71FD19}">
      <dgm:prSet/>
      <dgm:spPr/>
      <dgm:t>
        <a:bodyPr/>
        <a:lstStyle/>
        <a:p>
          <a:endParaRPr lang="en-GB"/>
        </a:p>
      </dgm:t>
    </dgm:pt>
    <dgm:pt modelId="{95273BF3-2DA4-3E49-A5F0-F79F2B1B1FAE}">
      <dgm:prSet/>
      <dgm:spPr/>
      <dgm:t>
        <a:bodyPr/>
        <a:lstStyle/>
        <a:p>
          <a:r>
            <a:rPr lang="en-GB" dirty="0"/>
            <a:t>Ledger</a:t>
          </a:r>
        </a:p>
      </dgm:t>
    </dgm:pt>
    <dgm:pt modelId="{214A8736-8517-5046-96EC-3C3EDD05A398}" type="parTrans" cxnId="{025D85DA-EC37-CE4F-A1CC-A0B8135A6EB4}">
      <dgm:prSet/>
      <dgm:spPr/>
      <dgm:t>
        <a:bodyPr/>
        <a:lstStyle/>
        <a:p>
          <a:endParaRPr lang="en-GB"/>
        </a:p>
      </dgm:t>
    </dgm:pt>
    <dgm:pt modelId="{CE91C8ED-5A22-8443-850F-4A1D7EDC6164}" type="sibTrans" cxnId="{025D85DA-EC37-CE4F-A1CC-A0B8135A6EB4}">
      <dgm:prSet/>
      <dgm:spPr/>
      <dgm:t>
        <a:bodyPr/>
        <a:lstStyle/>
        <a:p>
          <a:endParaRPr lang="en-GB"/>
        </a:p>
      </dgm:t>
    </dgm:pt>
    <dgm:pt modelId="{D89CCA49-A5F7-644F-BCC2-661C17EEFEE2}">
      <dgm:prSet/>
      <dgm:spPr/>
      <dgm:t>
        <a:bodyPr/>
        <a:lstStyle/>
        <a:p>
          <a:r>
            <a:rPr lang="en-GB" dirty="0"/>
            <a:t>Orchestration</a:t>
          </a:r>
        </a:p>
      </dgm:t>
    </dgm:pt>
    <dgm:pt modelId="{B8CDD412-CEB5-9B43-A125-CF52097804B7}" type="parTrans" cxnId="{71284D2C-7B84-5C43-B2B5-D156646AB1DC}">
      <dgm:prSet/>
      <dgm:spPr/>
      <dgm:t>
        <a:bodyPr/>
        <a:lstStyle/>
        <a:p>
          <a:endParaRPr lang="en-GB"/>
        </a:p>
      </dgm:t>
    </dgm:pt>
    <dgm:pt modelId="{62BBD54D-FE0E-3848-ADF2-19B059BC2BB4}" type="sibTrans" cxnId="{71284D2C-7B84-5C43-B2B5-D156646AB1DC}">
      <dgm:prSet/>
      <dgm:spPr/>
      <dgm:t>
        <a:bodyPr/>
        <a:lstStyle/>
        <a:p>
          <a:endParaRPr lang="en-GB"/>
        </a:p>
      </dgm:t>
    </dgm:pt>
    <dgm:pt modelId="{A3D8CC9D-2651-2943-B148-5816E82DA50C}">
      <dgm:prSet/>
      <dgm:spPr/>
      <dgm:t>
        <a:bodyPr/>
        <a:lstStyle/>
        <a:p>
          <a:r>
            <a:rPr lang="en-GB" dirty="0"/>
            <a:t>Reporting</a:t>
          </a:r>
        </a:p>
      </dgm:t>
    </dgm:pt>
    <dgm:pt modelId="{C12664BB-823D-2940-B65C-A2C2A54E06A8}" type="parTrans" cxnId="{6ACF75E2-EA92-D644-A89E-9D53EDCDFCEC}">
      <dgm:prSet/>
      <dgm:spPr/>
      <dgm:t>
        <a:bodyPr/>
        <a:lstStyle/>
        <a:p>
          <a:endParaRPr lang="en-GB"/>
        </a:p>
      </dgm:t>
    </dgm:pt>
    <dgm:pt modelId="{24C6D609-8C98-1645-AB78-84A972D0E9A3}" type="sibTrans" cxnId="{6ACF75E2-EA92-D644-A89E-9D53EDCDFCEC}">
      <dgm:prSet/>
      <dgm:spPr/>
      <dgm:t>
        <a:bodyPr/>
        <a:lstStyle/>
        <a:p>
          <a:endParaRPr lang="en-GB"/>
        </a:p>
      </dgm:t>
    </dgm:pt>
    <dgm:pt modelId="{D955C205-56A3-B44F-81FE-6B87E017C9C3}">
      <dgm:prSet/>
      <dgm:spPr/>
      <dgm:t>
        <a:bodyPr/>
        <a:lstStyle/>
        <a:p>
          <a:r>
            <a:rPr lang="en-GB" dirty="0"/>
            <a:t>Reconciliation</a:t>
          </a:r>
        </a:p>
      </dgm:t>
    </dgm:pt>
    <dgm:pt modelId="{0560C059-775A-5B4F-BF5B-E9616FB9A366}" type="parTrans" cxnId="{98DA79D0-8F48-DD46-BDFE-7228AB9CF270}">
      <dgm:prSet/>
      <dgm:spPr/>
      <dgm:t>
        <a:bodyPr/>
        <a:lstStyle/>
        <a:p>
          <a:endParaRPr lang="en-GB"/>
        </a:p>
      </dgm:t>
    </dgm:pt>
    <dgm:pt modelId="{AAB7A373-FE5E-FB4A-9E81-2266ABB8F267}" type="sibTrans" cxnId="{98DA79D0-8F48-DD46-BDFE-7228AB9CF270}">
      <dgm:prSet/>
      <dgm:spPr/>
      <dgm:t>
        <a:bodyPr/>
        <a:lstStyle/>
        <a:p>
          <a:endParaRPr lang="en-GB"/>
        </a:p>
      </dgm:t>
    </dgm:pt>
    <dgm:pt modelId="{3942E646-F120-ED4D-BD44-E224665F6567}">
      <dgm:prSet/>
      <dgm:spPr/>
      <dgm:t>
        <a:bodyPr/>
        <a:lstStyle/>
        <a:p>
          <a:r>
            <a:rPr lang="en-GB" dirty="0"/>
            <a:t>API Security</a:t>
          </a:r>
        </a:p>
      </dgm:t>
    </dgm:pt>
    <dgm:pt modelId="{878A820E-C15C-CF46-BDCB-EBA2C65DAE94}" type="parTrans" cxnId="{2402747D-F846-4046-B98A-37130F94BF58}">
      <dgm:prSet/>
      <dgm:spPr/>
      <dgm:t>
        <a:bodyPr/>
        <a:lstStyle/>
        <a:p>
          <a:endParaRPr lang="en-GB"/>
        </a:p>
      </dgm:t>
    </dgm:pt>
    <dgm:pt modelId="{5B4DA987-31A2-0B48-A5F0-4667E3352EDF}" type="sibTrans" cxnId="{2402747D-F846-4046-B98A-37130F94BF58}">
      <dgm:prSet/>
      <dgm:spPr/>
      <dgm:t>
        <a:bodyPr/>
        <a:lstStyle/>
        <a:p>
          <a:endParaRPr lang="en-GB"/>
        </a:p>
      </dgm:t>
    </dgm:pt>
    <dgm:pt modelId="{A5E5AA92-07C0-1F47-988C-6FBB7F82DF58}">
      <dgm:prSet/>
      <dgm:spPr/>
      <dgm:t>
        <a:bodyPr/>
        <a:lstStyle/>
        <a:p>
          <a:r>
            <a:rPr lang="en-GB" dirty="0"/>
            <a:t>Core banking API</a:t>
          </a:r>
        </a:p>
      </dgm:t>
    </dgm:pt>
    <dgm:pt modelId="{DD548306-8A7C-344F-85B9-0CFDB06CBC68}" type="parTrans" cxnId="{C6453861-EA7E-B744-BE48-907F46BB3A8C}">
      <dgm:prSet/>
      <dgm:spPr/>
      <dgm:t>
        <a:bodyPr/>
        <a:lstStyle/>
        <a:p>
          <a:endParaRPr lang="en-GB"/>
        </a:p>
      </dgm:t>
    </dgm:pt>
    <dgm:pt modelId="{097BB94D-B421-D843-986C-2497125DE7F4}" type="sibTrans" cxnId="{C6453861-EA7E-B744-BE48-907F46BB3A8C}">
      <dgm:prSet/>
      <dgm:spPr/>
      <dgm:t>
        <a:bodyPr/>
        <a:lstStyle/>
        <a:p>
          <a:endParaRPr lang="en-GB"/>
        </a:p>
      </dgm:t>
    </dgm:pt>
    <dgm:pt modelId="{6C2F15AB-6F7D-764D-945A-109D6287EA66}">
      <dgm:prSet/>
      <dgm:spPr/>
      <dgm:t>
        <a:bodyPr/>
        <a:lstStyle/>
        <a:p>
          <a:r>
            <a:rPr lang="en-GB" dirty="0"/>
            <a:t>Ledger API</a:t>
          </a:r>
        </a:p>
      </dgm:t>
    </dgm:pt>
    <dgm:pt modelId="{2CDA2F36-673A-3C47-82E9-E300B558E738}" type="parTrans" cxnId="{415F17EF-790D-EA4A-A512-97AFDD439E8F}">
      <dgm:prSet/>
      <dgm:spPr/>
      <dgm:t>
        <a:bodyPr/>
        <a:lstStyle/>
        <a:p>
          <a:endParaRPr lang="en-GB"/>
        </a:p>
      </dgm:t>
    </dgm:pt>
    <dgm:pt modelId="{CF8F7F28-4152-924A-A6B9-97549474E3FF}" type="sibTrans" cxnId="{415F17EF-790D-EA4A-A512-97AFDD439E8F}">
      <dgm:prSet/>
      <dgm:spPr/>
      <dgm:t>
        <a:bodyPr/>
        <a:lstStyle/>
        <a:p>
          <a:endParaRPr lang="en-GB"/>
        </a:p>
      </dgm:t>
    </dgm:pt>
    <dgm:pt modelId="{00187DCD-3DA0-1A42-8A9C-6C419405B76B}">
      <dgm:prSet/>
      <dgm:spPr/>
      <dgm:t>
        <a:bodyPr/>
        <a:lstStyle/>
        <a:p>
          <a:r>
            <a:rPr lang="en-GB" dirty="0"/>
            <a:t>Admin Portal</a:t>
          </a:r>
        </a:p>
      </dgm:t>
    </dgm:pt>
    <dgm:pt modelId="{5886F108-D72C-294A-859E-2BFF75E7FF3E}" type="parTrans" cxnId="{189BAC9D-941D-7741-8F5A-45DD60E5DF6C}">
      <dgm:prSet/>
      <dgm:spPr/>
      <dgm:t>
        <a:bodyPr/>
        <a:lstStyle/>
        <a:p>
          <a:endParaRPr lang="en-GB"/>
        </a:p>
      </dgm:t>
    </dgm:pt>
    <dgm:pt modelId="{E4D7C5B4-B654-C34C-982B-5BADFE1E52A2}" type="sibTrans" cxnId="{189BAC9D-941D-7741-8F5A-45DD60E5DF6C}">
      <dgm:prSet/>
      <dgm:spPr/>
      <dgm:t>
        <a:bodyPr/>
        <a:lstStyle/>
        <a:p>
          <a:endParaRPr lang="en-GB"/>
        </a:p>
      </dgm:t>
    </dgm:pt>
    <dgm:pt modelId="{780DB7A3-C866-FD47-870D-BACB1B418765}">
      <dgm:prSet/>
      <dgm:spPr/>
      <dgm:t>
        <a:bodyPr/>
        <a:lstStyle/>
        <a:p>
          <a:r>
            <a:rPr lang="en-GB" dirty="0"/>
            <a:t>Mobile banking</a:t>
          </a:r>
        </a:p>
      </dgm:t>
    </dgm:pt>
    <dgm:pt modelId="{012748E4-D004-684F-B6E3-2106843FCD4A}" type="parTrans" cxnId="{B4ADCCF9-B51F-5948-ADC9-1008BF83A6A7}">
      <dgm:prSet/>
      <dgm:spPr/>
      <dgm:t>
        <a:bodyPr/>
        <a:lstStyle/>
        <a:p>
          <a:endParaRPr lang="en-GB"/>
        </a:p>
      </dgm:t>
    </dgm:pt>
    <dgm:pt modelId="{B3FA735B-7467-F542-8561-000102349400}" type="sibTrans" cxnId="{B4ADCCF9-B51F-5948-ADC9-1008BF83A6A7}">
      <dgm:prSet/>
      <dgm:spPr/>
      <dgm:t>
        <a:bodyPr/>
        <a:lstStyle/>
        <a:p>
          <a:endParaRPr lang="en-GB"/>
        </a:p>
      </dgm:t>
    </dgm:pt>
    <dgm:pt modelId="{32EBDDF0-BE85-1E4D-B81A-18408CC66615}" type="pres">
      <dgm:prSet presAssocID="{19078D0B-EB64-2D4C-8E19-B88B9EA182A9}" presName="hierChild1" presStyleCnt="0">
        <dgm:presLayoutVars>
          <dgm:orgChart val="1"/>
          <dgm:chPref val="1"/>
          <dgm:dir val="rev"/>
          <dgm:animOne val="branch"/>
          <dgm:animLvl val="lvl"/>
          <dgm:resizeHandles/>
        </dgm:presLayoutVars>
      </dgm:prSet>
      <dgm:spPr/>
    </dgm:pt>
    <dgm:pt modelId="{0E996A01-3C8C-5C41-8BA0-761ACBBC6279}" type="pres">
      <dgm:prSet presAssocID="{652149C9-B794-2E44-B0C5-A844B587E501}" presName="hierRoot1" presStyleCnt="0">
        <dgm:presLayoutVars>
          <dgm:hierBranch val="init"/>
        </dgm:presLayoutVars>
      </dgm:prSet>
      <dgm:spPr/>
    </dgm:pt>
    <dgm:pt modelId="{9C637DDF-2FE1-134D-845D-556C44C9E710}" type="pres">
      <dgm:prSet presAssocID="{652149C9-B794-2E44-B0C5-A844B587E501}" presName="rootComposite1" presStyleCnt="0"/>
      <dgm:spPr/>
    </dgm:pt>
    <dgm:pt modelId="{69FA8C26-A4CD-AC42-9DF7-191AA58F7897}" type="pres">
      <dgm:prSet presAssocID="{652149C9-B794-2E44-B0C5-A844B587E501}" presName="rootText1" presStyleLbl="node0" presStyleIdx="0" presStyleCnt="1">
        <dgm:presLayoutVars>
          <dgm:chPref val="3"/>
        </dgm:presLayoutVars>
      </dgm:prSet>
      <dgm:spPr/>
    </dgm:pt>
    <dgm:pt modelId="{F65840B0-FAF4-2344-B9C9-A2D3804BD58B}" type="pres">
      <dgm:prSet presAssocID="{652149C9-B794-2E44-B0C5-A844B587E501}" presName="rootConnector1" presStyleLbl="node1" presStyleIdx="0" presStyleCnt="0"/>
      <dgm:spPr/>
    </dgm:pt>
    <dgm:pt modelId="{B8AB9CE6-BD45-AE40-9458-2D3018B8FD20}" type="pres">
      <dgm:prSet presAssocID="{652149C9-B794-2E44-B0C5-A844B587E501}" presName="hierChild2" presStyleCnt="0"/>
      <dgm:spPr/>
    </dgm:pt>
    <dgm:pt modelId="{7279D545-F3C5-4E43-8926-6F3F81022687}" type="pres">
      <dgm:prSet presAssocID="{BAE8C5C9-7D77-7542-B7C3-46A3762E2FF7}" presName="Name37" presStyleLbl="parChTrans1D2" presStyleIdx="0" presStyleCnt="4"/>
      <dgm:spPr/>
    </dgm:pt>
    <dgm:pt modelId="{0D18AEA2-A254-9F49-BC38-0D62A909E065}" type="pres">
      <dgm:prSet presAssocID="{EA3D9883-E17C-944B-97CE-FB5E73FDA97A}" presName="hierRoot2" presStyleCnt="0">
        <dgm:presLayoutVars>
          <dgm:hierBranch val="init"/>
        </dgm:presLayoutVars>
      </dgm:prSet>
      <dgm:spPr/>
    </dgm:pt>
    <dgm:pt modelId="{198D243C-A6D8-2943-9E96-57182CD1E5E5}" type="pres">
      <dgm:prSet presAssocID="{EA3D9883-E17C-944B-97CE-FB5E73FDA97A}" presName="rootComposite" presStyleCnt="0"/>
      <dgm:spPr/>
    </dgm:pt>
    <dgm:pt modelId="{3C407DF5-2A04-E147-B74A-2AFC92E708EB}" type="pres">
      <dgm:prSet presAssocID="{EA3D9883-E17C-944B-97CE-FB5E73FDA97A}" presName="rootText" presStyleLbl="node2" presStyleIdx="0" presStyleCnt="4">
        <dgm:presLayoutVars>
          <dgm:chPref val="3"/>
        </dgm:presLayoutVars>
      </dgm:prSet>
      <dgm:spPr/>
    </dgm:pt>
    <dgm:pt modelId="{41F94DA3-272A-844E-95CD-1A1E4CB57348}" type="pres">
      <dgm:prSet presAssocID="{EA3D9883-E17C-944B-97CE-FB5E73FDA97A}" presName="rootConnector" presStyleLbl="node2" presStyleIdx="0" presStyleCnt="4"/>
      <dgm:spPr/>
    </dgm:pt>
    <dgm:pt modelId="{F255B0C0-AB0C-8A4A-96B8-1BDA131CF1B1}" type="pres">
      <dgm:prSet presAssocID="{EA3D9883-E17C-944B-97CE-FB5E73FDA97A}" presName="hierChild4" presStyleCnt="0"/>
      <dgm:spPr/>
    </dgm:pt>
    <dgm:pt modelId="{1F62A0D9-A833-2847-A6FC-A6ACF9FF27A7}" type="pres">
      <dgm:prSet presAssocID="{1595EF0E-F5B1-FA4D-A3FC-1D27F600ACAC}" presName="Name37" presStyleLbl="parChTrans1D3" presStyleIdx="0" presStyleCnt="14"/>
      <dgm:spPr/>
    </dgm:pt>
    <dgm:pt modelId="{7533D9C3-43DE-9E4E-8AF8-F561C5584432}" type="pres">
      <dgm:prSet presAssocID="{E0A4928E-8FB2-7748-B84A-7B6A790D112D}" presName="hierRoot2" presStyleCnt="0">
        <dgm:presLayoutVars>
          <dgm:hierBranch val="init"/>
        </dgm:presLayoutVars>
      </dgm:prSet>
      <dgm:spPr/>
    </dgm:pt>
    <dgm:pt modelId="{60B3BCCE-7EB0-BD43-8D2F-6F115BA0F4A0}" type="pres">
      <dgm:prSet presAssocID="{E0A4928E-8FB2-7748-B84A-7B6A790D112D}" presName="rootComposite" presStyleCnt="0"/>
      <dgm:spPr/>
    </dgm:pt>
    <dgm:pt modelId="{14A95C6B-C37B-8D4E-A13B-A7BC72EE9A06}" type="pres">
      <dgm:prSet presAssocID="{E0A4928E-8FB2-7748-B84A-7B6A790D112D}" presName="rootText" presStyleLbl="node3" presStyleIdx="0" presStyleCnt="14">
        <dgm:presLayoutVars>
          <dgm:chPref val="3"/>
        </dgm:presLayoutVars>
      </dgm:prSet>
      <dgm:spPr/>
    </dgm:pt>
    <dgm:pt modelId="{63FF08D2-B42E-1B4A-BD84-1396AE53705B}" type="pres">
      <dgm:prSet presAssocID="{E0A4928E-8FB2-7748-B84A-7B6A790D112D}" presName="rootConnector" presStyleLbl="node3" presStyleIdx="0" presStyleCnt="14"/>
      <dgm:spPr/>
    </dgm:pt>
    <dgm:pt modelId="{550D27F2-C586-0541-A2E4-DFA37BF9232B}" type="pres">
      <dgm:prSet presAssocID="{E0A4928E-8FB2-7748-B84A-7B6A790D112D}" presName="hierChild4" presStyleCnt="0"/>
      <dgm:spPr/>
    </dgm:pt>
    <dgm:pt modelId="{F6D294AE-9F8D-6D4B-B56E-DDA5F8870D92}" type="pres">
      <dgm:prSet presAssocID="{E0A4928E-8FB2-7748-B84A-7B6A790D112D}" presName="hierChild5" presStyleCnt="0"/>
      <dgm:spPr/>
    </dgm:pt>
    <dgm:pt modelId="{42CD4B03-FDFA-4549-BAC5-2FA7C224FD2D}" type="pres">
      <dgm:prSet presAssocID="{5886F108-D72C-294A-859E-2BFF75E7FF3E}" presName="Name37" presStyleLbl="parChTrans1D3" presStyleIdx="1" presStyleCnt="14"/>
      <dgm:spPr/>
    </dgm:pt>
    <dgm:pt modelId="{E6AC3B2D-4008-154F-B0BA-43C9ACB9D8E4}" type="pres">
      <dgm:prSet presAssocID="{00187DCD-3DA0-1A42-8A9C-6C419405B76B}" presName="hierRoot2" presStyleCnt="0">
        <dgm:presLayoutVars>
          <dgm:hierBranch val="init"/>
        </dgm:presLayoutVars>
      </dgm:prSet>
      <dgm:spPr/>
    </dgm:pt>
    <dgm:pt modelId="{1380BA93-058C-114C-BA74-1ED87F488C63}" type="pres">
      <dgm:prSet presAssocID="{00187DCD-3DA0-1A42-8A9C-6C419405B76B}" presName="rootComposite" presStyleCnt="0"/>
      <dgm:spPr/>
    </dgm:pt>
    <dgm:pt modelId="{C2BD89DD-1407-E740-B7AF-16913B3A7F68}" type="pres">
      <dgm:prSet presAssocID="{00187DCD-3DA0-1A42-8A9C-6C419405B76B}" presName="rootText" presStyleLbl="node3" presStyleIdx="1" presStyleCnt="14">
        <dgm:presLayoutVars>
          <dgm:chPref val="3"/>
        </dgm:presLayoutVars>
      </dgm:prSet>
      <dgm:spPr/>
    </dgm:pt>
    <dgm:pt modelId="{C63F3C5E-603D-E94E-9A02-DDD759F49F96}" type="pres">
      <dgm:prSet presAssocID="{00187DCD-3DA0-1A42-8A9C-6C419405B76B}" presName="rootConnector" presStyleLbl="node3" presStyleIdx="1" presStyleCnt="14"/>
      <dgm:spPr/>
    </dgm:pt>
    <dgm:pt modelId="{6BD1B633-EFD9-5143-8FCF-CF88B663B83A}" type="pres">
      <dgm:prSet presAssocID="{00187DCD-3DA0-1A42-8A9C-6C419405B76B}" presName="hierChild4" presStyleCnt="0"/>
      <dgm:spPr/>
    </dgm:pt>
    <dgm:pt modelId="{07303C54-F4F2-E746-846D-661734C09D79}" type="pres">
      <dgm:prSet presAssocID="{00187DCD-3DA0-1A42-8A9C-6C419405B76B}" presName="hierChild5" presStyleCnt="0"/>
      <dgm:spPr/>
    </dgm:pt>
    <dgm:pt modelId="{EAEC5FC4-6F43-874E-8D80-0D6B36AB8786}" type="pres">
      <dgm:prSet presAssocID="{012748E4-D004-684F-B6E3-2106843FCD4A}" presName="Name37" presStyleLbl="parChTrans1D3" presStyleIdx="2" presStyleCnt="14"/>
      <dgm:spPr/>
    </dgm:pt>
    <dgm:pt modelId="{EC8A7E9D-9B75-2843-9F54-3C007A1BE330}" type="pres">
      <dgm:prSet presAssocID="{780DB7A3-C866-FD47-870D-BACB1B418765}" presName="hierRoot2" presStyleCnt="0">
        <dgm:presLayoutVars>
          <dgm:hierBranch val="init"/>
        </dgm:presLayoutVars>
      </dgm:prSet>
      <dgm:spPr/>
    </dgm:pt>
    <dgm:pt modelId="{146748D3-E65D-C145-A3C9-10099358CD96}" type="pres">
      <dgm:prSet presAssocID="{780DB7A3-C866-FD47-870D-BACB1B418765}" presName="rootComposite" presStyleCnt="0"/>
      <dgm:spPr/>
    </dgm:pt>
    <dgm:pt modelId="{E178B001-1EE5-D242-B22C-CDAC2343EF08}" type="pres">
      <dgm:prSet presAssocID="{780DB7A3-C866-FD47-870D-BACB1B418765}" presName="rootText" presStyleLbl="node3" presStyleIdx="2" presStyleCnt="14">
        <dgm:presLayoutVars>
          <dgm:chPref val="3"/>
        </dgm:presLayoutVars>
      </dgm:prSet>
      <dgm:spPr/>
    </dgm:pt>
    <dgm:pt modelId="{8A736AF9-9379-0145-9655-25884B0FCD18}" type="pres">
      <dgm:prSet presAssocID="{780DB7A3-C866-FD47-870D-BACB1B418765}" presName="rootConnector" presStyleLbl="node3" presStyleIdx="2" presStyleCnt="14"/>
      <dgm:spPr/>
    </dgm:pt>
    <dgm:pt modelId="{4906A613-132C-CD4D-AD73-3C3D1659BD9B}" type="pres">
      <dgm:prSet presAssocID="{780DB7A3-C866-FD47-870D-BACB1B418765}" presName="hierChild4" presStyleCnt="0"/>
      <dgm:spPr/>
    </dgm:pt>
    <dgm:pt modelId="{A477AAF1-033D-A949-9C7A-EA8A38D25FEB}" type="pres">
      <dgm:prSet presAssocID="{780DB7A3-C866-FD47-870D-BACB1B418765}" presName="hierChild5" presStyleCnt="0"/>
      <dgm:spPr/>
    </dgm:pt>
    <dgm:pt modelId="{D7AB43B6-BCBB-544F-B986-8BFD76D27926}" type="pres">
      <dgm:prSet presAssocID="{EA3D9883-E17C-944B-97CE-FB5E73FDA97A}" presName="hierChild5" presStyleCnt="0"/>
      <dgm:spPr/>
    </dgm:pt>
    <dgm:pt modelId="{C520807A-BC50-A54F-AA2B-E705C15646B2}" type="pres">
      <dgm:prSet presAssocID="{53B6A9F7-DD9B-7449-B749-9E367FDEF672}" presName="Name37" presStyleLbl="parChTrans1D2" presStyleIdx="1" presStyleCnt="4"/>
      <dgm:spPr/>
    </dgm:pt>
    <dgm:pt modelId="{7B1B89A3-6B38-F841-8CD8-63DD38D991AE}" type="pres">
      <dgm:prSet presAssocID="{B7AA607D-ADE2-D540-A7E3-D484823A6C29}" presName="hierRoot2" presStyleCnt="0">
        <dgm:presLayoutVars>
          <dgm:hierBranch val="init"/>
        </dgm:presLayoutVars>
      </dgm:prSet>
      <dgm:spPr/>
    </dgm:pt>
    <dgm:pt modelId="{38670EDA-3C22-0B4B-9DC2-93AE2488B86F}" type="pres">
      <dgm:prSet presAssocID="{B7AA607D-ADE2-D540-A7E3-D484823A6C29}" presName="rootComposite" presStyleCnt="0"/>
      <dgm:spPr/>
    </dgm:pt>
    <dgm:pt modelId="{FA21C370-707B-3B49-B5B6-7DD8AF1CF387}" type="pres">
      <dgm:prSet presAssocID="{B7AA607D-ADE2-D540-A7E3-D484823A6C29}" presName="rootText" presStyleLbl="node2" presStyleIdx="1" presStyleCnt="4">
        <dgm:presLayoutVars>
          <dgm:chPref val="3"/>
        </dgm:presLayoutVars>
      </dgm:prSet>
      <dgm:spPr/>
    </dgm:pt>
    <dgm:pt modelId="{A307EEF8-4768-E94E-AF6D-54853B6B8248}" type="pres">
      <dgm:prSet presAssocID="{B7AA607D-ADE2-D540-A7E3-D484823A6C29}" presName="rootConnector" presStyleLbl="node2" presStyleIdx="1" presStyleCnt="4"/>
      <dgm:spPr/>
    </dgm:pt>
    <dgm:pt modelId="{DE476837-31E0-784F-AA44-0FE474AC8BD2}" type="pres">
      <dgm:prSet presAssocID="{B7AA607D-ADE2-D540-A7E3-D484823A6C29}" presName="hierChild4" presStyleCnt="0"/>
      <dgm:spPr/>
    </dgm:pt>
    <dgm:pt modelId="{8092978E-E2C9-674E-BA69-5C25B18FAA1D}" type="pres">
      <dgm:prSet presAssocID="{DD548306-8A7C-344F-85B9-0CFDB06CBC68}" presName="Name37" presStyleLbl="parChTrans1D3" presStyleIdx="3" presStyleCnt="14"/>
      <dgm:spPr/>
    </dgm:pt>
    <dgm:pt modelId="{F7320CBF-DFEA-ED4A-83AC-A50C9757F2DB}" type="pres">
      <dgm:prSet presAssocID="{A5E5AA92-07C0-1F47-988C-6FBB7F82DF58}" presName="hierRoot2" presStyleCnt="0">
        <dgm:presLayoutVars>
          <dgm:hierBranch val="init"/>
        </dgm:presLayoutVars>
      </dgm:prSet>
      <dgm:spPr/>
    </dgm:pt>
    <dgm:pt modelId="{D3D599D9-83E0-E349-897C-ADA82081AA37}" type="pres">
      <dgm:prSet presAssocID="{A5E5AA92-07C0-1F47-988C-6FBB7F82DF58}" presName="rootComposite" presStyleCnt="0"/>
      <dgm:spPr/>
    </dgm:pt>
    <dgm:pt modelId="{EC87867C-577F-5F49-A9DB-0F660F47B425}" type="pres">
      <dgm:prSet presAssocID="{A5E5AA92-07C0-1F47-988C-6FBB7F82DF58}" presName="rootText" presStyleLbl="node3" presStyleIdx="3" presStyleCnt="14">
        <dgm:presLayoutVars>
          <dgm:chPref val="3"/>
        </dgm:presLayoutVars>
      </dgm:prSet>
      <dgm:spPr/>
    </dgm:pt>
    <dgm:pt modelId="{8D08736A-4499-7247-8CBE-5FFC496F37DA}" type="pres">
      <dgm:prSet presAssocID="{A5E5AA92-07C0-1F47-988C-6FBB7F82DF58}" presName="rootConnector" presStyleLbl="node3" presStyleIdx="3" presStyleCnt="14"/>
      <dgm:spPr/>
    </dgm:pt>
    <dgm:pt modelId="{2ED8F31C-072C-B84F-91DA-89B95B20DA6B}" type="pres">
      <dgm:prSet presAssocID="{A5E5AA92-07C0-1F47-988C-6FBB7F82DF58}" presName="hierChild4" presStyleCnt="0"/>
      <dgm:spPr/>
    </dgm:pt>
    <dgm:pt modelId="{93835787-0219-BA4B-8598-07C77DA279A3}" type="pres">
      <dgm:prSet presAssocID="{A5E5AA92-07C0-1F47-988C-6FBB7F82DF58}" presName="hierChild5" presStyleCnt="0"/>
      <dgm:spPr/>
    </dgm:pt>
    <dgm:pt modelId="{399068C1-BC8A-614D-9846-889A9FAA9D3C}" type="pres">
      <dgm:prSet presAssocID="{2CDA2F36-673A-3C47-82E9-E300B558E738}" presName="Name37" presStyleLbl="parChTrans1D3" presStyleIdx="4" presStyleCnt="14"/>
      <dgm:spPr/>
    </dgm:pt>
    <dgm:pt modelId="{EDD18447-5B49-E942-B7E7-FBC551A93C8D}" type="pres">
      <dgm:prSet presAssocID="{6C2F15AB-6F7D-764D-945A-109D6287EA66}" presName="hierRoot2" presStyleCnt="0">
        <dgm:presLayoutVars>
          <dgm:hierBranch val="init"/>
        </dgm:presLayoutVars>
      </dgm:prSet>
      <dgm:spPr/>
    </dgm:pt>
    <dgm:pt modelId="{E00F963E-61CA-7746-8D44-54CA6F6272A6}" type="pres">
      <dgm:prSet presAssocID="{6C2F15AB-6F7D-764D-945A-109D6287EA66}" presName="rootComposite" presStyleCnt="0"/>
      <dgm:spPr/>
    </dgm:pt>
    <dgm:pt modelId="{76C3E33F-597D-E14E-BEF0-9F100B1EA424}" type="pres">
      <dgm:prSet presAssocID="{6C2F15AB-6F7D-764D-945A-109D6287EA66}" presName="rootText" presStyleLbl="node3" presStyleIdx="4" presStyleCnt="14">
        <dgm:presLayoutVars>
          <dgm:chPref val="3"/>
        </dgm:presLayoutVars>
      </dgm:prSet>
      <dgm:spPr/>
    </dgm:pt>
    <dgm:pt modelId="{41ABFF56-993F-3747-B84A-2BE1693F857D}" type="pres">
      <dgm:prSet presAssocID="{6C2F15AB-6F7D-764D-945A-109D6287EA66}" presName="rootConnector" presStyleLbl="node3" presStyleIdx="4" presStyleCnt="14"/>
      <dgm:spPr/>
    </dgm:pt>
    <dgm:pt modelId="{B5F27C4E-F975-294E-BE2E-5E8B14A85B3B}" type="pres">
      <dgm:prSet presAssocID="{6C2F15AB-6F7D-764D-945A-109D6287EA66}" presName="hierChild4" presStyleCnt="0"/>
      <dgm:spPr/>
    </dgm:pt>
    <dgm:pt modelId="{A33F3B25-1132-DD47-86AA-2E62934B7D0E}" type="pres">
      <dgm:prSet presAssocID="{6C2F15AB-6F7D-764D-945A-109D6287EA66}" presName="hierChild5" presStyleCnt="0"/>
      <dgm:spPr/>
    </dgm:pt>
    <dgm:pt modelId="{A5BEB086-E855-3647-94C2-6B01019B9161}" type="pres">
      <dgm:prSet presAssocID="{878A820E-C15C-CF46-BDCB-EBA2C65DAE94}" presName="Name37" presStyleLbl="parChTrans1D3" presStyleIdx="5" presStyleCnt="14"/>
      <dgm:spPr/>
    </dgm:pt>
    <dgm:pt modelId="{E67F7350-4631-A043-9C63-4C1E7BCC1947}" type="pres">
      <dgm:prSet presAssocID="{3942E646-F120-ED4D-BD44-E224665F6567}" presName="hierRoot2" presStyleCnt="0">
        <dgm:presLayoutVars>
          <dgm:hierBranch val="init"/>
        </dgm:presLayoutVars>
      </dgm:prSet>
      <dgm:spPr/>
    </dgm:pt>
    <dgm:pt modelId="{18D180A6-2336-344A-A757-BEFBAA6324AD}" type="pres">
      <dgm:prSet presAssocID="{3942E646-F120-ED4D-BD44-E224665F6567}" presName="rootComposite" presStyleCnt="0"/>
      <dgm:spPr/>
    </dgm:pt>
    <dgm:pt modelId="{8CCCEA31-4958-C246-A32B-D3868BC43A03}" type="pres">
      <dgm:prSet presAssocID="{3942E646-F120-ED4D-BD44-E224665F6567}" presName="rootText" presStyleLbl="node3" presStyleIdx="5" presStyleCnt="14">
        <dgm:presLayoutVars>
          <dgm:chPref val="3"/>
        </dgm:presLayoutVars>
      </dgm:prSet>
      <dgm:spPr/>
    </dgm:pt>
    <dgm:pt modelId="{CE2CEA91-F7FB-9941-9DED-B05E9A28904B}" type="pres">
      <dgm:prSet presAssocID="{3942E646-F120-ED4D-BD44-E224665F6567}" presName="rootConnector" presStyleLbl="node3" presStyleIdx="5" presStyleCnt="14"/>
      <dgm:spPr/>
    </dgm:pt>
    <dgm:pt modelId="{044E8224-7269-4840-88FE-2F08A0FF6A4C}" type="pres">
      <dgm:prSet presAssocID="{3942E646-F120-ED4D-BD44-E224665F6567}" presName="hierChild4" presStyleCnt="0"/>
      <dgm:spPr/>
    </dgm:pt>
    <dgm:pt modelId="{FF1B71CD-97FC-0D4F-B537-9AE1617D6FF4}" type="pres">
      <dgm:prSet presAssocID="{3942E646-F120-ED4D-BD44-E224665F6567}" presName="hierChild5" presStyleCnt="0"/>
      <dgm:spPr/>
    </dgm:pt>
    <dgm:pt modelId="{C0885786-8E8C-B542-A039-EB67D666B983}" type="pres">
      <dgm:prSet presAssocID="{B7AA607D-ADE2-D540-A7E3-D484823A6C29}" presName="hierChild5" presStyleCnt="0"/>
      <dgm:spPr/>
    </dgm:pt>
    <dgm:pt modelId="{908F2FF4-B18A-AD42-B4EE-B6BFC0656298}" type="pres">
      <dgm:prSet presAssocID="{895C3356-7E9C-DC4B-B4FE-2CDF95CA8305}" presName="Name37" presStyleLbl="parChTrans1D2" presStyleIdx="2" presStyleCnt="4"/>
      <dgm:spPr/>
    </dgm:pt>
    <dgm:pt modelId="{01DA622A-D9BB-274F-943C-FA51ACC7AD1A}" type="pres">
      <dgm:prSet presAssocID="{6D18D6CD-8C45-1A46-B4B6-3306CAC3E962}" presName="hierRoot2" presStyleCnt="0">
        <dgm:presLayoutVars>
          <dgm:hierBranch val="init"/>
        </dgm:presLayoutVars>
      </dgm:prSet>
      <dgm:spPr/>
    </dgm:pt>
    <dgm:pt modelId="{9271395A-2D75-514D-840E-800B59612A54}" type="pres">
      <dgm:prSet presAssocID="{6D18D6CD-8C45-1A46-B4B6-3306CAC3E962}" presName="rootComposite" presStyleCnt="0"/>
      <dgm:spPr/>
    </dgm:pt>
    <dgm:pt modelId="{8F108E91-06F7-FC44-A1A1-598398B0EBB9}" type="pres">
      <dgm:prSet presAssocID="{6D18D6CD-8C45-1A46-B4B6-3306CAC3E962}" presName="rootText" presStyleLbl="node2" presStyleIdx="2" presStyleCnt="4">
        <dgm:presLayoutVars>
          <dgm:chPref val="3"/>
        </dgm:presLayoutVars>
      </dgm:prSet>
      <dgm:spPr/>
    </dgm:pt>
    <dgm:pt modelId="{2BF09889-9954-E84E-9496-7E94E9B7BE7C}" type="pres">
      <dgm:prSet presAssocID="{6D18D6CD-8C45-1A46-B4B6-3306CAC3E962}" presName="rootConnector" presStyleLbl="node2" presStyleIdx="2" presStyleCnt="4"/>
      <dgm:spPr/>
    </dgm:pt>
    <dgm:pt modelId="{130D80E9-5037-B749-8311-B07BC6A91502}" type="pres">
      <dgm:prSet presAssocID="{6D18D6CD-8C45-1A46-B4B6-3306CAC3E962}" presName="hierChild4" presStyleCnt="0"/>
      <dgm:spPr/>
    </dgm:pt>
    <dgm:pt modelId="{DC06AB4B-77F6-9749-9C44-C3E6B9779554}" type="pres">
      <dgm:prSet presAssocID="{5A85838F-CC59-694D-8775-3F88711A9B7B}" presName="Name37" presStyleLbl="parChTrans1D3" presStyleIdx="6" presStyleCnt="14"/>
      <dgm:spPr/>
    </dgm:pt>
    <dgm:pt modelId="{D4B3976B-F884-D745-8378-9BAA270AD539}" type="pres">
      <dgm:prSet presAssocID="{6D16CC69-863A-DA42-BB0B-E8664750669A}" presName="hierRoot2" presStyleCnt="0">
        <dgm:presLayoutVars>
          <dgm:hierBranch val="init"/>
        </dgm:presLayoutVars>
      </dgm:prSet>
      <dgm:spPr/>
    </dgm:pt>
    <dgm:pt modelId="{1F693427-D0F7-7847-AC48-4BAF0183F8A5}" type="pres">
      <dgm:prSet presAssocID="{6D16CC69-863A-DA42-BB0B-E8664750669A}" presName="rootComposite" presStyleCnt="0"/>
      <dgm:spPr/>
    </dgm:pt>
    <dgm:pt modelId="{05C04A0B-EBFF-9947-8289-21B842A93F3E}" type="pres">
      <dgm:prSet presAssocID="{6D16CC69-863A-DA42-BB0B-E8664750669A}" presName="rootText" presStyleLbl="node3" presStyleIdx="6" presStyleCnt="14">
        <dgm:presLayoutVars>
          <dgm:chPref val="3"/>
        </dgm:presLayoutVars>
      </dgm:prSet>
      <dgm:spPr/>
    </dgm:pt>
    <dgm:pt modelId="{E364A910-836A-6244-847D-F312DA1F11CA}" type="pres">
      <dgm:prSet presAssocID="{6D16CC69-863A-DA42-BB0B-E8664750669A}" presName="rootConnector" presStyleLbl="node3" presStyleIdx="6" presStyleCnt="14"/>
      <dgm:spPr/>
    </dgm:pt>
    <dgm:pt modelId="{A3B1230D-8403-254A-89D2-5709D8FAF822}" type="pres">
      <dgm:prSet presAssocID="{6D16CC69-863A-DA42-BB0B-E8664750669A}" presName="hierChild4" presStyleCnt="0"/>
      <dgm:spPr/>
    </dgm:pt>
    <dgm:pt modelId="{1DF631FF-EBAA-A94C-B892-B440368169BE}" type="pres">
      <dgm:prSet presAssocID="{6D16CC69-863A-DA42-BB0B-E8664750669A}" presName="hierChild5" presStyleCnt="0"/>
      <dgm:spPr/>
    </dgm:pt>
    <dgm:pt modelId="{1F36656D-95BC-F54D-9A34-5DF65083DE3E}" type="pres">
      <dgm:prSet presAssocID="{1ACC1952-8D60-7B42-8FB2-37D9B1D9E3C1}" presName="Name37" presStyleLbl="parChTrans1D3" presStyleIdx="7" presStyleCnt="14"/>
      <dgm:spPr/>
    </dgm:pt>
    <dgm:pt modelId="{56119CFD-2A86-B140-A018-4905F5EA3776}" type="pres">
      <dgm:prSet presAssocID="{0BAD0633-58BD-2144-BBB4-4A8B0C0B82A1}" presName="hierRoot2" presStyleCnt="0">
        <dgm:presLayoutVars>
          <dgm:hierBranch val="init"/>
        </dgm:presLayoutVars>
      </dgm:prSet>
      <dgm:spPr/>
    </dgm:pt>
    <dgm:pt modelId="{16A22488-3114-1347-BC71-F5EA5E2383F6}" type="pres">
      <dgm:prSet presAssocID="{0BAD0633-58BD-2144-BBB4-4A8B0C0B82A1}" presName="rootComposite" presStyleCnt="0"/>
      <dgm:spPr/>
    </dgm:pt>
    <dgm:pt modelId="{5845C4BE-61DE-6144-B917-945D9305259E}" type="pres">
      <dgm:prSet presAssocID="{0BAD0633-58BD-2144-BBB4-4A8B0C0B82A1}" presName="rootText" presStyleLbl="node3" presStyleIdx="7" presStyleCnt="14">
        <dgm:presLayoutVars>
          <dgm:chPref val="3"/>
        </dgm:presLayoutVars>
      </dgm:prSet>
      <dgm:spPr/>
    </dgm:pt>
    <dgm:pt modelId="{54E1A9B2-954D-2240-B3E3-4916630F9F20}" type="pres">
      <dgm:prSet presAssocID="{0BAD0633-58BD-2144-BBB4-4A8B0C0B82A1}" presName="rootConnector" presStyleLbl="node3" presStyleIdx="7" presStyleCnt="14"/>
      <dgm:spPr/>
    </dgm:pt>
    <dgm:pt modelId="{F7DCE087-39DC-4F45-95DC-32E27C5C3DF0}" type="pres">
      <dgm:prSet presAssocID="{0BAD0633-58BD-2144-BBB4-4A8B0C0B82A1}" presName="hierChild4" presStyleCnt="0"/>
      <dgm:spPr/>
    </dgm:pt>
    <dgm:pt modelId="{62FB3ADD-7CFB-E64A-995D-EABFC5146E17}" type="pres">
      <dgm:prSet presAssocID="{0BAD0633-58BD-2144-BBB4-4A8B0C0B82A1}" presName="hierChild5" presStyleCnt="0"/>
      <dgm:spPr/>
    </dgm:pt>
    <dgm:pt modelId="{8C8649A7-5432-9E44-AFED-409A054AF5EE}" type="pres">
      <dgm:prSet presAssocID="{1FA4CF83-C9F6-364B-A937-6AC57CB8E078}" presName="Name37" presStyleLbl="parChTrans1D3" presStyleIdx="8" presStyleCnt="14"/>
      <dgm:spPr/>
    </dgm:pt>
    <dgm:pt modelId="{567D0C37-4111-3D41-AE92-1E0FDCF57867}" type="pres">
      <dgm:prSet presAssocID="{93882B60-B306-EA40-AAA2-C6C1C955DEA6}" presName="hierRoot2" presStyleCnt="0">
        <dgm:presLayoutVars>
          <dgm:hierBranch val="init"/>
        </dgm:presLayoutVars>
      </dgm:prSet>
      <dgm:spPr/>
    </dgm:pt>
    <dgm:pt modelId="{65822531-EFB1-DD47-8F3A-F5228D3B4F17}" type="pres">
      <dgm:prSet presAssocID="{93882B60-B306-EA40-AAA2-C6C1C955DEA6}" presName="rootComposite" presStyleCnt="0"/>
      <dgm:spPr/>
    </dgm:pt>
    <dgm:pt modelId="{DBF89C41-509C-4441-80AB-10325BD96D3A}" type="pres">
      <dgm:prSet presAssocID="{93882B60-B306-EA40-AAA2-C6C1C955DEA6}" presName="rootText" presStyleLbl="node3" presStyleIdx="8" presStyleCnt="14">
        <dgm:presLayoutVars>
          <dgm:chPref val="3"/>
        </dgm:presLayoutVars>
      </dgm:prSet>
      <dgm:spPr/>
    </dgm:pt>
    <dgm:pt modelId="{DAE54195-E1BD-3B4A-BD2F-31A3A9FE0F6B}" type="pres">
      <dgm:prSet presAssocID="{93882B60-B306-EA40-AAA2-C6C1C955DEA6}" presName="rootConnector" presStyleLbl="node3" presStyleIdx="8" presStyleCnt="14"/>
      <dgm:spPr/>
    </dgm:pt>
    <dgm:pt modelId="{6C9BB646-5780-EE4D-ADC2-81099D3CC587}" type="pres">
      <dgm:prSet presAssocID="{93882B60-B306-EA40-AAA2-C6C1C955DEA6}" presName="hierChild4" presStyleCnt="0"/>
      <dgm:spPr/>
    </dgm:pt>
    <dgm:pt modelId="{68B82FF3-4B0A-2147-827D-70A927AFF81D}" type="pres">
      <dgm:prSet presAssocID="{93882B60-B306-EA40-AAA2-C6C1C955DEA6}" presName="hierChild5" presStyleCnt="0"/>
      <dgm:spPr/>
    </dgm:pt>
    <dgm:pt modelId="{28785054-6987-594F-9C91-D44473C7ADB7}" type="pres">
      <dgm:prSet presAssocID="{6D18D6CD-8C45-1A46-B4B6-3306CAC3E962}" presName="hierChild5" presStyleCnt="0"/>
      <dgm:spPr/>
    </dgm:pt>
    <dgm:pt modelId="{24889DB9-C6FC-944B-B400-C82903BDBC93}" type="pres">
      <dgm:prSet presAssocID="{5F9B8B02-A549-F747-88B8-AAEBCA497AB4}" presName="Name37" presStyleLbl="parChTrans1D2" presStyleIdx="3" presStyleCnt="4"/>
      <dgm:spPr/>
    </dgm:pt>
    <dgm:pt modelId="{97908411-A10F-4E44-8E47-30F2FD17F766}" type="pres">
      <dgm:prSet presAssocID="{30E4063B-D66F-574E-B067-0ADF5E0DC3DF}" presName="hierRoot2" presStyleCnt="0">
        <dgm:presLayoutVars>
          <dgm:hierBranch val="init"/>
        </dgm:presLayoutVars>
      </dgm:prSet>
      <dgm:spPr/>
    </dgm:pt>
    <dgm:pt modelId="{C01CB01A-1DFE-4D49-8850-6310044BE902}" type="pres">
      <dgm:prSet presAssocID="{30E4063B-D66F-574E-B067-0ADF5E0DC3DF}" presName="rootComposite" presStyleCnt="0"/>
      <dgm:spPr/>
    </dgm:pt>
    <dgm:pt modelId="{CDB70E5C-F066-D349-8D88-21ABEAB29400}" type="pres">
      <dgm:prSet presAssocID="{30E4063B-D66F-574E-B067-0ADF5E0DC3DF}" presName="rootText" presStyleLbl="node2" presStyleIdx="3" presStyleCnt="4">
        <dgm:presLayoutVars>
          <dgm:chPref val="3"/>
        </dgm:presLayoutVars>
      </dgm:prSet>
      <dgm:spPr/>
    </dgm:pt>
    <dgm:pt modelId="{57D5AD78-913D-FD43-88F5-6AE56D436F7E}" type="pres">
      <dgm:prSet presAssocID="{30E4063B-D66F-574E-B067-0ADF5E0DC3DF}" presName="rootConnector" presStyleLbl="node2" presStyleIdx="3" presStyleCnt="4"/>
      <dgm:spPr/>
    </dgm:pt>
    <dgm:pt modelId="{460A43B4-BE61-8D48-81DC-84396226D518}" type="pres">
      <dgm:prSet presAssocID="{30E4063B-D66F-574E-B067-0ADF5E0DC3DF}" presName="hierChild4" presStyleCnt="0"/>
      <dgm:spPr/>
    </dgm:pt>
    <dgm:pt modelId="{3C2A3FD4-52CD-9447-8BD2-AD745BEDF210}" type="pres">
      <dgm:prSet presAssocID="{9D383186-E009-0E49-A951-C4D8F61DD116}" presName="Name37" presStyleLbl="parChTrans1D3" presStyleIdx="9" presStyleCnt="14"/>
      <dgm:spPr/>
    </dgm:pt>
    <dgm:pt modelId="{1A0E5EFB-CCB0-C14C-8993-09A46398A1B2}" type="pres">
      <dgm:prSet presAssocID="{7ADFB1FA-6DE8-8146-AB66-D0FBF85DCCC9}" presName="hierRoot2" presStyleCnt="0">
        <dgm:presLayoutVars>
          <dgm:hierBranch val="init"/>
        </dgm:presLayoutVars>
      </dgm:prSet>
      <dgm:spPr/>
    </dgm:pt>
    <dgm:pt modelId="{AFA662EB-85F2-0D43-BDD0-9FF3F5583AC9}" type="pres">
      <dgm:prSet presAssocID="{7ADFB1FA-6DE8-8146-AB66-D0FBF85DCCC9}" presName="rootComposite" presStyleCnt="0"/>
      <dgm:spPr/>
    </dgm:pt>
    <dgm:pt modelId="{EAF7C1AA-19C4-DF4D-9E66-5911DA63BA6D}" type="pres">
      <dgm:prSet presAssocID="{7ADFB1FA-6DE8-8146-AB66-D0FBF85DCCC9}" presName="rootText" presStyleLbl="node3" presStyleIdx="9" presStyleCnt="14">
        <dgm:presLayoutVars>
          <dgm:chPref val="3"/>
        </dgm:presLayoutVars>
      </dgm:prSet>
      <dgm:spPr/>
    </dgm:pt>
    <dgm:pt modelId="{DDED0BA6-27FE-3946-B515-0AD8B1D61D4A}" type="pres">
      <dgm:prSet presAssocID="{7ADFB1FA-6DE8-8146-AB66-D0FBF85DCCC9}" presName="rootConnector" presStyleLbl="node3" presStyleIdx="9" presStyleCnt="14"/>
      <dgm:spPr/>
    </dgm:pt>
    <dgm:pt modelId="{19806C77-7005-1B4C-80BA-5D96E7C401EF}" type="pres">
      <dgm:prSet presAssocID="{7ADFB1FA-6DE8-8146-AB66-D0FBF85DCCC9}" presName="hierChild4" presStyleCnt="0"/>
      <dgm:spPr/>
    </dgm:pt>
    <dgm:pt modelId="{0951C9AA-7CED-F04F-9B00-F339861752BC}" type="pres">
      <dgm:prSet presAssocID="{7ADFB1FA-6DE8-8146-AB66-D0FBF85DCCC9}" presName="hierChild5" presStyleCnt="0"/>
      <dgm:spPr/>
    </dgm:pt>
    <dgm:pt modelId="{EC871B95-C2D4-864D-9BA5-FCB23D34407C}" type="pres">
      <dgm:prSet presAssocID="{214A8736-8517-5046-96EC-3C3EDD05A398}" presName="Name37" presStyleLbl="parChTrans1D3" presStyleIdx="10" presStyleCnt="14"/>
      <dgm:spPr/>
    </dgm:pt>
    <dgm:pt modelId="{585DE442-F5E4-DF44-8496-ECE99C56357F}" type="pres">
      <dgm:prSet presAssocID="{95273BF3-2DA4-3E49-A5F0-F79F2B1B1FAE}" presName="hierRoot2" presStyleCnt="0">
        <dgm:presLayoutVars>
          <dgm:hierBranch val="init"/>
        </dgm:presLayoutVars>
      </dgm:prSet>
      <dgm:spPr/>
    </dgm:pt>
    <dgm:pt modelId="{C118135E-4D7F-2D46-9669-88AA72D26C01}" type="pres">
      <dgm:prSet presAssocID="{95273BF3-2DA4-3E49-A5F0-F79F2B1B1FAE}" presName="rootComposite" presStyleCnt="0"/>
      <dgm:spPr/>
    </dgm:pt>
    <dgm:pt modelId="{9C37F515-A144-5B41-93EF-FB7D4453CB2D}" type="pres">
      <dgm:prSet presAssocID="{95273BF3-2DA4-3E49-A5F0-F79F2B1B1FAE}" presName="rootText" presStyleLbl="node3" presStyleIdx="10" presStyleCnt="14">
        <dgm:presLayoutVars>
          <dgm:chPref val="3"/>
        </dgm:presLayoutVars>
      </dgm:prSet>
      <dgm:spPr/>
    </dgm:pt>
    <dgm:pt modelId="{44344F36-C893-484E-8587-32F50EC088C7}" type="pres">
      <dgm:prSet presAssocID="{95273BF3-2DA4-3E49-A5F0-F79F2B1B1FAE}" presName="rootConnector" presStyleLbl="node3" presStyleIdx="10" presStyleCnt="14"/>
      <dgm:spPr/>
    </dgm:pt>
    <dgm:pt modelId="{A3A41802-9289-904E-AB50-5EE5CD15831A}" type="pres">
      <dgm:prSet presAssocID="{95273BF3-2DA4-3E49-A5F0-F79F2B1B1FAE}" presName="hierChild4" presStyleCnt="0"/>
      <dgm:spPr/>
    </dgm:pt>
    <dgm:pt modelId="{EACE1737-C192-734D-8F8F-953B1AD21166}" type="pres">
      <dgm:prSet presAssocID="{95273BF3-2DA4-3E49-A5F0-F79F2B1B1FAE}" presName="hierChild5" presStyleCnt="0"/>
      <dgm:spPr/>
    </dgm:pt>
    <dgm:pt modelId="{E1ED26C7-31CB-AB43-B8F5-B10AA4F622BA}" type="pres">
      <dgm:prSet presAssocID="{B8CDD412-CEB5-9B43-A125-CF52097804B7}" presName="Name37" presStyleLbl="parChTrans1D3" presStyleIdx="11" presStyleCnt="14"/>
      <dgm:spPr/>
    </dgm:pt>
    <dgm:pt modelId="{1EF14C1D-02EF-D644-B9C0-551554B9C637}" type="pres">
      <dgm:prSet presAssocID="{D89CCA49-A5F7-644F-BCC2-661C17EEFEE2}" presName="hierRoot2" presStyleCnt="0">
        <dgm:presLayoutVars>
          <dgm:hierBranch val="init"/>
        </dgm:presLayoutVars>
      </dgm:prSet>
      <dgm:spPr/>
    </dgm:pt>
    <dgm:pt modelId="{A7868CEC-1A98-F947-807A-CB841564FF12}" type="pres">
      <dgm:prSet presAssocID="{D89CCA49-A5F7-644F-BCC2-661C17EEFEE2}" presName="rootComposite" presStyleCnt="0"/>
      <dgm:spPr/>
    </dgm:pt>
    <dgm:pt modelId="{DF1B20B8-1CE6-6642-98A4-397F70CED1E0}" type="pres">
      <dgm:prSet presAssocID="{D89CCA49-A5F7-644F-BCC2-661C17EEFEE2}" presName="rootText" presStyleLbl="node3" presStyleIdx="11" presStyleCnt="14">
        <dgm:presLayoutVars>
          <dgm:chPref val="3"/>
        </dgm:presLayoutVars>
      </dgm:prSet>
      <dgm:spPr/>
    </dgm:pt>
    <dgm:pt modelId="{817C4753-167C-0D43-90AE-B270B380D5E7}" type="pres">
      <dgm:prSet presAssocID="{D89CCA49-A5F7-644F-BCC2-661C17EEFEE2}" presName="rootConnector" presStyleLbl="node3" presStyleIdx="11" presStyleCnt="14"/>
      <dgm:spPr/>
    </dgm:pt>
    <dgm:pt modelId="{F9DA3769-51AC-EF41-86E0-70B018C73739}" type="pres">
      <dgm:prSet presAssocID="{D89CCA49-A5F7-644F-BCC2-661C17EEFEE2}" presName="hierChild4" presStyleCnt="0"/>
      <dgm:spPr/>
    </dgm:pt>
    <dgm:pt modelId="{1E61D1BD-B4B9-C248-B507-B38CEFB24CD7}" type="pres">
      <dgm:prSet presAssocID="{D89CCA49-A5F7-644F-BCC2-661C17EEFEE2}" presName="hierChild5" presStyleCnt="0"/>
      <dgm:spPr/>
    </dgm:pt>
    <dgm:pt modelId="{D7858B76-E3B7-0744-B224-DFAF72BEC614}" type="pres">
      <dgm:prSet presAssocID="{C12664BB-823D-2940-B65C-A2C2A54E06A8}" presName="Name37" presStyleLbl="parChTrans1D3" presStyleIdx="12" presStyleCnt="14"/>
      <dgm:spPr/>
    </dgm:pt>
    <dgm:pt modelId="{A5992582-A791-FA44-8EB2-E06A5417CA4B}" type="pres">
      <dgm:prSet presAssocID="{A3D8CC9D-2651-2943-B148-5816E82DA50C}" presName="hierRoot2" presStyleCnt="0">
        <dgm:presLayoutVars>
          <dgm:hierBranch val="init"/>
        </dgm:presLayoutVars>
      </dgm:prSet>
      <dgm:spPr/>
    </dgm:pt>
    <dgm:pt modelId="{42EA304E-A599-774B-B3CE-815B2819D492}" type="pres">
      <dgm:prSet presAssocID="{A3D8CC9D-2651-2943-B148-5816E82DA50C}" presName="rootComposite" presStyleCnt="0"/>
      <dgm:spPr/>
    </dgm:pt>
    <dgm:pt modelId="{793A8BBD-8A73-CD40-8C1E-BBB7CBDB51DE}" type="pres">
      <dgm:prSet presAssocID="{A3D8CC9D-2651-2943-B148-5816E82DA50C}" presName="rootText" presStyleLbl="node3" presStyleIdx="12" presStyleCnt="14">
        <dgm:presLayoutVars>
          <dgm:chPref val="3"/>
        </dgm:presLayoutVars>
      </dgm:prSet>
      <dgm:spPr/>
    </dgm:pt>
    <dgm:pt modelId="{09A9AB6F-9A63-094D-BC57-1E949967EE0A}" type="pres">
      <dgm:prSet presAssocID="{A3D8CC9D-2651-2943-B148-5816E82DA50C}" presName="rootConnector" presStyleLbl="node3" presStyleIdx="12" presStyleCnt="14"/>
      <dgm:spPr/>
    </dgm:pt>
    <dgm:pt modelId="{57A68B60-36C4-0F43-855B-FE81063BE4FC}" type="pres">
      <dgm:prSet presAssocID="{A3D8CC9D-2651-2943-B148-5816E82DA50C}" presName="hierChild4" presStyleCnt="0"/>
      <dgm:spPr/>
    </dgm:pt>
    <dgm:pt modelId="{AA1DD58C-21AB-7A49-9661-B98772C0C098}" type="pres">
      <dgm:prSet presAssocID="{A3D8CC9D-2651-2943-B148-5816E82DA50C}" presName="hierChild5" presStyleCnt="0"/>
      <dgm:spPr/>
    </dgm:pt>
    <dgm:pt modelId="{EC98135F-DB06-C248-9EE5-932ADCD5B659}" type="pres">
      <dgm:prSet presAssocID="{0560C059-775A-5B4F-BF5B-E9616FB9A366}" presName="Name37" presStyleLbl="parChTrans1D3" presStyleIdx="13" presStyleCnt="14"/>
      <dgm:spPr/>
    </dgm:pt>
    <dgm:pt modelId="{E232AA85-56B4-0248-8F92-5334B58CA286}" type="pres">
      <dgm:prSet presAssocID="{D955C205-56A3-B44F-81FE-6B87E017C9C3}" presName="hierRoot2" presStyleCnt="0">
        <dgm:presLayoutVars>
          <dgm:hierBranch val="init"/>
        </dgm:presLayoutVars>
      </dgm:prSet>
      <dgm:spPr/>
    </dgm:pt>
    <dgm:pt modelId="{525A2B13-708F-2E4C-8FE6-2F090B2C516D}" type="pres">
      <dgm:prSet presAssocID="{D955C205-56A3-B44F-81FE-6B87E017C9C3}" presName="rootComposite" presStyleCnt="0"/>
      <dgm:spPr/>
    </dgm:pt>
    <dgm:pt modelId="{E5270617-3536-F74C-91C7-5D2DEA8B2D3D}" type="pres">
      <dgm:prSet presAssocID="{D955C205-56A3-B44F-81FE-6B87E017C9C3}" presName="rootText" presStyleLbl="node3" presStyleIdx="13" presStyleCnt="14">
        <dgm:presLayoutVars>
          <dgm:chPref val="3"/>
        </dgm:presLayoutVars>
      </dgm:prSet>
      <dgm:spPr/>
    </dgm:pt>
    <dgm:pt modelId="{86FB4C98-A594-BE4B-9D91-63FA67A4BCC4}" type="pres">
      <dgm:prSet presAssocID="{D955C205-56A3-B44F-81FE-6B87E017C9C3}" presName="rootConnector" presStyleLbl="node3" presStyleIdx="13" presStyleCnt="14"/>
      <dgm:spPr/>
    </dgm:pt>
    <dgm:pt modelId="{4CA1E697-231A-8F46-B25F-12EAC937EA62}" type="pres">
      <dgm:prSet presAssocID="{D955C205-56A3-B44F-81FE-6B87E017C9C3}" presName="hierChild4" presStyleCnt="0"/>
      <dgm:spPr/>
    </dgm:pt>
    <dgm:pt modelId="{FA9F4B3D-2CCF-C047-A81B-E2BEC89A331F}" type="pres">
      <dgm:prSet presAssocID="{D955C205-56A3-B44F-81FE-6B87E017C9C3}" presName="hierChild5" presStyleCnt="0"/>
      <dgm:spPr/>
    </dgm:pt>
    <dgm:pt modelId="{1638813C-C591-AD45-8C9B-9D599F95BE32}" type="pres">
      <dgm:prSet presAssocID="{30E4063B-D66F-574E-B067-0ADF5E0DC3DF}" presName="hierChild5" presStyleCnt="0"/>
      <dgm:spPr/>
    </dgm:pt>
    <dgm:pt modelId="{FAB4F7E9-D972-EA48-8691-E7A5FF548F70}" type="pres">
      <dgm:prSet presAssocID="{652149C9-B794-2E44-B0C5-A844B587E501}" presName="hierChild3" presStyleCnt="0"/>
      <dgm:spPr/>
    </dgm:pt>
  </dgm:ptLst>
  <dgm:cxnLst>
    <dgm:cxn modelId="{48A51402-0F0D-6841-A1EE-C2881C090FE1}" type="presOf" srcId="{B7AA607D-ADE2-D540-A7E3-D484823A6C29}" destId="{A307EEF8-4768-E94E-AF6D-54853B6B8248}" srcOrd="1" destOrd="0" presId="urn:microsoft.com/office/officeart/2005/8/layout/orgChart1"/>
    <dgm:cxn modelId="{E6712909-4906-EE46-A8C1-1760EACAE823}" type="presOf" srcId="{E0A4928E-8FB2-7748-B84A-7B6A790D112D}" destId="{14A95C6B-C37B-8D4E-A13B-A7BC72EE9A06}" srcOrd="0" destOrd="0" presId="urn:microsoft.com/office/officeart/2005/8/layout/orgChart1"/>
    <dgm:cxn modelId="{9259440E-0ACD-D946-9BE6-71F973896B4C}" type="presOf" srcId="{00187DCD-3DA0-1A42-8A9C-6C419405B76B}" destId="{C63F3C5E-603D-E94E-9A02-DDD759F49F96}" srcOrd="1" destOrd="0" presId="urn:microsoft.com/office/officeart/2005/8/layout/orgChart1"/>
    <dgm:cxn modelId="{9563780F-AFF9-644D-A924-ADEC1183E1F7}" type="presOf" srcId="{53B6A9F7-DD9B-7449-B749-9E367FDEF672}" destId="{C520807A-BC50-A54F-AA2B-E705C15646B2}" srcOrd="0" destOrd="0" presId="urn:microsoft.com/office/officeart/2005/8/layout/orgChart1"/>
    <dgm:cxn modelId="{46D2D40F-C583-4A48-A651-D807DC1949D6}" type="presOf" srcId="{6D18D6CD-8C45-1A46-B4B6-3306CAC3E962}" destId="{2BF09889-9954-E84E-9496-7E94E9B7BE7C}" srcOrd="1" destOrd="0" presId="urn:microsoft.com/office/officeart/2005/8/layout/orgChart1"/>
    <dgm:cxn modelId="{761AB313-879B-6141-8B84-6F76871E1351}" type="presOf" srcId="{EA3D9883-E17C-944B-97CE-FB5E73FDA97A}" destId="{41F94DA3-272A-844E-95CD-1A1E4CB57348}" srcOrd="1" destOrd="0" presId="urn:microsoft.com/office/officeart/2005/8/layout/orgChart1"/>
    <dgm:cxn modelId="{A5E5A61B-B6FB-F843-BC2F-E7D0A0B8D6AF}" type="presOf" srcId="{7ADFB1FA-6DE8-8146-AB66-D0FBF85DCCC9}" destId="{EAF7C1AA-19C4-DF4D-9E66-5911DA63BA6D}" srcOrd="0" destOrd="0" presId="urn:microsoft.com/office/officeart/2005/8/layout/orgChart1"/>
    <dgm:cxn modelId="{D3AA2620-7DE0-F84D-AAA7-E5FB1C769C12}" srcId="{652149C9-B794-2E44-B0C5-A844B587E501}" destId="{30E4063B-D66F-574E-B067-0ADF5E0DC3DF}" srcOrd="3" destOrd="0" parTransId="{5F9B8B02-A549-F747-88B8-AAEBCA497AB4}" sibTransId="{0835628C-E972-AE4C-B6B9-28A3D0491ACF}"/>
    <dgm:cxn modelId="{0E757120-6EBE-9447-92BD-44A74901FD0B}" type="presOf" srcId="{D955C205-56A3-B44F-81FE-6B87E017C9C3}" destId="{86FB4C98-A594-BE4B-9D91-63FA67A4BCC4}" srcOrd="1" destOrd="0" presId="urn:microsoft.com/office/officeart/2005/8/layout/orgChart1"/>
    <dgm:cxn modelId="{D980F421-D67D-0E4A-AA00-28DB7040E966}" type="presOf" srcId="{780DB7A3-C866-FD47-870D-BACB1B418765}" destId="{E178B001-1EE5-D242-B22C-CDAC2343EF08}" srcOrd="0" destOrd="0" presId="urn:microsoft.com/office/officeart/2005/8/layout/orgChart1"/>
    <dgm:cxn modelId="{97C99624-B10C-2A47-B7B0-3DB7ECEF5B8A}" type="presOf" srcId="{5F9B8B02-A549-F747-88B8-AAEBCA497AB4}" destId="{24889DB9-C6FC-944B-B400-C82903BDBC93}" srcOrd="0" destOrd="0" presId="urn:microsoft.com/office/officeart/2005/8/layout/orgChart1"/>
    <dgm:cxn modelId="{71284D2C-7B84-5C43-B2B5-D156646AB1DC}" srcId="{30E4063B-D66F-574E-B067-0ADF5E0DC3DF}" destId="{D89CCA49-A5F7-644F-BCC2-661C17EEFEE2}" srcOrd="2" destOrd="0" parTransId="{B8CDD412-CEB5-9B43-A125-CF52097804B7}" sibTransId="{62BBD54D-FE0E-3848-ADF2-19B059BC2BB4}"/>
    <dgm:cxn modelId="{E31C372D-A4E8-D64A-8BCA-87C5CF973BC2}" type="presOf" srcId="{5886F108-D72C-294A-859E-2BFF75E7FF3E}" destId="{42CD4B03-FDFA-4549-BAC5-2FA7C224FD2D}" srcOrd="0" destOrd="0" presId="urn:microsoft.com/office/officeart/2005/8/layout/orgChart1"/>
    <dgm:cxn modelId="{46F7FF2E-AF37-714D-9FAF-DBD169CBE902}" type="presOf" srcId="{C12664BB-823D-2940-B65C-A2C2A54E06A8}" destId="{D7858B76-E3B7-0744-B224-DFAF72BEC614}" srcOrd="0" destOrd="0" presId="urn:microsoft.com/office/officeart/2005/8/layout/orgChart1"/>
    <dgm:cxn modelId="{E06EAF2F-A08E-3442-8CD9-CDF229963D9D}" srcId="{19078D0B-EB64-2D4C-8E19-B88B9EA182A9}" destId="{652149C9-B794-2E44-B0C5-A844B587E501}" srcOrd="0" destOrd="0" parTransId="{E4381ED5-57B6-414B-A86D-B2C83FD4C43D}" sibTransId="{1DD5B54A-E85F-FD4D-B7FA-25F573C607F9}"/>
    <dgm:cxn modelId="{06ADAF2F-7BC8-1F41-B696-2D71C2DF0D1C}" type="presOf" srcId="{780DB7A3-C866-FD47-870D-BACB1B418765}" destId="{8A736AF9-9379-0145-9655-25884B0FCD18}" srcOrd="1" destOrd="0" presId="urn:microsoft.com/office/officeart/2005/8/layout/orgChart1"/>
    <dgm:cxn modelId="{90BEE238-B57C-5644-A5D9-7F54215607B5}" srcId="{652149C9-B794-2E44-B0C5-A844B587E501}" destId="{EA3D9883-E17C-944B-97CE-FB5E73FDA97A}" srcOrd="0" destOrd="0" parTransId="{BAE8C5C9-7D77-7542-B7C3-46A3762E2FF7}" sibTransId="{DA5B598E-A333-554B-A874-F0C46EB1DABA}"/>
    <dgm:cxn modelId="{523FA63D-B7CC-D449-97D3-6166F53F56D6}" type="presOf" srcId="{6C2F15AB-6F7D-764D-945A-109D6287EA66}" destId="{41ABFF56-993F-3747-B84A-2BE1693F857D}" srcOrd="1" destOrd="0" presId="urn:microsoft.com/office/officeart/2005/8/layout/orgChart1"/>
    <dgm:cxn modelId="{10C7343E-E0F4-B84C-B7FA-1615CD3D7D0B}" type="presOf" srcId="{652149C9-B794-2E44-B0C5-A844B587E501}" destId="{69FA8C26-A4CD-AC42-9DF7-191AA58F7897}" srcOrd="0" destOrd="0" presId="urn:microsoft.com/office/officeart/2005/8/layout/orgChart1"/>
    <dgm:cxn modelId="{FA15163F-1B56-6547-80CA-E107136747B9}" type="presOf" srcId="{DD548306-8A7C-344F-85B9-0CFDB06CBC68}" destId="{8092978E-E2C9-674E-BA69-5C25B18FAA1D}" srcOrd="0" destOrd="0" presId="urn:microsoft.com/office/officeart/2005/8/layout/orgChart1"/>
    <dgm:cxn modelId="{799C7746-CAB7-6E4A-99C1-4DA37DDBAD2F}" type="presOf" srcId="{9D383186-E009-0E49-A951-C4D8F61DD116}" destId="{3C2A3FD4-52CD-9447-8BD2-AD745BEDF210}" srcOrd="0" destOrd="0" presId="urn:microsoft.com/office/officeart/2005/8/layout/orgChart1"/>
    <dgm:cxn modelId="{92786F4F-7D4E-DD47-B15C-BC5C474279E1}" srcId="{6D18D6CD-8C45-1A46-B4B6-3306CAC3E962}" destId="{93882B60-B306-EA40-AAA2-C6C1C955DEA6}" srcOrd="2" destOrd="0" parTransId="{1FA4CF83-C9F6-364B-A937-6AC57CB8E078}" sibTransId="{CFD1401C-FC5A-CB4F-87D2-EEB23DEC441C}"/>
    <dgm:cxn modelId="{7AE46951-9B93-F54D-801E-F9ADFC71FD19}" srcId="{30E4063B-D66F-574E-B067-0ADF5E0DC3DF}" destId="{7ADFB1FA-6DE8-8146-AB66-D0FBF85DCCC9}" srcOrd="0" destOrd="0" parTransId="{9D383186-E009-0E49-A951-C4D8F61DD116}" sibTransId="{6177B505-312E-E949-8295-451853FBBD68}"/>
    <dgm:cxn modelId="{F3F2E355-AB1C-2942-95E5-108898D65934}" type="presOf" srcId="{19078D0B-EB64-2D4C-8E19-B88B9EA182A9}" destId="{32EBDDF0-BE85-1E4D-B81A-18408CC66615}" srcOrd="0" destOrd="0" presId="urn:microsoft.com/office/officeart/2005/8/layout/orgChart1"/>
    <dgm:cxn modelId="{1E9A6558-9119-A647-A759-D34E307C6CC5}" srcId="{652149C9-B794-2E44-B0C5-A844B587E501}" destId="{B7AA607D-ADE2-D540-A7E3-D484823A6C29}" srcOrd="1" destOrd="0" parTransId="{53B6A9F7-DD9B-7449-B749-9E367FDEF672}" sibTransId="{D679F9BD-ED91-AE4F-B3C4-A180E3DCDB39}"/>
    <dgm:cxn modelId="{E57D7058-98EB-9C4B-86AD-03CA18124EAE}" type="presOf" srcId="{6C2F15AB-6F7D-764D-945A-109D6287EA66}" destId="{76C3E33F-597D-E14E-BEF0-9F100B1EA424}" srcOrd="0" destOrd="0" presId="urn:microsoft.com/office/officeart/2005/8/layout/orgChart1"/>
    <dgm:cxn modelId="{5C2AAF5A-C93A-1947-9AE1-D189DCF10586}" type="presOf" srcId="{0560C059-775A-5B4F-BF5B-E9616FB9A366}" destId="{EC98135F-DB06-C248-9EE5-932ADCD5B659}" srcOrd="0" destOrd="0" presId="urn:microsoft.com/office/officeart/2005/8/layout/orgChart1"/>
    <dgm:cxn modelId="{7F49F05A-D880-0A41-884A-FAE0D4B75B3C}" type="presOf" srcId="{EA3D9883-E17C-944B-97CE-FB5E73FDA97A}" destId="{3C407DF5-2A04-E147-B74A-2AFC92E708EB}" srcOrd="0" destOrd="0" presId="urn:microsoft.com/office/officeart/2005/8/layout/orgChart1"/>
    <dgm:cxn modelId="{E80F075C-BE95-1D4B-8363-3616F58B313F}" type="presOf" srcId="{B7AA607D-ADE2-D540-A7E3-D484823A6C29}" destId="{FA21C370-707B-3B49-B5B6-7DD8AF1CF387}" srcOrd="0" destOrd="0" presId="urn:microsoft.com/office/officeart/2005/8/layout/orgChart1"/>
    <dgm:cxn modelId="{7F687360-E9CD-A646-A283-CB24FFCD492C}" type="presOf" srcId="{B8CDD412-CEB5-9B43-A125-CF52097804B7}" destId="{E1ED26C7-31CB-AB43-B8F5-B10AA4F622BA}" srcOrd="0" destOrd="0" presId="urn:microsoft.com/office/officeart/2005/8/layout/orgChart1"/>
    <dgm:cxn modelId="{C6453861-EA7E-B744-BE48-907F46BB3A8C}" srcId="{B7AA607D-ADE2-D540-A7E3-D484823A6C29}" destId="{A5E5AA92-07C0-1F47-988C-6FBB7F82DF58}" srcOrd="0" destOrd="0" parTransId="{DD548306-8A7C-344F-85B9-0CFDB06CBC68}" sibTransId="{097BB94D-B421-D843-986C-2497125DE7F4}"/>
    <dgm:cxn modelId="{706A8661-BB97-AB4A-936E-0A4D176C0462}" type="presOf" srcId="{BAE8C5C9-7D77-7542-B7C3-46A3762E2FF7}" destId="{7279D545-F3C5-4E43-8926-6F3F81022687}" srcOrd="0" destOrd="0" presId="urn:microsoft.com/office/officeart/2005/8/layout/orgChart1"/>
    <dgm:cxn modelId="{7C19076A-B5F0-DD4E-82F6-D6BB87BBF70C}" type="presOf" srcId="{652149C9-B794-2E44-B0C5-A844B587E501}" destId="{F65840B0-FAF4-2344-B9C9-A2D3804BD58B}" srcOrd="1" destOrd="0" presId="urn:microsoft.com/office/officeart/2005/8/layout/orgChart1"/>
    <dgm:cxn modelId="{D1C11D74-0959-F740-8E6B-1AA3E01A4D97}" srcId="{6D18D6CD-8C45-1A46-B4B6-3306CAC3E962}" destId="{6D16CC69-863A-DA42-BB0B-E8664750669A}" srcOrd="0" destOrd="0" parTransId="{5A85838F-CC59-694D-8775-3F88711A9B7B}" sibTransId="{7C377A04-B429-B746-A027-AB563B4C37D5}"/>
    <dgm:cxn modelId="{96C2027A-FC01-354E-AEDC-B48DAA988676}" type="presOf" srcId="{3942E646-F120-ED4D-BD44-E224665F6567}" destId="{CE2CEA91-F7FB-9941-9DED-B05E9A28904B}" srcOrd="1" destOrd="0" presId="urn:microsoft.com/office/officeart/2005/8/layout/orgChart1"/>
    <dgm:cxn modelId="{A949A17A-148A-284B-9A30-8ED3657CACDD}" type="presOf" srcId="{D89CCA49-A5F7-644F-BCC2-661C17EEFEE2}" destId="{DF1B20B8-1CE6-6642-98A4-397F70CED1E0}" srcOrd="0" destOrd="0" presId="urn:microsoft.com/office/officeart/2005/8/layout/orgChart1"/>
    <dgm:cxn modelId="{2402747D-F846-4046-B98A-37130F94BF58}" srcId="{B7AA607D-ADE2-D540-A7E3-D484823A6C29}" destId="{3942E646-F120-ED4D-BD44-E224665F6567}" srcOrd="2" destOrd="0" parTransId="{878A820E-C15C-CF46-BDCB-EBA2C65DAE94}" sibTransId="{5B4DA987-31A2-0B48-A5F0-4667E3352EDF}"/>
    <dgm:cxn modelId="{5081AA7D-F6B6-A942-98B2-1E70B52E3390}" type="presOf" srcId="{6D16CC69-863A-DA42-BB0B-E8664750669A}" destId="{05C04A0B-EBFF-9947-8289-21B842A93F3E}" srcOrd="0" destOrd="0" presId="urn:microsoft.com/office/officeart/2005/8/layout/orgChart1"/>
    <dgm:cxn modelId="{28B8C37D-DD46-1B42-93CD-1CE9496BFCB8}" srcId="{652149C9-B794-2E44-B0C5-A844B587E501}" destId="{6D18D6CD-8C45-1A46-B4B6-3306CAC3E962}" srcOrd="2" destOrd="0" parTransId="{895C3356-7E9C-DC4B-B4FE-2CDF95CA8305}" sibTransId="{E3C2A5E3-7A43-6E41-BE3D-9E5B7625446B}"/>
    <dgm:cxn modelId="{4A840381-D946-5143-B760-B1F371C32662}" type="presOf" srcId="{00187DCD-3DA0-1A42-8A9C-6C419405B76B}" destId="{C2BD89DD-1407-E740-B7AF-16913B3A7F68}" srcOrd="0" destOrd="0" presId="urn:microsoft.com/office/officeart/2005/8/layout/orgChart1"/>
    <dgm:cxn modelId="{3079AD86-EFC0-7149-89EB-5EA6262396BF}" type="presOf" srcId="{3942E646-F120-ED4D-BD44-E224665F6567}" destId="{8CCCEA31-4958-C246-A32B-D3868BC43A03}" srcOrd="0" destOrd="0" presId="urn:microsoft.com/office/officeart/2005/8/layout/orgChart1"/>
    <dgm:cxn modelId="{063C488D-1E00-C649-966C-C55EDBD200BC}" type="presOf" srcId="{A5E5AA92-07C0-1F47-988C-6FBB7F82DF58}" destId="{EC87867C-577F-5F49-A9DB-0F660F47B425}" srcOrd="0" destOrd="0" presId="urn:microsoft.com/office/officeart/2005/8/layout/orgChart1"/>
    <dgm:cxn modelId="{C0408A8E-7F36-504B-8CC6-CB211F99C7F5}" type="presOf" srcId="{A5E5AA92-07C0-1F47-988C-6FBB7F82DF58}" destId="{8D08736A-4499-7247-8CBE-5FFC496F37DA}" srcOrd="1" destOrd="0" presId="urn:microsoft.com/office/officeart/2005/8/layout/orgChart1"/>
    <dgm:cxn modelId="{82D2BA8E-3D9E-2C44-94A0-16AE663B3AAA}" type="presOf" srcId="{E0A4928E-8FB2-7748-B84A-7B6A790D112D}" destId="{63FF08D2-B42E-1B4A-BD84-1396AE53705B}" srcOrd="1" destOrd="0" presId="urn:microsoft.com/office/officeart/2005/8/layout/orgChart1"/>
    <dgm:cxn modelId="{BC894C93-A9E5-BA4A-BE0B-0CD87FF3AA4D}" type="presOf" srcId="{7ADFB1FA-6DE8-8146-AB66-D0FBF85DCCC9}" destId="{DDED0BA6-27FE-3946-B515-0AD8B1D61D4A}" srcOrd="1" destOrd="0" presId="urn:microsoft.com/office/officeart/2005/8/layout/orgChart1"/>
    <dgm:cxn modelId="{B6EB909B-8FA6-004A-B048-38BB5A878EE8}" type="presOf" srcId="{95273BF3-2DA4-3E49-A5F0-F79F2B1B1FAE}" destId="{44344F36-C893-484E-8587-32F50EC088C7}" srcOrd="1" destOrd="0" presId="urn:microsoft.com/office/officeart/2005/8/layout/orgChart1"/>
    <dgm:cxn modelId="{189BAC9D-941D-7741-8F5A-45DD60E5DF6C}" srcId="{EA3D9883-E17C-944B-97CE-FB5E73FDA97A}" destId="{00187DCD-3DA0-1A42-8A9C-6C419405B76B}" srcOrd="1" destOrd="0" parTransId="{5886F108-D72C-294A-859E-2BFF75E7FF3E}" sibTransId="{E4D7C5B4-B654-C34C-982B-5BADFE1E52A2}"/>
    <dgm:cxn modelId="{A269B99D-4699-AB46-9AC5-A211AC4FE121}" type="presOf" srcId="{30E4063B-D66F-574E-B067-0ADF5E0DC3DF}" destId="{57D5AD78-913D-FD43-88F5-6AE56D436F7E}" srcOrd="1" destOrd="0" presId="urn:microsoft.com/office/officeart/2005/8/layout/orgChart1"/>
    <dgm:cxn modelId="{8DA333A1-F134-C647-81B9-C993D68B9D3B}" type="presOf" srcId="{1FA4CF83-C9F6-364B-A937-6AC57CB8E078}" destId="{8C8649A7-5432-9E44-AFED-409A054AF5EE}" srcOrd="0" destOrd="0" presId="urn:microsoft.com/office/officeart/2005/8/layout/orgChart1"/>
    <dgm:cxn modelId="{34845CA4-4B85-884D-8926-A920656235A0}" type="presOf" srcId="{D955C205-56A3-B44F-81FE-6B87E017C9C3}" destId="{E5270617-3536-F74C-91C7-5D2DEA8B2D3D}" srcOrd="0" destOrd="0" presId="urn:microsoft.com/office/officeart/2005/8/layout/orgChart1"/>
    <dgm:cxn modelId="{1D0A5CAE-A065-364D-9B1E-957A62C584E0}" type="presOf" srcId="{6D18D6CD-8C45-1A46-B4B6-3306CAC3E962}" destId="{8F108E91-06F7-FC44-A1A1-598398B0EBB9}" srcOrd="0" destOrd="0" presId="urn:microsoft.com/office/officeart/2005/8/layout/orgChart1"/>
    <dgm:cxn modelId="{C828E1AE-4339-E340-8DD0-992BFB90838F}" srcId="{6D18D6CD-8C45-1A46-B4B6-3306CAC3E962}" destId="{0BAD0633-58BD-2144-BBB4-4A8B0C0B82A1}" srcOrd="1" destOrd="0" parTransId="{1ACC1952-8D60-7B42-8FB2-37D9B1D9E3C1}" sibTransId="{46F4DC55-7F5E-0D49-8395-58E273DD9316}"/>
    <dgm:cxn modelId="{0AE765B0-49C7-6C4C-B85B-9409A2848AF4}" type="presOf" srcId="{30E4063B-D66F-574E-B067-0ADF5E0DC3DF}" destId="{CDB70E5C-F066-D349-8D88-21ABEAB29400}" srcOrd="0" destOrd="0" presId="urn:microsoft.com/office/officeart/2005/8/layout/orgChart1"/>
    <dgm:cxn modelId="{E52275B0-E3D2-E545-8987-2B6F69E1F943}" type="presOf" srcId="{0BAD0633-58BD-2144-BBB4-4A8B0C0B82A1}" destId="{54E1A9B2-954D-2240-B3E3-4916630F9F20}" srcOrd="1" destOrd="0" presId="urn:microsoft.com/office/officeart/2005/8/layout/orgChart1"/>
    <dgm:cxn modelId="{694A84BA-2BF7-6F48-ABBA-F1D75EAC576D}" type="presOf" srcId="{1595EF0E-F5B1-FA4D-A3FC-1D27F600ACAC}" destId="{1F62A0D9-A833-2847-A6FC-A6ACF9FF27A7}" srcOrd="0" destOrd="0" presId="urn:microsoft.com/office/officeart/2005/8/layout/orgChart1"/>
    <dgm:cxn modelId="{801AACBF-3ABF-4142-B33F-245C86956954}" type="presOf" srcId="{6D16CC69-863A-DA42-BB0B-E8664750669A}" destId="{E364A910-836A-6244-847D-F312DA1F11CA}" srcOrd="1" destOrd="0" presId="urn:microsoft.com/office/officeart/2005/8/layout/orgChart1"/>
    <dgm:cxn modelId="{EAF125C1-0E42-FB4B-8B8F-F8D9FE6C2150}" type="presOf" srcId="{5A85838F-CC59-694D-8775-3F88711A9B7B}" destId="{DC06AB4B-77F6-9749-9C44-C3E6B9779554}" srcOrd="0" destOrd="0" presId="urn:microsoft.com/office/officeart/2005/8/layout/orgChart1"/>
    <dgm:cxn modelId="{E511B7C8-F2D5-0B40-9DE1-DA5D6D77B2FE}" type="presOf" srcId="{2CDA2F36-673A-3C47-82E9-E300B558E738}" destId="{399068C1-BC8A-614D-9846-889A9FAA9D3C}" srcOrd="0" destOrd="0" presId="urn:microsoft.com/office/officeart/2005/8/layout/orgChart1"/>
    <dgm:cxn modelId="{98DA79D0-8F48-DD46-BDFE-7228AB9CF270}" srcId="{30E4063B-D66F-574E-B067-0ADF5E0DC3DF}" destId="{D955C205-56A3-B44F-81FE-6B87E017C9C3}" srcOrd="4" destOrd="0" parTransId="{0560C059-775A-5B4F-BF5B-E9616FB9A366}" sibTransId="{AAB7A373-FE5E-FB4A-9E81-2266ABB8F267}"/>
    <dgm:cxn modelId="{685129D1-6AFE-E048-97A8-6A89829246D7}" type="presOf" srcId="{895C3356-7E9C-DC4B-B4FE-2CDF95CA8305}" destId="{908F2FF4-B18A-AD42-B4EE-B6BFC0656298}" srcOrd="0" destOrd="0" presId="urn:microsoft.com/office/officeart/2005/8/layout/orgChart1"/>
    <dgm:cxn modelId="{9506F9D1-C348-6C42-9382-D020AE3A8AAC}" type="presOf" srcId="{878A820E-C15C-CF46-BDCB-EBA2C65DAE94}" destId="{A5BEB086-E855-3647-94C2-6B01019B9161}" srcOrd="0" destOrd="0" presId="urn:microsoft.com/office/officeart/2005/8/layout/orgChart1"/>
    <dgm:cxn modelId="{B96FC9D6-AC95-7C4D-8260-2D5EDE17A2E2}" type="presOf" srcId="{93882B60-B306-EA40-AAA2-C6C1C955DEA6}" destId="{DBF89C41-509C-4441-80AB-10325BD96D3A}" srcOrd="0" destOrd="0" presId="urn:microsoft.com/office/officeart/2005/8/layout/orgChart1"/>
    <dgm:cxn modelId="{6F4C48D7-A717-B14C-AFC4-B648D4B78B5C}" type="presOf" srcId="{D89CCA49-A5F7-644F-BCC2-661C17EEFEE2}" destId="{817C4753-167C-0D43-90AE-B270B380D5E7}" srcOrd="1" destOrd="0" presId="urn:microsoft.com/office/officeart/2005/8/layout/orgChart1"/>
    <dgm:cxn modelId="{025D85DA-EC37-CE4F-A1CC-A0B8135A6EB4}" srcId="{30E4063B-D66F-574E-B067-0ADF5E0DC3DF}" destId="{95273BF3-2DA4-3E49-A5F0-F79F2B1B1FAE}" srcOrd="1" destOrd="0" parTransId="{214A8736-8517-5046-96EC-3C3EDD05A398}" sibTransId="{CE91C8ED-5A22-8443-850F-4A1D7EDC6164}"/>
    <dgm:cxn modelId="{8FBD62DE-F405-554A-8610-CB92F90DEB91}" srcId="{EA3D9883-E17C-944B-97CE-FB5E73FDA97A}" destId="{E0A4928E-8FB2-7748-B84A-7B6A790D112D}" srcOrd="0" destOrd="0" parTransId="{1595EF0E-F5B1-FA4D-A3FC-1D27F600ACAC}" sibTransId="{9369BBD0-70F1-534E-9F4B-51C821D3804F}"/>
    <dgm:cxn modelId="{6ACF75E2-EA92-D644-A89E-9D53EDCDFCEC}" srcId="{30E4063B-D66F-574E-B067-0ADF5E0DC3DF}" destId="{A3D8CC9D-2651-2943-B148-5816E82DA50C}" srcOrd="3" destOrd="0" parTransId="{C12664BB-823D-2940-B65C-A2C2A54E06A8}" sibTransId="{24C6D609-8C98-1645-AB78-84A972D0E9A3}"/>
    <dgm:cxn modelId="{EE8F38EB-B416-9C45-B0CA-44E2F74C644D}" type="presOf" srcId="{012748E4-D004-684F-B6E3-2106843FCD4A}" destId="{EAEC5FC4-6F43-874E-8D80-0D6B36AB8786}" srcOrd="0" destOrd="0" presId="urn:microsoft.com/office/officeart/2005/8/layout/orgChart1"/>
    <dgm:cxn modelId="{E94761ED-EF94-8B47-AB40-6AC98CC4E1C2}" type="presOf" srcId="{95273BF3-2DA4-3E49-A5F0-F79F2B1B1FAE}" destId="{9C37F515-A144-5B41-93EF-FB7D4453CB2D}" srcOrd="0" destOrd="0" presId="urn:microsoft.com/office/officeart/2005/8/layout/orgChart1"/>
    <dgm:cxn modelId="{4BA978ED-6B8D-8546-8876-BE3157A1E16C}" type="presOf" srcId="{A3D8CC9D-2651-2943-B148-5816E82DA50C}" destId="{793A8BBD-8A73-CD40-8C1E-BBB7CBDB51DE}" srcOrd="0" destOrd="0" presId="urn:microsoft.com/office/officeart/2005/8/layout/orgChart1"/>
    <dgm:cxn modelId="{415F17EF-790D-EA4A-A512-97AFDD439E8F}" srcId="{B7AA607D-ADE2-D540-A7E3-D484823A6C29}" destId="{6C2F15AB-6F7D-764D-945A-109D6287EA66}" srcOrd="1" destOrd="0" parTransId="{2CDA2F36-673A-3C47-82E9-E300B558E738}" sibTransId="{CF8F7F28-4152-924A-A6B9-97549474E3FF}"/>
    <dgm:cxn modelId="{F8F3B3F3-388D-964E-B5F5-A72B610BCA68}" type="presOf" srcId="{0BAD0633-58BD-2144-BBB4-4A8B0C0B82A1}" destId="{5845C4BE-61DE-6144-B917-945D9305259E}" srcOrd="0" destOrd="0" presId="urn:microsoft.com/office/officeart/2005/8/layout/orgChart1"/>
    <dgm:cxn modelId="{B4ADCCF9-B51F-5948-ADC9-1008BF83A6A7}" srcId="{EA3D9883-E17C-944B-97CE-FB5E73FDA97A}" destId="{780DB7A3-C866-FD47-870D-BACB1B418765}" srcOrd="2" destOrd="0" parTransId="{012748E4-D004-684F-B6E3-2106843FCD4A}" sibTransId="{B3FA735B-7467-F542-8561-000102349400}"/>
    <dgm:cxn modelId="{C2011CFB-B740-0643-92B1-51A39C4FE598}" type="presOf" srcId="{A3D8CC9D-2651-2943-B148-5816E82DA50C}" destId="{09A9AB6F-9A63-094D-BC57-1E949967EE0A}" srcOrd="1" destOrd="0" presId="urn:microsoft.com/office/officeart/2005/8/layout/orgChart1"/>
    <dgm:cxn modelId="{ED6931FE-2763-8D43-A190-ECD469AAB4D6}" type="presOf" srcId="{93882B60-B306-EA40-AAA2-C6C1C955DEA6}" destId="{DAE54195-E1BD-3B4A-BD2F-31A3A9FE0F6B}" srcOrd="1" destOrd="0" presId="urn:microsoft.com/office/officeart/2005/8/layout/orgChart1"/>
    <dgm:cxn modelId="{033050FF-52B9-324A-ADD1-6E7B5956F430}" type="presOf" srcId="{214A8736-8517-5046-96EC-3C3EDD05A398}" destId="{EC871B95-C2D4-864D-9BA5-FCB23D34407C}" srcOrd="0" destOrd="0" presId="urn:microsoft.com/office/officeart/2005/8/layout/orgChart1"/>
    <dgm:cxn modelId="{0CB9DCFF-4160-254C-9DE8-07CA6EA953EE}" type="presOf" srcId="{1ACC1952-8D60-7B42-8FB2-37D9B1D9E3C1}" destId="{1F36656D-95BC-F54D-9A34-5DF65083DE3E}" srcOrd="0" destOrd="0" presId="urn:microsoft.com/office/officeart/2005/8/layout/orgChart1"/>
    <dgm:cxn modelId="{4BB334AC-35DB-9F4C-8443-5AB5DD7D3357}" type="presParOf" srcId="{32EBDDF0-BE85-1E4D-B81A-18408CC66615}" destId="{0E996A01-3C8C-5C41-8BA0-761ACBBC6279}" srcOrd="0" destOrd="0" presId="urn:microsoft.com/office/officeart/2005/8/layout/orgChart1"/>
    <dgm:cxn modelId="{035223A0-93FC-004F-AB68-874BE5CEB17B}" type="presParOf" srcId="{0E996A01-3C8C-5C41-8BA0-761ACBBC6279}" destId="{9C637DDF-2FE1-134D-845D-556C44C9E710}" srcOrd="0" destOrd="0" presId="urn:microsoft.com/office/officeart/2005/8/layout/orgChart1"/>
    <dgm:cxn modelId="{61AE6348-2B0A-7C42-BD92-AEADC343A37A}" type="presParOf" srcId="{9C637DDF-2FE1-134D-845D-556C44C9E710}" destId="{69FA8C26-A4CD-AC42-9DF7-191AA58F7897}" srcOrd="0" destOrd="0" presId="urn:microsoft.com/office/officeart/2005/8/layout/orgChart1"/>
    <dgm:cxn modelId="{B47EADBC-A9A6-9540-83B9-97189DD6ADC8}" type="presParOf" srcId="{9C637DDF-2FE1-134D-845D-556C44C9E710}" destId="{F65840B0-FAF4-2344-B9C9-A2D3804BD58B}" srcOrd="1" destOrd="0" presId="urn:microsoft.com/office/officeart/2005/8/layout/orgChart1"/>
    <dgm:cxn modelId="{CEC55844-E0CE-CC44-9928-CF095C1975B4}" type="presParOf" srcId="{0E996A01-3C8C-5C41-8BA0-761ACBBC6279}" destId="{B8AB9CE6-BD45-AE40-9458-2D3018B8FD20}" srcOrd="1" destOrd="0" presId="urn:microsoft.com/office/officeart/2005/8/layout/orgChart1"/>
    <dgm:cxn modelId="{30662DCF-C07E-9F45-9CAC-08CAB91B202C}" type="presParOf" srcId="{B8AB9CE6-BD45-AE40-9458-2D3018B8FD20}" destId="{7279D545-F3C5-4E43-8926-6F3F81022687}" srcOrd="0" destOrd="0" presId="urn:microsoft.com/office/officeart/2005/8/layout/orgChart1"/>
    <dgm:cxn modelId="{AA33EF3A-EC93-6E49-A600-8F5A49F5E7EB}" type="presParOf" srcId="{B8AB9CE6-BD45-AE40-9458-2D3018B8FD20}" destId="{0D18AEA2-A254-9F49-BC38-0D62A909E065}" srcOrd="1" destOrd="0" presId="urn:microsoft.com/office/officeart/2005/8/layout/orgChart1"/>
    <dgm:cxn modelId="{EEF64AB8-60B8-5349-809C-DAA9DC9521D3}" type="presParOf" srcId="{0D18AEA2-A254-9F49-BC38-0D62A909E065}" destId="{198D243C-A6D8-2943-9E96-57182CD1E5E5}" srcOrd="0" destOrd="0" presId="urn:microsoft.com/office/officeart/2005/8/layout/orgChart1"/>
    <dgm:cxn modelId="{1D0428C4-9538-F948-A546-4C248FBF9C7D}" type="presParOf" srcId="{198D243C-A6D8-2943-9E96-57182CD1E5E5}" destId="{3C407DF5-2A04-E147-B74A-2AFC92E708EB}" srcOrd="0" destOrd="0" presId="urn:microsoft.com/office/officeart/2005/8/layout/orgChart1"/>
    <dgm:cxn modelId="{0B5E8861-D378-AF4C-A086-1F726E6F35CE}" type="presParOf" srcId="{198D243C-A6D8-2943-9E96-57182CD1E5E5}" destId="{41F94DA3-272A-844E-95CD-1A1E4CB57348}" srcOrd="1" destOrd="0" presId="urn:microsoft.com/office/officeart/2005/8/layout/orgChart1"/>
    <dgm:cxn modelId="{3489E3C3-038A-C94F-8E6E-15DA7F1E83EC}" type="presParOf" srcId="{0D18AEA2-A254-9F49-BC38-0D62A909E065}" destId="{F255B0C0-AB0C-8A4A-96B8-1BDA131CF1B1}" srcOrd="1" destOrd="0" presId="urn:microsoft.com/office/officeart/2005/8/layout/orgChart1"/>
    <dgm:cxn modelId="{3AAAA5A3-2569-374C-AF92-8E987B91E7CF}" type="presParOf" srcId="{F255B0C0-AB0C-8A4A-96B8-1BDA131CF1B1}" destId="{1F62A0D9-A833-2847-A6FC-A6ACF9FF27A7}" srcOrd="0" destOrd="0" presId="urn:microsoft.com/office/officeart/2005/8/layout/orgChart1"/>
    <dgm:cxn modelId="{11056030-1539-574E-AC74-41DBBEC69F45}" type="presParOf" srcId="{F255B0C0-AB0C-8A4A-96B8-1BDA131CF1B1}" destId="{7533D9C3-43DE-9E4E-8AF8-F561C5584432}" srcOrd="1" destOrd="0" presId="urn:microsoft.com/office/officeart/2005/8/layout/orgChart1"/>
    <dgm:cxn modelId="{12DAA866-7690-BD41-B490-06F9FABD2AEE}" type="presParOf" srcId="{7533D9C3-43DE-9E4E-8AF8-F561C5584432}" destId="{60B3BCCE-7EB0-BD43-8D2F-6F115BA0F4A0}" srcOrd="0" destOrd="0" presId="urn:microsoft.com/office/officeart/2005/8/layout/orgChart1"/>
    <dgm:cxn modelId="{ED880B1C-C79C-0B41-9FFD-B8EA1B6036C8}" type="presParOf" srcId="{60B3BCCE-7EB0-BD43-8D2F-6F115BA0F4A0}" destId="{14A95C6B-C37B-8D4E-A13B-A7BC72EE9A06}" srcOrd="0" destOrd="0" presId="urn:microsoft.com/office/officeart/2005/8/layout/orgChart1"/>
    <dgm:cxn modelId="{AEEF8479-6689-C346-A7DE-9BD32189EEB9}" type="presParOf" srcId="{60B3BCCE-7EB0-BD43-8D2F-6F115BA0F4A0}" destId="{63FF08D2-B42E-1B4A-BD84-1396AE53705B}" srcOrd="1" destOrd="0" presId="urn:microsoft.com/office/officeart/2005/8/layout/orgChart1"/>
    <dgm:cxn modelId="{9EDAFAE8-3A76-7E44-992A-60458FBEB2E2}" type="presParOf" srcId="{7533D9C3-43DE-9E4E-8AF8-F561C5584432}" destId="{550D27F2-C586-0541-A2E4-DFA37BF9232B}" srcOrd="1" destOrd="0" presId="urn:microsoft.com/office/officeart/2005/8/layout/orgChart1"/>
    <dgm:cxn modelId="{012B6835-5900-E14C-BA8B-497C0D566D16}" type="presParOf" srcId="{7533D9C3-43DE-9E4E-8AF8-F561C5584432}" destId="{F6D294AE-9F8D-6D4B-B56E-DDA5F8870D92}" srcOrd="2" destOrd="0" presId="urn:microsoft.com/office/officeart/2005/8/layout/orgChart1"/>
    <dgm:cxn modelId="{3EEE9BC3-22B3-524C-A365-6F7144EB03B9}" type="presParOf" srcId="{F255B0C0-AB0C-8A4A-96B8-1BDA131CF1B1}" destId="{42CD4B03-FDFA-4549-BAC5-2FA7C224FD2D}" srcOrd="2" destOrd="0" presId="urn:microsoft.com/office/officeart/2005/8/layout/orgChart1"/>
    <dgm:cxn modelId="{A876C64A-90BB-6A47-BCE3-D6BB6EC7FA3C}" type="presParOf" srcId="{F255B0C0-AB0C-8A4A-96B8-1BDA131CF1B1}" destId="{E6AC3B2D-4008-154F-B0BA-43C9ACB9D8E4}" srcOrd="3" destOrd="0" presId="urn:microsoft.com/office/officeart/2005/8/layout/orgChart1"/>
    <dgm:cxn modelId="{8E28794E-3D55-B242-AFFA-24E94E7A4B6E}" type="presParOf" srcId="{E6AC3B2D-4008-154F-B0BA-43C9ACB9D8E4}" destId="{1380BA93-058C-114C-BA74-1ED87F488C63}" srcOrd="0" destOrd="0" presId="urn:microsoft.com/office/officeart/2005/8/layout/orgChart1"/>
    <dgm:cxn modelId="{11EB9B13-178F-7E49-909D-4FC739A56BE9}" type="presParOf" srcId="{1380BA93-058C-114C-BA74-1ED87F488C63}" destId="{C2BD89DD-1407-E740-B7AF-16913B3A7F68}" srcOrd="0" destOrd="0" presId="urn:microsoft.com/office/officeart/2005/8/layout/orgChart1"/>
    <dgm:cxn modelId="{45ECF2F6-695A-9446-B59A-56F32F285AED}" type="presParOf" srcId="{1380BA93-058C-114C-BA74-1ED87F488C63}" destId="{C63F3C5E-603D-E94E-9A02-DDD759F49F96}" srcOrd="1" destOrd="0" presId="urn:microsoft.com/office/officeart/2005/8/layout/orgChart1"/>
    <dgm:cxn modelId="{530DF9E8-5F3A-AE43-960D-AB17C311E61D}" type="presParOf" srcId="{E6AC3B2D-4008-154F-B0BA-43C9ACB9D8E4}" destId="{6BD1B633-EFD9-5143-8FCF-CF88B663B83A}" srcOrd="1" destOrd="0" presId="urn:microsoft.com/office/officeart/2005/8/layout/orgChart1"/>
    <dgm:cxn modelId="{99F672D4-8146-3C45-9D5F-56F6498065AB}" type="presParOf" srcId="{E6AC3B2D-4008-154F-B0BA-43C9ACB9D8E4}" destId="{07303C54-F4F2-E746-846D-661734C09D79}" srcOrd="2" destOrd="0" presId="urn:microsoft.com/office/officeart/2005/8/layout/orgChart1"/>
    <dgm:cxn modelId="{BDBF2670-59B7-EC4C-9378-B2BF07F73F44}" type="presParOf" srcId="{F255B0C0-AB0C-8A4A-96B8-1BDA131CF1B1}" destId="{EAEC5FC4-6F43-874E-8D80-0D6B36AB8786}" srcOrd="4" destOrd="0" presId="urn:microsoft.com/office/officeart/2005/8/layout/orgChart1"/>
    <dgm:cxn modelId="{3875A33D-4CD0-984A-8A4B-506683E1D743}" type="presParOf" srcId="{F255B0C0-AB0C-8A4A-96B8-1BDA131CF1B1}" destId="{EC8A7E9D-9B75-2843-9F54-3C007A1BE330}" srcOrd="5" destOrd="0" presId="urn:microsoft.com/office/officeart/2005/8/layout/orgChart1"/>
    <dgm:cxn modelId="{237EE948-F40B-2F4D-B68E-86D65819BB0C}" type="presParOf" srcId="{EC8A7E9D-9B75-2843-9F54-3C007A1BE330}" destId="{146748D3-E65D-C145-A3C9-10099358CD96}" srcOrd="0" destOrd="0" presId="urn:microsoft.com/office/officeart/2005/8/layout/orgChart1"/>
    <dgm:cxn modelId="{B0B9F4A0-F8D0-2C46-B856-51DB3ABA04A6}" type="presParOf" srcId="{146748D3-E65D-C145-A3C9-10099358CD96}" destId="{E178B001-1EE5-D242-B22C-CDAC2343EF08}" srcOrd="0" destOrd="0" presId="urn:microsoft.com/office/officeart/2005/8/layout/orgChart1"/>
    <dgm:cxn modelId="{53ED13D7-84B3-B34D-8927-F5E47CB7EAF4}" type="presParOf" srcId="{146748D3-E65D-C145-A3C9-10099358CD96}" destId="{8A736AF9-9379-0145-9655-25884B0FCD18}" srcOrd="1" destOrd="0" presId="urn:microsoft.com/office/officeart/2005/8/layout/orgChart1"/>
    <dgm:cxn modelId="{6436B4D7-1F59-B34B-93A2-EECD34BF3552}" type="presParOf" srcId="{EC8A7E9D-9B75-2843-9F54-3C007A1BE330}" destId="{4906A613-132C-CD4D-AD73-3C3D1659BD9B}" srcOrd="1" destOrd="0" presId="urn:microsoft.com/office/officeart/2005/8/layout/orgChart1"/>
    <dgm:cxn modelId="{79A93166-8DCC-5B40-94B5-F8DAF8915D48}" type="presParOf" srcId="{EC8A7E9D-9B75-2843-9F54-3C007A1BE330}" destId="{A477AAF1-033D-A949-9C7A-EA8A38D25FEB}" srcOrd="2" destOrd="0" presId="urn:microsoft.com/office/officeart/2005/8/layout/orgChart1"/>
    <dgm:cxn modelId="{FB4719D1-2379-944F-B7DE-F82376592F76}" type="presParOf" srcId="{0D18AEA2-A254-9F49-BC38-0D62A909E065}" destId="{D7AB43B6-BCBB-544F-B986-8BFD76D27926}" srcOrd="2" destOrd="0" presId="urn:microsoft.com/office/officeart/2005/8/layout/orgChart1"/>
    <dgm:cxn modelId="{B4FCA14A-B291-3847-A8C8-221C7B41EA10}" type="presParOf" srcId="{B8AB9CE6-BD45-AE40-9458-2D3018B8FD20}" destId="{C520807A-BC50-A54F-AA2B-E705C15646B2}" srcOrd="2" destOrd="0" presId="urn:microsoft.com/office/officeart/2005/8/layout/orgChart1"/>
    <dgm:cxn modelId="{B4F5E26A-C668-974B-8328-D1D8EE3405CC}" type="presParOf" srcId="{B8AB9CE6-BD45-AE40-9458-2D3018B8FD20}" destId="{7B1B89A3-6B38-F841-8CD8-63DD38D991AE}" srcOrd="3" destOrd="0" presId="urn:microsoft.com/office/officeart/2005/8/layout/orgChart1"/>
    <dgm:cxn modelId="{AAEABFAF-EE1A-0747-9396-13AF3574CD4A}" type="presParOf" srcId="{7B1B89A3-6B38-F841-8CD8-63DD38D991AE}" destId="{38670EDA-3C22-0B4B-9DC2-93AE2488B86F}" srcOrd="0" destOrd="0" presId="urn:microsoft.com/office/officeart/2005/8/layout/orgChart1"/>
    <dgm:cxn modelId="{09D451CF-B09F-4F4E-B787-12FBBD212526}" type="presParOf" srcId="{38670EDA-3C22-0B4B-9DC2-93AE2488B86F}" destId="{FA21C370-707B-3B49-B5B6-7DD8AF1CF387}" srcOrd="0" destOrd="0" presId="urn:microsoft.com/office/officeart/2005/8/layout/orgChart1"/>
    <dgm:cxn modelId="{94484B57-7C30-404D-8B8D-DDE474A90554}" type="presParOf" srcId="{38670EDA-3C22-0B4B-9DC2-93AE2488B86F}" destId="{A307EEF8-4768-E94E-AF6D-54853B6B8248}" srcOrd="1" destOrd="0" presId="urn:microsoft.com/office/officeart/2005/8/layout/orgChart1"/>
    <dgm:cxn modelId="{B189DE50-6DA7-9F44-885D-6C53A513F28C}" type="presParOf" srcId="{7B1B89A3-6B38-F841-8CD8-63DD38D991AE}" destId="{DE476837-31E0-784F-AA44-0FE474AC8BD2}" srcOrd="1" destOrd="0" presId="urn:microsoft.com/office/officeart/2005/8/layout/orgChart1"/>
    <dgm:cxn modelId="{A0B85CC2-71FA-9045-8971-DA46C628473C}" type="presParOf" srcId="{DE476837-31E0-784F-AA44-0FE474AC8BD2}" destId="{8092978E-E2C9-674E-BA69-5C25B18FAA1D}" srcOrd="0" destOrd="0" presId="urn:microsoft.com/office/officeart/2005/8/layout/orgChart1"/>
    <dgm:cxn modelId="{A418515E-1C77-B14A-B2B5-BAB84CA671D7}" type="presParOf" srcId="{DE476837-31E0-784F-AA44-0FE474AC8BD2}" destId="{F7320CBF-DFEA-ED4A-83AC-A50C9757F2DB}" srcOrd="1" destOrd="0" presId="urn:microsoft.com/office/officeart/2005/8/layout/orgChart1"/>
    <dgm:cxn modelId="{61B711AF-04F8-2C45-827D-1E575DB5E772}" type="presParOf" srcId="{F7320CBF-DFEA-ED4A-83AC-A50C9757F2DB}" destId="{D3D599D9-83E0-E349-897C-ADA82081AA37}" srcOrd="0" destOrd="0" presId="urn:microsoft.com/office/officeart/2005/8/layout/orgChart1"/>
    <dgm:cxn modelId="{F51D9ECC-1BD3-E946-9B19-74329BF7125D}" type="presParOf" srcId="{D3D599D9-83E0-E349-897C-ADA82081AA37}" destId="{EC87867C-577F-5F49-A9DB-0F660F47B425}" srcOrd="0" destOrd="0" presId="urn:microsoft.com/office/officeart/2005/8/layout/orgChart1"/>
    <dgm:cxn modelId="{B5C79B01-942C-8C43-AC15-7D1BE2E23BCD}" type="presParOf" srcId="{D3D599D9-83E0-E349-897C-ADA82081AA37}" destId="{8D08736A-4499-7247-8CBE-5FFC496F37DA}" srcOrd="1" destOrd="0" presId="urn:microsoft.com/office/officeart/2005/8/layout/orgChart1"/>
    <dgm:cxn modelId="{C0294A92-156E-6D4D-8A56-15139961C4AA}" type="presParOf" srcId="{F7320CBF-DFEA-ED4A-83AC-A50C9757F2DB}" destId="{2ED8F31C-072C-B84F-91DA-89B95B20DA6B}" srcOrd="1" destOrd="0" presId="urn:microsoft.com/office/officeart/2005/8/layout/orgChart1"/>
    <dgm:cxn modelId="{FFD8FA42-0727-104B-97B5-3EC08FA24D45}" type="presParOf" srcId="{F7320CBF-DFEA-ED4A-83AC-A50C9757F2DB}" destId="{93835787-0219-BA4B-8598-07C77DA279A3}" srcOrd="2" destOrd="0" presId="urn:microsoft.com/office/officeart/2005/8/layout/orgChart1"/>
    <dgm:cxn modelId="{52D2DF55-AB0E-2145-8D14-80A2461ED9B0}" type="presParOf" srcId="{DE476837-31E0-784F-AA44-0FE474AC8BD2}" destId="{399068C1-BC8A-614D-9846-889A9FAA9D3C}" srcOrd="2" destOrd="0" presId="urn:microsoft.com/office/officeart/2005/8/layout/orgChart1"/>
    <dgm:cxn modelId="{1C05242A-6C58-B34D-8C15-A72D13C5EE59}" type="presParOf" srcId="{DE476837-31E0-784F-AA44-0FE474AC8BD2}" destId="{EDD18447-5B49-E942-B7E7-FBC551A93C8D}" srcOrd="3" destOrd="0" presId="urn:microsoft.com/office/officeart/2005/8/layout/orgChart1"/>
    <dgm:cxn modelId="{1AFAE63C-F36E-9B4E-8F8F-0D92C15EC93F}" type="presParOf" srcId="{EDD18447-5B49-E942-B7E7-FBC551A93C8D}" destId="{E00F963E-61CA-7746-8D44-54CA6F6272A6}" srcOrd="0" destOrd="0" presId="urn:microsoft.com/office/officeart/2005/8/layout/orgChart1"/>
    <dgm:cxn modelId="{D50BB1B5-2CEE-404E-A68E-8E5D0ADB803B}" type="presParOf" srcId="{E00F963E-61CA-7746-8D44-54CA6F6272A6}" destId="{76C3E33F-597D-E14E-BEF0-9F100B1EA424}" srcOrd="0" destOrd="0" presId="urn:microsoft.com/office/officeart/2005/8/layout/orgChart1"/>
    <dgm:cxn modelId="{DE66A1E6-6DF0-0D4B-B00B-D07A434C35FE}" type="presParOf" srcId="{E00F963E-61CA-7746-8D44-54CA6F6272A6}" destId="{41ABFF56-993F-3747-B84A-2BE1693F857D}" srcOrd="1" destOrd="0" presId="urn:microsoft.com/office/officeart/2005/8/layout/orgChart1"/>
    <dgm:cxn modelId="{2607DDE3-287D-C148-BCBC-52018BDCFF35}" type="presParOf" srcId="{EDD18447-5B49-E942-B7E7-FBC551A93C8D}" destId="{B5F27C4E-F975-294E-BE2E-5E8B14A85B3B}" srcOrd="1" destOrd="0" presId="urn:microsoft.com/office/officeart/2005/8/layout/orgChart1"/>
    <dgm:cxn modelId="{3C4D650D-6FE5-0240-A062-67E4728E8ADF}" type="presParOf" srcId="{EDD18447-5B49-E942-B7E7-FBC551A93C8D}" destId="{A33F3B25-1132-DD47-86AA-2E62934B7D0E}" srcOrd="2" destOrd="0" presId="urn:microsoft.com/office/officeart/2005/8/layout/orgChart1"/>
    <dgm:cxn modelId="{B3ED7A83-0844-A84B-95F8-5758E59ABD68}" type="presParOf" srcId="{DE476837-31E0-784F-AA44-0FE474AC8BD2}" destId="{A5BEB086-E855-3647-94C2-6B01019B9161}" srcOrd="4" destOrd="0" presId="urn:microsoft.com/office/officeart/2005/8/layout/orgChart1"/>
    <dgm:cxn modelId="{CFC4C4E7-2C30-D44B-B1E8-6A33D1C62F1C}" type="presParOf" srcId="{DE476837-31E0-784F-AA44-0FE474AC8BD2}" destId="{E67F7350-4631-A043-9C63-4C1E7BCC1947}" srcOrd="5" destOrd="0" presId="urn:microsoft.com/office/officeart/2005/8/layout/orgChart1"/>
    <dgm:cxn modelId="{BDB71924-DD7E-934B-930B-68BB94747F7E}" type="presParOf" srcId="{E67F7350-4631-A043-9C63-4C1E7BCC1947}" destId="{18D180A6-2336-344A-A757-BEFBAA6324AD}" srcOrd="0" destOrd="0" presId="urn:microsoft.com/office/officeart/2005/8/layout/orgChart1"/>
    <dgm:cxn modelId="{4F5ECB8F-0A96-534B-A56D-49C55AFBB084}" type="presParOf" srcId="{18D180A6-2336-344A-A757-BEFBAA6324AD}" destId="{8CCCEA31-4958-C246-A32B-D3868BC43A03}" srcOrd="0" destOrd="0" presId="urn:microsoft.com/office/officeart/2005/8/layout/orgChart1"/>
    <dgm:cxn modelId="{0777354B-706D-C649-94AE-1C430AEFF791}" type="presParOf" srcId="{18D180A6-2336-344A-A757-BEFBAA6324AD}" destId="{CE2CEA91-F7FB-9941-9DED-B05E9A28904B}" srcOrd="1" destOrd="0" presId="urn:microsoft.com/office/officeart/2005/8/layout/orgChart1"/>
    <dgm:cxn modelId="{F893B9E2-2A24-954A-B4CD-E5D0138027C5}" type="presParOf" srcId="{E67F7350-4631-A043-9C63-4C1E7BCC1947}" destId="{044E8224-7269-4840-88FE-2F08A0FF6A4C}" srcOrd="1" destOrd="0" presId="urn:microsoft.com/office/officeart/2005/8/layout/orgChart1"/>
    <dgm:cxn modelId="{687BFF70-1336-5D4E-9B90-D83B2671B98F}" type="presParOf" srcId="{E67F7350-4631-A043-9C63-4C1E7BCC1947}" destId="{FF1B71CD-97FC-0D4F-B537-9AE1617D6FF4}" srcOrd="2" destOrd="0" presId="urn:microsoft.com/office/officeart/2005/8/layout/orgChart1"/>
    <dgm:cxn modelId="{6371EDEA-2A56-384B-94E8-C28C023AA174}" type="presParOf" srcId="{7B1B89A3-6B38-F841-8CD8-63DD38D991AE}" destId="{C0885786-8E8C-B542-A039-EB67D666B983}" srcOrd="2" destOrd="0" presId="urn:microsoft.com/office/officeart/2005/8/layout/orgChart1"/>
    <dgm:cxn modelId="{6FF59C90-A78B-264E-8172-E7F82B7D0218}" type="presParOf" srcId="{B8AB9CE6-BD45-AE40-9458-2D3018B8FD20}" destId="{908F2FF4-B18A-AD42-B4EE-B6BFC0656298}" srcOrd="4" destOrd="0" presId="urn:microsoft.com/office/officeart/2005/8/layout/orgChart1"/>
    <dgm:cxn modelId="{3B8A55E6-918D-5B43-A995-95BBEB7CB26C}" type="presParOf" srcId="{B8AB9CE6-BD45-AE40-9458-2D3018B8FD20}" destId="{01DA622A-D9BB-274F-943C-FA51ACC7AD1A}" srcOrd="5" destOrd="0" presId="urn:microsoft.com/office/officeart/2005/8/layout/orgChart1"/>
    <dgm:cxn modelId="{DB8BF3F9-1743-9F46-B767-7932B649E821}" type="presParOf" srcId="{01DA622A-D9BB-274F-943C-FA51ACC7AD1A}" destId="{9271395A-2D75-514D-840E-800B59612A54}" srcOrd="0" destOrd="0" presId="urn:microsoft.com/office/officeart/2005/8/layout/orgChart1"/>
    <dgm:cxn modelId="{31186FDF-9A8D-8740-9D88-2898F1DCA4E1}" type="presParOf" srcId="{9271395A-2D75-514D-840E-800B59612A54}" destId="{8F108E91-06F7-FC44-A1A1-598398B0EBB9}" srcOrd="0" destOrd="0" presId="urn:microsoft.com/office/officeart/2005/8/layout/orgChart1"/>
    <dgm:cxn modelId="{3ED0DB07-4052-2244-AA58-D5029E9594DE}" type="presParOf" srcId="{9271395A-2D75-514D-840E-800B59612A54}" destId="{2BF09889-9954-E84E-9496-7E94E9B7BE7C}" srcOrd="1" destOrd="0" presId="urn:microsoft.com/office/officeart/2005/8/layout/orgChart1"/>
    <dgm:cxn modelId="{7A83E670-8167-BD4F-AF9E-7688B636713A}" type="presParOf" srcId="{01DA622A-D9BB-274F-943C-FA51ACC7AD1A}" destId="{130D80E9-5037-B749-8311-B07BC6A91502}" srcOrd="1" destOrd="0" presId="urn:microsoft.com/office/officeart/2005/8/layout/orgChart1"/>
    <dgm:cxn modelId="{7023FECF-2A3A-8143-BAF3-01D9065AC655}" type="presParOf" srcId="{130D80E9-5037-B749-8311-B07BC6A91502}" destId="{DC06AB4B-77F6-9749-9C44-C3E6B9779554}" srcOrd="0" destOrd="0" presId="urn:microsoft.com/office/officeart/2005/8/layout/orgChart1"/>
    <dgm:cxn modelId="{049F7FA2-75D0-E745-8EF6-9477CD294EFE}" type="presParOf" srcId="{130D80E9-5037-B749-8311-B07BC6A91502}" destId="{D4B3976B-F884-D745-8378-9BAA270AD539}" srcOrd="1" destOrd="0" presId="urn:microsoft.com/office/officeart/2005/8/layout/orgChart1"/>
    <dgm:cxn modelId="{C4C033C3-A7FD-6745-B695-07F90C25C27B}" type="presParOf" srcId="{D4B3976B-F884-D745-8378-9BAA270AD539}" destId="{1F693427-D0F7-7847-AC48-4BAF0183F8A5}" srcOrd="0" destOrd="0" presId="urn:microsoft.com/office/officeart/2005/8/layout/orgChart1"/>
    <dgm:cxn modelId="{1E679630-D398-C04A-955B-3240EBCB7766}" type="presParOf" srcId="{1F693427-D0F7-7847-AC48-4BAF0183F8A5}" destId="{05C04A0B-EBFF-9947-8289-21B842A93F3E}" srcOrd="0" destOrd="0" presId="urn:microsoft.com/office/officeart/2005/8/layout/orgChart1"/>
    <dgm:cxn modelId="{65CD6E28-BB8B-9F4B-93AB-3D699F903A4A}" type="presParOf" srcId="{1F693427-D0F7-7847-AC48-4BAF0183F8A5}" destId="{E364A910-836A-6244-847D-F312DA1F11CA}" srcOrd="1" destOrd="0" presId="urn:microsoft.com/office/officeart/2005/8/layout/orgChart1"/>
    <dgm:cxn modelId="{35A6592D-906A-9643-AE8A-CCCF1375F00E}" type="presParOf" srcId="{D4B3976B-F884-D745-8378-9BAA270AD539}" destId="{A3B1230D-8403-254A-89D2-5709D8FAF822}" srcOrd="1" destOrd="0" presId="urn:microsoft.com/office/officeart/2005/8/layout/orgChart1"/>
    <dgm:cxn modelId="{66449064-8909-5242-943F-B574D5B35973}" type="presParOf" srcId="{D4B3976B-F884-D745-8378-9BAA270AD539}" destId="{1DF631FF-EBAA-A94C-B892-B440368169BE}" srcOrd="2" destOrd="0" presId="urn:microsoft.com/office/officeart/2005/8/layout/orgChart1"/>
    <dgm:cxn modelId="{9E7F8BAF-6A92-6B45-9F2E-C1660B89CD6E}" type="presParOf" srcId="{130D80E9-5037-B749-8311-B07BC6A91502}" destId="{1F36656D-95BC-F54D-9A34-5DF65083DE3E}" srcOrd="2" destOrd="0" presId="urn:microsoft.com/office/officeart/2005/8/layout/orgChart1"/>
    <dgm:cxn modelId="{3274CCB3-A1A8-A349-928C-26C247011164}" type="presParOf" srcId="{130D80E9-5037-B749-8311-B07BC6A91502}" destId="{56119CFD-2A86-B140-A018-4905F5EA3776}" srcOrd="3" destOrd="0" presId="urn:microsoft.com/office/officeart/2005/8/layout/orgChart1"/>
    <dgm:cxn modelId="{4B753730-5DE2-AF4C-855F-0C8F8C8E6CBA}" type="presParOf" srcId="{56119CFD-2A86-B140-A018-4905F5EA3776}" destId="{16A22488-3114-1347-BC71-F5EA5E2383F6}" srcOrd="0" destOrd="0" presId="urn:microsoft.com/office/officeart/2005/8/layout/orgChart1"/>
    <dgm:cxn modelId="{01E5DAAE-357C-8C4F-8ED5-D6D7BFA9B3CC}" type="presParOf" srcId="{16A22488-3114-1347-BC71-F5EA5E2383F6}" destId="{5845C4BE-61DE-6144-B917-945D9305259E}" srcOrd="0" destOrd="0" presId="urn:microsoft.com/office/officeart/2005/8/layout/orgChart1"/>
    <dgm:cxn modelId="{8BE2C210-7DD6-4E45-9C0E-492458AB212D}" type="presParOf" srcId="{16A22488-3114-1347-BC71-F5EA5E2383F6}" destId="{54E1A9B2-954D-2240-B3E3-4916630F9F20}" srcOrd="1" destOrd="0" presId="urn:microsoft.com/office/officeart/2005/8/layout/orgChart1"/>
    <dgm:cxn modelId="{BAC41D83-55D6-D94A-8063-5D107FDB80A3}" type="presParOf" srcId="{56119CFD-2A86-B140-A018-4905F5EA3776}" destId="{F7DCE087-39DC-4F45-95DC-32E27C5C3DF0}" srcOrd="1" destOrd="0" presId="urn:microsoft.com/office/officeart/2005/8/layout/orgChart1"/>
    <dgm:cxn modelId="{9A693F7B-C691-7A40-A022-35D83FA99024}" type="presParOf" srcId="{56119CFD-2A86-B140-A018-4905F5EA3776}" destId="{62FB3ADD-7CFB-E64A-995D-EABFC5146E17}" srcOrd="2" destOrd="0" presId="urn:microsoft.com/office/officeart/2005/8/layout/orgChart1"/>
    <dgm:cxn modelId="{A44ABCEA-1B6D-4A4A-ACAF-41E8251013C8}" type="presParOf" srcId="{130D80E9-5037-B749-8311-B07BC6A91502}" destId="{8C8649A7-5432-9E44-AFED-409A054AF5EE}" srcOrd="4" destOrd="0" presId="urn:microsoft.com/office/officeart/2005/8/layout/orgChart1"/>
    <dgm:cxn modelId="{A72C49CD-09A6-234E-B503-CE6C64E3FDE0}" type="presParOf" srcId="{130D80E9-5037-B749-8311-B07BC6A91502}" destId="{567D0C37-4111-3D41-AE92-1E0FDCF57867}" srcOrd="5" destOrd="0" presId="urn:microsoft.com/office/officeart/2005/8/layout/orgChart1"/>
    <dgm:cxn modelId="{84B124E7-5E24-064D-A67A-06C8358C9C0F}" type="presParOf" srcId="{567D0C37-4111-3D41-AE92-1E0FDCF57867}" destId="{65822531-EFB1-DD47-8F3A-F5228D3B4F17}" srcOrd="0" destOrd="0" presId="urn:microsoft.com/office/officeart/2005/8/layout/orgChart1"/>
    <dgm:cxn modelId="{5CF83AA6-C869-5241-8B6E-B60376F49A95}" type="presParOf" srcId="{65822531-EFB1-DD47-8F3A-F5228D3B4F17}" destId="{DBF89C41-509C-4441-80AB-10325BD96D3A}" srcOrd="0" destOrd="0" presId="urn:microsoft.com/office/officeart/2005/8/layout/orgChart1"/>
    <dgm:cxn modelId="{3BB867EF-2E9B-5D44-9635-BC1F80FACDE6}" type="presParOf" srcId="{65822531-EFB1-DD47-8F3A-F5228D3B4F17}" destId="{DAE54195-E1BD-3B4A-BD2F-31A3A9FE0F6B}" srcOrd="1" destOrd="0" presId="urn:microsoft.com/office/officeart/2005/8/layout/orgChart1"/>
    <dgm:cxn modelId="{ADD23215-F35B-A54C-8FEF-A439D6F3A255}" type="presParOf" srcId="{567D0C37-4111-3D41-AE92-1E0FDCF57867}" destId="{6C9BB646-5780-EE4D-ADC2-81099D3CC587}" srcOrd="1" destOrd="0" presId="urn:microsoft.com/office/officeart/2005/8/layout/orgChart1"/>
    <dgm:cxn modelId="{0F713EC2-E0CF-C643-BB3E-9BEE0E2A68D6}" type="presParOf" srcId="{567D0C37-4111-3D41-AE92-1E0FDCF57867}" destId="{68B82FF3-4B0A-2147-827D-70A927AFF81D}" srcOrd="2" destOrd="0" presId="urn:microsoft.com/office/officeart/2005/8/layout/orgChart1"/>
    <dgm:cxn modelId="{8D9A7BD3-7DEA-A140-81D6-6E5987267D41}" type="presParOf" srcId="{01DA622A-D9BB-274F-943C-FA51ACC7AD1A}" destId="{28785054-6987-594F-9C91-D44473C7ADB7}" srcOrd="2" destOrd="0" presId="urn:microsoft.com/office/officeart/2005/8/layout/orgChart1"/>
    <dgm:cxn modelId="{73B87D19-1D8A-E04B-9267-6E034884AACF}" type="presParOf" srcId="{B8AB9CE6-BD45-AE40-9458-2D3018B8FD20}" destId="{24889DB9-C6FC-944B-B400-C82903BDBC93}" srcOrd="6" destOrd="0" presId="urn:microsoft.com/office/officeart/2005/8/layout/orgChart1"/>
    <dgm:cxn modelId="{CAF92498-4EF6-674D-A3DD-3F0E8CB6D177}" type="presParOf" srcId="{B8AB9CE6-BD45-AE40-9458-2D3018B8FD20}" destId="{97908411-A10F-4E44-8E47-30F2FD17F766}" srcOrd="7" destOrd="0" presId="urn:microsoft.com/office/officeart/2005/8/layout/orgChart1"/>
    <dgm:cxn modelId="{7170C13B-B81C-7648-B775-E43AF632337E}" type="presParOf" srcId="{97908411-A10F-4E44-8E47-30F2FD17F766}" destId="{C01CB01A-1DFE-4D49-8850-6310044BE902}" srcOrd="0" destOrd="0" presId="urn:microsoft.com/office/officeart/2005/8/layout/orgChart1"/>
    <dgm:cxn modelId="{B1DCA49D-3DC8-9843-BBCE-67E136FABC06}" type="presParOf" srcId="{C01CB01A-1DFE-4D49-8850-6310044BE902}" destId="{CDB70E5C-F066-D349-8D88-21ABEAB29400}" srcOrd="0" destOrd="0" presId="urn:microsoft.com/office/officeart/2005/8/layout/orgChart1"/>
    <dgm:cxn modelId="{DFB25167-5AB9-3E47-A8E0-E4062EE0A365}" type="presParOf" srcId="{C01CB01A-1DFE-4D49-8850-6310044BE902}" destId="{57D5AD78-913D-FD43-88F5-6AE56D436F7E}" srcOrd="1" destOrd="0" presId="urn:microsoft.com/office/officeart/2005/8/layout/orgChart1"/>
    <dgm:cxn modelId="{9ABB2B72-1397-844F-924F-A1B7650814A6}" type="presParOf" srcId="{97908411-A10F-4E44-8E47-30F2FD17F766}" destId="{460A43B4-BE61-8D48-81DC-84396226D518}" srcOrd="1" destOrd="0" presId="urn:microsoft.com/office/officeart/2005/8/layout/orgChart1"/>
    <dgm:cxn modelId="{6F709131-C0C4-D04B-9BBE-D622C4A91129}" type="presParOf" srcId="{460A43B4-BE61-8D48-81DC-84396226D518}" destId="{3C2A3FD4-52CD-9447-8BD2-AD745BEDF210}" srcOrd="0" destOrd="0" presId="urn:microsoft.com/office/officeart/2005/8/layout/orgChart1"/>
    <dgm:cxn modelId="{3B4EE4B3-DA33-724E-910C-2298BDC83188}" type="presParOf" srcId="{460A43B4-BE61-8D48-81DC-84396226D518}" destId="{1A0E5EFB-CCB0-C14C-8993-09A46398A1B2}" srcOrd="1" destOrd="0" presId="urn:microsoft.com/office/officeart/2005/8/layout/orgChart1"/>
    <dgm:cxn modelId="{E31B71D9-1885-1540-9A4C-5AC90DFD7701}" type="presParOf" srcId="{1A0E5EFB-CCB0-C14C-8993-09A46398A1B2}" destId="{AFA662EB-85F2-0D43-BDD0-9FF3F5583AC9}" srcOrd="0" destOrd="0" presId="urn:microsoft.com/office/officeart/2005/8/layout/orgChart1"/>
    <dgm:cxn modelId="{51B6955C-91EF-AE41-9167-C694F8DBF819}" type="presParOf" srcId="{AFA662EB-85F2-0D43-BDD0-9FF3F5583AC9}" destId="{EAF7C1AA-19C4-DF4D-9E66-5911DA63BA6D}" srcOrd="0" destOrd="0" presId="urn:microsoft.com/office/officeart/2005/8/layout/orgChart1"/>
    <dgm:cxn modelId="{931A044A-67CC-0541-A316-702CF45EE42D}" type="presParOf" srcId="{AFA662EB-85F2-0D43-BDD0-9FF3F5583AC9}" destId="{DDED0BA6-27FE-3946-B515-0AD8B1D61D4A}" srcOrd="1" destOrd="0" presId="urn:microsoft.com/office/officeart/2005/8/layout/orgChart1"/>
    <dgm:cxn modelId="{29452E10-2A82-6E44-B761-3680ACF243EA}" type="presParOf" srcId="{1A0E5EFB-CCB0-C14C-8993-09A46398A1B2}" destId="{19806C77-7005-1B4C-80BA-5D96E7C401EF}" srcOrd="1" destOrd="0" presId="urn:microsoft.com/office/officeart/2005/8/layout/orgChart1"/>
    <dgm:cxn modelId="{4ED62BC1-57BA-0B40-9E16-25B827E6F60D}" type="presParOf" srcId="{1A0E5EFB-CCB0-C14C-8993-09A46398A1B2}" destId="{0951C9AA-7CED-F04F-9B00-F339861752BC}" srcOrd="2" destOrd="0" presId="urn:microsoft.com/office/officeart/2005/8/layout/orgChart1"/>
    <dgm:cxn modelId="{F18E5360-DA21-E840-9022-D8D87F83093E}" type="presParOf" srcId="{460A43B4-BE61-8D48-81DC-84396226D518}" destId="{EC871B95-C2D4-864D-9BA5-FCB23D34407C}" srcOrd="2" destOrd="0" presId="urn:microsoft.com/office/officeart/2005/8/layout/orgChart1"/>
    <dgm:cxn modelId="{3FE5784F-65C3-F740-A415-BCA3D3E95255}" type="presParOf" srcId="{460A43B4-BE61-8D48-81DC-84396226D518}" destId="{585DE442-F5E4-DF44-8496-ECE99C56357F}" srcOrd="3" destOrd="0" presId="urn:microsoft.com/office/officeart/2005/8/layout/orgChart1"/>
    <dgm:cxn modelId="{993DD157-CEAC-4247-9B55-98B5E27A5CC1}" type="presParOf" srcId="{585DE442-F5E4-DF44-8496-ECE99C56357F}" destId="{C118135E-4D7F-2D46-9669-88AA72D26C01}" srcOrd="0" destOrd="0" presId="urn:microsoft.com/office/officeart/2005/8/layout/orgChart1"/>
    <dgm:cxn modelId="{DB295D21-1FFA-6747-9608-DD70FCA21F1A}" type="presParOf" srcId="{C118135E-4D7F-2D46-9669-88AA72D26C01}" destId="{9C37F515-A144-5B41-93EF-FB7D4453CB2D}" srcOrd="0" destOrd="0" presId="urn:microsoft.com/office/officeart/2005/8/layout/orgChart1"/>
    <dgm:cxn modelId="{47766B09-4E9E-534E-A29B-A291E0DA80C6}" type="presParOf" srcId="{C118135E-4D7F-2D46-9669-88AA72D26C01}" destId="{44344F36-C893-484E-8587-32F50EC088C7}" srcOrd="1" destOrd="0" presId="urn:microsoft.com/office/officeart/2005/8/layout/orgChart1"/>
    <dgm:cxn modelId="{7C03A1E7-26B7-5C47-911E-749F2BA2EF6F}" type="presParOf" srcId="{585DE442-F5E4-DF44-8496-ECE99C56357F}" destId="{A3A41802-9289-904E-AB50-5EE5CD15831A}" srcOrd="1" destOrd="0" presId="urn:microsoft.com/office/officeart/2005/8/layout/orgChart1"/>
    <dgm:cxn modelId="{396C26AF-8CEB-CD4E-921F-D2405FC2977F}" type="presParOf" srcId="{585DE442-F5E4-DF44-8496-ECE99C56357F}" destId="{EACE1737-C192-734D-8F8F-953B1AD21166}" srcOrd="2" destOrd="0" presId="urn:microsoft.com/office/officeart/2005/8/layout/orgChart1"/>
    <dgm:cxn modelId="{C06F90D1-C05A-514D-A134-043B044AD4CC}" type="presParOf" srcId="{460A43B4-BE61-8D48-81DC-84396226D518}" destId="{E1ED26C7-31CB-AB43-B8F5-B10AA4F622BA}" srcOrd="4" destOrd="0" presId="urn:microsoft.com/office/officeart/2005/8/layout/orgChart1"/>
    <dgm:cxn modelId="{ABFF468A-411A-1944-860E-6B3CB92E3C0D}" type="presParOf" srcId="{460A43B4-BE61-8D48-81DC-84396226D518}" destId="{1EF14C1D-02EF-D644-B9C0-551554B9C637}" srcOrd="5" destOrd="0" presId="urn:microsoft.com/office/officeart/2005/8/layout/orgChart1"/>
    <dgm:cxn modelId="{6DFA24FC-4A69-714D-81B6-140AC24EC0CF}" type="presParOf" srcId="{1EF14C1D-02EF-D644-B9C0-551554B9C637}" destId="{A7868CEC-1A98-F947-807A-CB841564FF12}" srcOrd="0" destOrd="0" presId="urn:microsoft.com/office/officeart/2005/8/layout/orgChart1"/>
    <dgm:cxn modelId="{236E2AA6-5994-C942-85F0-26E5977C7563}" type="presParOf" srcId="{A7868CEC-1A98-F947-807A-CB841564FF12}" destId="{DF1B20B8-1CE6-6642-98A4-397F70CED1E0}" srcOrd="0" destOrd="0" presId="urn:microsoft.com/office/officeart/2005/8/layout/orgChart1"/>
    <dgm:cxn modelId="{4E500E95-4E39-DF4D-9F68-8CAF93418EC5}" type="presParOf" srcId="{A7868CEC-1A98-F947-807A-CB841564FF12}" destId="{817C4753-167C-0D43-90AE-B270B380D5E7}" srcOrd="1" destOrd="0" presId="urn:microsoft.com/office/officeart/2005/8/layout/orgChart1"/>
    <dgm:cxn modelId="{69228769-CAE2-6F49-BD13-DED7FFBA18F1}" type="presParOf" srcId="{1EF14C1D-02EF-D644-B9C0-551554B9C637}" destId="{F9DA3769-51AC-EF41-86E0-70B018C73739}" srcOrd="1" destOrd="0" presId="urn:microsoft.com/office/officeart/2005/8/layout/orgChart1"/>
    <dgm:cxn modelId="{8BC891D5-5C79-E349-89C2-B85F301AFAF9}" type="presParOf" srcId="{1EF14C1D-02EF-D644-B9C0-551554B9C637}" destId="{1E61D1BD-B4B9-C248-B507-B38CEFB24CD7}" srcOrd="2" destOrd="0" presId="urn:microsoft.com/office/officeart/2005/8/layout/orgChart1"/>
    <dgm:cxn modelId="{7F924B5D-2638-4547-AD41-E116145923B0}" type="presParOf" srcId="{460A43B4-BE61-8D48-81DC-84396226D518}" destId="{D7858B76-E3B7-0744-B224-DFAF72BEC614}" srcOrd="6" destOrd="0" presId="urn:microsoft.com/office/officeart/2005/8/layout/orgChart1"/>
    <dgm:cxn modelId="{7DD1A030-167A-A447-A123-A8E5350F6CE4}" type="presParOf" srcId="{460A43B4-BE61-8D48-81DC-84396226D518}" destId="{A5992582-A791-FA44-8EB2-E06A5417CA4B}" srcOrd="7" destOrd="0" presId="urn:microsoft.com/office/officeart/2005/8/layout/orgChart1"/>
    <dgm:cxn modelId="{4B53C7BB-FC29-0F4E-A054-83B639ECCFEF}" type="presParOf" srcId="{A5992582-A791-FA44-8EB2-E06A5417CA4B}" destId="{42EA304E-A599-774B-B3CE-815B2819D492}" srcOrd="0" destOrd="0" presId="urn:microsoft.com/office/officeart/2005/8/layout/orgChart1"/>
    <dgm:cxn modelId="{D12D31F4-7CCE-0F40-A667-5D80586F8FFC}" type="presParOf" srcId="{42EA304E-A599-774B-B3CE-815B2819D492}" destId="{793A8BBD-8A73-CD40-8C1E-BBB7CBDB51DE}" srcOrd="0" destOrd="0" presId="urn:microsoft.com/office/officeart/2005/8/layout/orgChart1"/>
    <dgm:cxn modelId="{9CA47AC2-D5FF-F541-8258-76667E9CED3E}" type="presParOf" srcId="{42EA304E-A599-774B-B3CE-815B2819D492}" destId="{09A9AB6F-9A63-094D-BC57-1E949967EE0A}" srcOrd="1" destOrd="0" presId="urn:microsoft.com/office/officeart/2005/8/layout/orgChart1"/>
    <dgm:cxn modelId="{36620702-5139-D646-A428-41009ED8FFB8}" type="presParOf" srcId="{A5992582-A791-FA44-8EB2-E06A5417CA4B}" destId="{57A68B60-36C4-0F43-855B-FE81063BE4FC}" srcOrd="1" destOrd="0" presId="urn:microsoft.com/office/officeart/2005/8/layout/orgChart1"/>
    <dgm:cxn modelId="{BD906B30-9D61-3740-9A88-009AB5D49258}" type="presParOf" srcId="{A5992582-A791-FA44-8EB2-E06A5417CA4B}" destId="{AA1DD58C-21AB-7A49-9661-B98772C0C098}" srcOrd="2" destOrd="0" presId="urn:microsoft.com/office/officeart/2005/8/layout/orgChart1"/>
    <dgm:cxn modelId="{45D39626-1DAB-1146-BA14-778C2FEB1029}" type="presParOf" srcId="{460A43B4-BE61-8D48-81DC-84396226D518}" destId="{EC98135F-DB06-C248-9EE5-932ADCD5B659}" srcOrd="8" destOrd="0" presId="urn:microsoft.com/office/officeart/2005/8/layout/orgChart1"/>
    <dgm:cxn modelId="{582A00DE-F3A8-234D-9162-3C6C27954DE7}" type="presParOf" srcId="{460A43B4-BE61-8D48-81DC-84396226D518}" destId="{E232AA85-56B4-0248-8F92-5334B58CA286}" srcOrd="9" destOrd="0" presId="urn:microsoft.com/office/officeart/2005/8/layout/orgChart1"/>
    <dgm:cxn modelId="{2699D31F-D99D-B74D-973E-431DB4920DC2}" type="presParOf" srcId="{E232AA85-56B4-0248-8F92-5334B58CA286}" destId="{525A2B13-708F-2E4C-8FE6-2F090B2C516D}" srcOrd="0" destOrd="0" presId="urn:microsoft.com/office/officeart/2005/8/layout/orgChart1"/>
    <dgm:cxn modelId="{A858EDAF-233F-DB40-A0E1-789947939E86}" type="presParOf" srcId="{525A2B13-708F-2E4C-8FE6-2F090B2C516D}" destId="{E5270617-3536-F74C-91C7-5D2DEA8B2D3D}" srcOrd="0" destOrd="0" presId="urn:microsoft.com/office/officeart/2005/8/layout/orgChart1"/>
    <dgm:cxn modelId="{B0DBC1B6-4EF3-DC48-9601-49F2B806CD48}" type="presParOf" srcId="{525A2B13-708F-2E4C-8FE6-2F090B2C516D}" destId="{86FB4C98-A594-BE4B-9D91-63FA67A4BCC4}" srcOrd="1" destOrd="0" presId="urn:microsoft.com/office/officeart/2005/8/layout/orgChart1"/>
    <dgm:cxn modelId="{0CBD2031-D642-904F-A970-9CA04CB1E3C4}" type="presParOf" srcId="{E232AA85-56B4-0248-8F92-5334B58CA286}" destId="{4CA1E697-231A-8F46-B25F-12EAC937EA62}" srcOrd="1" destOrd="0" presId="urn:microsoft.com/office/officeart/2005/8/layout/orgChart1"/>
    <dgm:cxn modelId="{9845E847-E041-9E4D-9E4D-294958AF737F}" type="presParOf" srcId="{E232AA85-56B4-0248-8F92-5334B58CA286}" destId="{FA9F4B3D-2CCF-C047-A81B-E2BEC89A331F}" srcOrd="2" destOrd="0" presId="urn:microsoft.com/office/officeart/2005/8/layout/orgChart1"/>
    <dgm:cxn modelId="{983063D0-37D4-F84B-9826-BF0433D05E9B}" type="presParOf" srcId="{97908411-A10F-4E44-8E47-30F2FD17F766}" destId="{1638813C-C591-AD45-8C9B-9D599F95BE32}" srcOrd="2" destOrd="0" presId="urn:microsoft.com/office/officeart/2005/8/layout/orgChart1"/>
    <dgm:cxn modelId="{E93432DF-1908-BA41-A13B-0842966968B7}" type="presParOf" srcId="{0E996A01-3C8C-5C41-8BA0-761ACBBC6279}" destId="{FAB4F7E9-D972-EA48-8691-E7A5FF548F70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9078D0B-EB64-2D4C-8E19-B88B9EA182A9}" type="doc">
      <dgm:prSet loTypeId="urn:microsoft.com/office/officeart/2005/8/layout/orgChart1" loCatId="" qsTypeId="urn:microsoft.com/office/officeart/2005/8/quickstyle/3d4" qsCatId="3D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4434D9DA-886B-514F-9469-4216EB9EB432}">
      <dgm:prSet phldrT="[Text]"/>
      <dgm:spPr/>
      <dgm:t>
        <a:bodyPr/>
        <a:lstStyle/>
        <a:p>
          <a:r>
            <a:rPr lang="en-GB" dirty="0"/>
            <a:t>UI</a:t>
          </a:r>
        </a:p>
      </dgm:t>
    </dgm:pt>
    <dgm:pt modelId="{587CACF9-30F8-BA4A-AFE8-4D8883ED93B2}" type="parTrans" cxnId="{DDF5CD66-C70F-7C4E-8B4E-9EDAB7D9CA40}">
      <dgm:prSet/>
      <dgm:spPr/>
      <dgm:t>
        <a:bodyPr/>
        <a:lstStyle/>
        <a:p>
          <a:endParaRPr lang="en-GB"/>
        </a:p>
      </dgm:t>
    </dgm:pt>
    <dgm:pt modelId="{2E17D612-6F2D-454F-96B1-8729A2D69C22}" type="sibTrans" cxnId="{DDF5CD66-C70F-7C4E-8B4E-9EDAB7D9CA40}">
      <dgm:prSet/>
      <dgm:spPr/>
      <dgm:t>
        <a:bodyPr/>
        <a:lstStyle/>
        <a:p>
          <a:endParaRPr lang="en-GB"/>
        </a:p>
      </dgm:t>
    </dgm:pt>
    <dgm:pt modelId="{2E239687-F513-D549-A03B-F2C3DAB66D6D}">
      <dgm:prSet/>
      <dgm:spPr/>
      <dgm:t>
        <a:bodyPr/>
        <a:lstStyle/>
        <a:p>
          <a:r>
            <a:rPr lang="en-GB" dirty="0"/>
            <a:t>Connectors</a:t>
          </a:r>
        </a:p>
      </dgm:t>
    </dgm:pt>
    <dgm:pt modelId="{58FB9051-E991-9245-88D6-ADC90FD49937}" type="parTrans" cxnId="{DF0FB3DB-B350-EC4A-B280-E6CE91478601}">
      <dgm:prSet/>
      <dgm:spPr/>
      <dgm:t>
        <a:bodyPr/>
        <a:lstStyle/>
        <a:p>
          <a:endParaRPr lang="en-GB"/>
        </a:p>
      </dgm:t>
    </dgm:pt>
    <dgm:pt modelId="{476E37B1-B981-B84D-BE8F-3360ABECB7D7}" type="sibTrans" cxnId="{DF0FB3DB-B350-EC4A-B280-E6CE91478601}">
      <dgm:prSet/>
      <dgm:spPr/>
      <dgm:t>
        <a:bodyPr/>
        <a:lstStyle/>
        <a:p>
          <a:endParaRPr lang="en-GB"/>
        </a:p>
      </dgm:t>
    </dgm:pt>
    <dgm:pt modelId="{3881FF17-D4E6-3F44-907B-090A47622F87}">
      <dgm:prSet/>
      <dgm:spPr/>
      <dgm:t>
        <a:bodyPr/>
        <a:lstStyle/>
        <a:p>
          <a:r>
            <a:rPr lang="en-GB" dirty="0"/>
            <a:t>User </a:t>
          </a:r>
          <a:br>
            <a:rPr lang="en-GB" dirty="0"/>
          </a:br>
          <a:r>
            <a:rPr lang="en-GB" dirty="0"/>
            <a:t>Portal</a:t>
          </a:r>
        </a:p>
      </dgm:t>
    </dgm:pt>
    <dgm:pt modelId="{30FADB83-946E-D74F-A1D6-D7FBC6960332}" type="parTrans" cxnId="{4039E201-8225-0F46-A328-632F6FA850FB}">
      <dgm:prSet/>
      <dgm:spPr/>
      <dgm:t>
        <a:bodyPr/>
        <a:lstStyle/>
        <a:p>
          <a:endParaRPr lang="en-GB"/>
        </a:p>
      </dgm:t>
    </dgm:pt>
    <dgm:pt modelId="{6543F05C-87FA-3946-9458-CE1610963EE5}" type="sibTrans" cxnId="{4039E201-8225-0F46-A328-632F6FA850FB}">
      <dgm:prSet/>
      <dgm:spPr/>
      <dgm:t>
        <a:bodyPr/>
        <a:lstStyle/>
        <a:p>
          <a:endParaRPr lang="en-GB"/>
        </a:p>
      </dgm:t>
    </dgm:pt>
    <dgm:pt modelId="{479C8B34-00BA-FE4D-AAA1-9FB17709A2AD}">
      <dgm:prSet/>
      <dgm:spPr/>
      <dgm:t>
        <a:bodyPr/>
        <a:lstStyle/>
        <a:p>
          <a:r>
            <a:rPr lang="en-GB" dirty="0"/>
            <a:t>Admin </a:t>
          </a:r>
          <a:br>
            <a:rPr lang="en-GB" dirty="0"/>
          </a:br>
          <a:r>
            <a:rPr lang="en-GB" dirty="0"/>
            <a:t>Portal</a:t>
          </a:r>
        </a:p>
      </dgm:t>
    </dgm:pt>
    <dgm:pt modelId="{F17D7920-60F1-EE46-B53E-E28EB1CD6019}" type="parTrans" cxnId="{C640B0D2-E3D1-6744-ADC9-A0B9AC7E57EB}">
      <dgm:prSet/>
      <dgm:spPr/>
      <dgm:t>
        <a:bodyPr/>
        <a:lstStyle/>
        <a:p>
          <a:endParaRPr lang="en-GB"/>
        </a:p>
      </dgm:t>
    </dgm:pt>
    <dgm:pt modelId="{47313DCB-7DC8-044C-80CB-077E25D27EAB}" type="sibTrans" cxnId="{C640B0D2-E3D1-6744-ADC9-A0B9AC7E57EB}">
      <dgm:prSet/>
      <dgm:spPr/>
      <dgm:t>
        <a:bodyPr/>
        <a:lstStyle/>
        <a:p>
          <a:endParaRPr lang="en-GB"/>
        </a:p>
      </dgm:t>
    </dgm:pt>
    <dgm:pt modelId="{30E4063B-D66F-574E-B067-0ADF5E0DC3DF}">
      <dgm:prSet/>
      <dgm:spPr/>
      <dgm:t>
        <a:bodyPr/>
        <a:lstStyle/>
        <a:p>
          <a:r>
            <a:rPr lang="en-GB" dirty="0"/>
            <a:t>Banking </a:t>
          </a:r>
          <a:br>
            <a:rPr lang="en-GB" dirty="0"/>
          </a:br>
          <a:r>
            <a:rPr lang="en-GB" dirty="0"/>
            <a:t>Circle</a:t>
          </a:r>
        </a:p>
      </dgm:t>
    </dgm:pt>
    <dgm:pt modelId="{5F9B8B02-A549-F747-88B8-AAEBCA497AB4}" type="parTrans" cxnId="{D3AA2620-7DE0-F84D-AAA7-E5FB1C769C12}">
      <dgm:prSet/>
      <dgm:spPr/>
      <dgm:t>
        <a:bodyPr/>
        <a:lstStyle/>
        <a:p>
          <a:endParaRPr lang="en-GB"/>
        </a:p>
      </dgm:t>
    </dgm:pt>
    <dgm:pt modelId="{0835628C-E972-AE4C-B6B9-28A3D0491ACF}" type="sibTrans" cxnId="{D3AA2620-7DE0-F84D-AAA7-E5FB1C769C12}">
      <dgm:prSet/>
      <dgm:spPr/>
      <dgm:t>
        <a:bodyPr/>
        <a:lstStyle/>
        <a:p>
          <a:endParaRPr lang="en-GB"/>
        </a:p>
      </dgm:t>
    </dgm:pt>
    <dgm:pt modelId="{3A29A919-20BD-024F-8EF6-05CFC3CADF6E}">
      <dgm:prSet/>
      <dgm:spPr/>
      <dgm:t>
        <a:bodyPr/>
        <a:lstStyle/>
        <a:p>
          <a:r>
            <a:rPr lang="en-GB" dirty="0"/>
            <a:t>LHV</a:t>
          </a:r>
        </a:p>
      </dgm:t>
    </dgm:pt>
    <dgm:pt modelId="{D1320881-1930-C347-9017-9A4CD1DF2282}" type="parTrans" cxnId="{3541D6CD-428B-7844-A329-CD3DAF6BF983}">
      <dgm:prSet/>
      <dgm:spPr/>
      <dgm:t>
        <a:bodyPr/>
        <a:lstStyle/>
        <a:p>
          <a:endParaRPr lang="en-GB"/>
        </a:p>
      </dgm:t>
    </dgm:pt>
    <dgm:pt modelId="{49CECAF8-991D-F246-A4AA-C299BC4EA391}" type="sibTrans" cxnId="{3541D6CD-428B-7844-A329-CD3DAF6BF983}">
      <dgm:prSet/>
      <dgm:spPr/>
      <dgm:t>
        <a:bodyPr/>
        <a:lstStyle/>
        <a:p>
          <a:endParaRPr lang="en-GB"/>
        </a:p>
      </dgm:t>
    </dgm:pt>
    <dgm:pt modelId="{89EC344C-4E6D-524D-973C-58F563B5B30E}">
      <dgm:prSet/>
      <dgm:spPr/>
      <dgm:t>
        <a:bodyPr/>
        <a:lstStyle/>
        <a:p>
          <a:r>
            <a:rPr lang="en-GB" dirty="0"/>
            <a:t>Convera</a:t>
          </a:r>
        </a:p>
      </dgm:t>
    </dgm:pt>
    <dgm:pt modelId="{A0359E2E-1C86-C148-8001-DDC9CEE68969}" type="parTrans" cxnId="{3224B777-5D2A-D041-B7B9-D556F80DAAD2}">
      <dgm:prSet/>
      <dgm:spPr/>
      <dgm:t>
        <a:bodyPr/>
        <a:lstStyle/>
        <a:p>
          <a:endParaRPr lang="en-GB"/>
        </a:p>
      </dgm:t>
    </dgm:pt>
    <dgm:pt modelId="{266122B1-7495-1640-B9C4-61D9D8B90C3A}" type="sibTrans" cxnId="{3224B777-5D2A-D041-B7B9-D556F80DAAD2}">
      <dgm:prSet/>
      <dgm:spPr/>
      <dgm:t>
        <a:bodyPr/>
        <a:lstStyle/>
        <a:p>
          <a:endParaRPr lang="en-GB"/>
        </a:p>
      </dgm:t>
    </dgm:pt>
    <dgm:pt modelId="{C94CC2E9-8C50-BF45-BBF2-FE54CC034C2B}">
      <dgm:prSet/>
      <dgm:spPr/>
      <dgm:t>
        <a:bodyPr/>
        <a:lstStyle/>
        <a:p>
          <a:r>
            <a:rPr lang="en-GB" dirty="0"/>
            <a:t>Orchestration</a:t>
          </a:r>
        </a:p>
      </dgm:t>
    </dgm:pt>
    <dgm:pt modelId="{B21D239E-A088-2B41-ACB3-9839303DC4AE}" type="parTrans" cxnId="{8BAFD322-19D4-C94C-A94B-951B2FDE26B7}">
      <dgm:prSet/>
      <dgm:spPr/>
      <dgm:t>
        <a:bodyPr/>
        <a:lstStyle/>
        <a:p>
          <a:endParaRPr lang="en-GB"/>
        </a:p>
      </dgm:t>
    </dgm:pt>
    <dgm:pt modelId="{18C29FC8-3C54-474B-8076-B8F0A776C125}" type="sibTrans" cxnId="{8BAFD322-19D4-C94C-A94B-951B2FDE26B7}">
      <dgm:prSet/>
      <dgm:spPr/>
      <dgm:t>
        <a:bodyPr/>
        <a:lstStyle/>
        <a:p>
          <a:endParaRPr lang="en-GB"/>
        </a:p>
      </dgm:t>
    </dgm:pt>
    <dgm:pt modelId="{11EE3F97-6223-824F-8420-2B025FEC1710}">
      <dgm:prSet/>
      <dgm:spPr/>
      <dgm:t>
        <a:bodyPr/>
        <a:lstStyle/>
        <a:p>
          <a:r>
            <a:rPr lang="en-GB" dirty="0"/>
            <a:t>Workflow</a:t>
          </a:r>
        </a:p>
      </dgm:t>
    </dgm:pt>
    <dgm:pt modelId="{77CE8976-C8F5-294F-A0EC-466BD82AEFC5}" type="parTrans" cxnId="{D0BE5227-B1FE-864A-92B1-456F25F091EE}">
      <dgm:prSet/>
      <dgm:spPr/>
      <dgm:t>
        <a:bodyPr/>
        <a:lstStyle/>
        <a:p>
          <a:endParaRPr lang="en-GB"/>
        </a:p>
      </dgm:t>
    </dgm:pt>
    <dgm:pt modelId="{E9AB3018-5DC5-9C45-B893-4AA62D20411A}" type="sibTrans" cxnId="{D0BE5227-B1FE-864A-92B1-456F25F091EE}">
      <dgm:prSet/>
      <dgm:spPr/>
      <dgm:t>
        <a:bodyPr/>
        <a:lstStyle/>
        <a:p>
          <a:endParaRPr lang="en-GB"/>
        </a:p>
      </dgm:t>
    </dgm:pt>
    <dgm:pt modelId="{652149C9-B794-2E44-B0C5-A844B587E501}">
      <dgm:prSet/>
      <dgm:spPr/>
      <dgm:t>
        <a:bodyPr/>
        <a:lstStyle/>
        <a:p>
          <a:r>
            <a:rPr lang="en-GB" dirty="0"/>
            <a:t>Delivery</a:t>
          </a:r>
        </a:p>
      </dgm:t>
    </dgm:pt>
    <dgm:pt modelId="{E4381ED5-57B6-414B-A86D-B2C83FD4C43D}" type="parTrans" cxnId="{E06EAF2F-A08E-3442-8CD9-CDF229963D9D}">
      <dgm:prSet/>
      <dgm:spPr/>
      <dgm:t>
        <a:bodyPr/>
        <a:lstStyle/>
        <a:p>
          <a:endParaRPr lang="en-GB"/>
        </a:p>
      </dgm:t>
    </dgm:pt>
    <dgm:pt modelId="{1DD5B54A-E85F-FD4D-B7FA-25F573C607F9}" type="sibTrans" cxnId="{E06EAF2F-A08E-3442-8CD9-CDF229963D9D}">
      <dgm:prSet/>
      <dgm:spPr/>
      <dgm:t>
        <a:bodyPr/>
        <a:lstStyle/>
        <a:p>
          <a:endParaRPr lang="en-GB"/>
        </a:p>
      </dgm:t>
    </dgm:pt>
    <dgm:pt modelId="{F6D0A805-771E-FC4B-BBF0-5D122D93279C}">
      <dgm:prSet/>
      <dgm:spPr/>
      <dgm:t>
        <a:bodyPr/>
        <a:lstStyle/>
        <a:p>
          <a:r>
            <a:rPr lang="en-GB" dirty="0"/>
            <a:t>Core </a:t>
          </a:r>
          <a:br>
            <a:rPr lang="en-GB" dirty="0"/>
          </a:br>
          <a:r>
            <a:rPr lang="en-GB" dirty="0"/>
            <a:t>Banking</a:t>
          </a:r>
        </a:p>
      </dgm:t>
    </dgm:pt>
    <dgm:pt modelId="{F460C8C4-7BB8-6B45-B1C8-CF292D2E6807}" type="parTrans" cxnId="{AC3A08C0-CA12-2E47-94CE-AF22E89A17B6}">
      <dgm:prSet/>
      <dgm:spPr/>
      <dgm:t>
        <a:bodyPr/>
        <a:lstStyle/>
        <a:p>
          <a:endParaRPr lang="en-GB"/>
        </a:p>
      </dgm:t>
    </dgm:pt>
    <dgm:pt modelId="{689BB89B-EFDB-FA4F-8CC2-807BD7A2E11A}" type="sibTrans" cxnId="{AC3A08C0-CA12-2E47-94CE-AF22E89A17B6}">
      <dgm:prSet/>
      <dgm:spPr/>
      <dgm:t>
        <a:bodyPr/>
        <a:lstStyle/>
        <a:p>
          <a:endParaRPr lang="en-GB"/>
        </a:p>
      </dgm:t>
    </dgm:pt>
    <dgm:pt modelId="{BBFA9094-315B-C84F-B532-8E8486074F1D}">
      <dgm:prSet/>
      <dgm:spPr/>
      <dgm:t>
        <a:bodyPr/>
        <a:lstStyle/>
        <a:p>
          <a:r>
            <a:rPr lang="en-GB" dirty="0"/>
            <a:t>Mobile </a:t>
          </a:r>
          <a:br>
            <a:rPr lang="en-GB" dirty="0"/>
          </a:br>
          <a:r>
            <a:rPr lang="en-GB" dirty="0"/>
            <a:t>Banking</a:t>
          </a:r>
        </a:p>
      </dgm:t>
    </dgm:pt>
    <dgm:pt modelId="{626C308D-DBF2-8F44-9E86-17AD842FEAD1}" type="parTrans" cxnId="{DF7A1919-76CF-E64F-9E99-08CF2ED26419}">
      <dgm:prSet/>
      <dgm:spPr/>
      <dgm:t>
        <a:bodyPr/>
        <a:lstStyle/>
        <a:p>
          <a:endParaRPr lang="en-GB"/>
        </a:p>
      </dgm:t>
    </dgm:pt>
    <dgm:pt modelId="{53922D3C-7243-2140-B8A3-FE5B71CE6CE0}" type="sibTrans" cxnId="{DF7A1919-76CF-E64F-9E99-08CF2ED26419}">
      <dgm:prSet/>
      <dgm:spPr/>
      <dgm:t>
        <a:bodyPr/>
        <a:lstStyle/>
        <a:p>
          <a:endParaRPr lang="en-GB"/>
        </a:p>
      </dgm:t>
    </dgm:pt>
    <dgm:pt modelId="{025AE39E-EB64-7046-A5DA-787F274503D9}">
      <dgm:prSet/>
      <dgm:spPr/>
      <dgm:t>
        <a:bodyPr/>
        <a:lstStyle/>
        <a:p>
          <a:r>
            <a:rPr lang="en-GB" dirty="0"/>
            <a:t>A/C Management</a:t>
          </a:r>
        </a:p>
      </dgm:t>
    </dgm:pt>
    <dgm:pt modelId="{4197CB82-6B28-3140-BAF5-AFB3E9058E46}" type="parTrans" cxnId="{C392D1FD-89FC-AA42-A39D-A7FE283862D7}">
      <dgm:prSet/>
      <dgm:spPr/>
      <dgm:t>
        <a:bodyPr/>
        <a:lstStyle/>
        <a:p>
          <a:endParaRPr lang="en-GB"/>
        </a:p>
      </dgm:t>
    </dgm:pt>
    <dgm:pt modelId="{923193F6-A09E-F140-AFF9-E86BDD8FFEA3}" type="sibTrans" cxnId="{C392D1FD-89FC-AA42-A39D-A7FE283862D7}">
      <dgm:prSet/>
      <dgm:spPr/>
      <dgm:t>
        <a:bodyPr/>
        <a:lstStyle/>
        <a:p>
          <a:endParaRPr lang="en-GB"/>
        </a:p>
      </dgm:t>
    </dgm:pt>
    <dgm:pt modelId="{9F511C1B-3F53-0C4E-BBAB-4AB98F6A0C87}">
      <dgm:prSet/>
      <dgm:spPr/>
      <dgm:t>
        <a:bodyPr/>
        <a:lstStyle/>
        <a:p>
          <a:r>
            <a:rPr lang="en-GB" dirty="0"/>
            <a:t>Products</a:t>
          </a:r>
        </a:p>
      </dgm:t>
    </dgm:pt>
    <dgm:pt modelId="{B3DDAA9A-B187-C740-912F-CE0C02CD1740}" type="parTrans" cxnId="{CDE94BB4-6967-FC47-BA37-3F49E06746A3}">
      <dgm:prSet/>
      <dgm:spPr/>
      <dgm:t>
        <a:bodyPr/>
        <a:lstStyle/>
        <a:p>
          <a:endParaRPr lang="en-GB"/>
        </a:p>
      </dgm:t>
    </dgm:pt>
    <dgm:pt modelId="{B401FF4A-DDEC-3B42-8883-66160BEC64BC}" type="sibTrans" cxnId="{CDE94BB4-6967-FC47-BA37-3F49E06746A3}">
      <dgm:prSet/>
      <dgm:spPr/>
      <dgm:t>
        <a:bodyPr/>
        <a:lstStyle/>
        <a:p>
          <a:endParaRPr lang="en-GB"/>
        </a:p>
      </dgm:t>
    </dgm:pt>
    <dgm:pt modelId="{D6497B7F-52ED-5547-B0A5-FCEEAF6ED826}">
      <dgm:prSet/>
      <dgm:spPr/>
      <dgm:t>
        <a:bodyPr/>
        <a:lstStyle/>
        <a:p>
          <a:r>
            <a:rPr lang="en-GB" dirty="0"/>
            <a:t>Ledger</a:t>
          </a:r>
        </a:p>
      </dgm:t>
    </dgm:pt>
    <dgm:pt modelId="{16AA250C-E583-F84B-AF3F-328641D39888}" type="parTrans" cxnId="{2D1BFCE7-3B22-B448-AA5D-12B1BEA298EA}">
      <dgm:prSet/>
      <dgm:spPr/>
      <dgm:t>
        <a:bodyPr/>
        <a:lstStyle/>
        <a:p>
          <a:endParaRPr lang="en-GB"/>
        </a:p>
      </dgm:t>
    </dgm:pt>
    <dgm:pt modelId="{90D9E73A-A505-4B4E-B423-27CCE3161F33}" type="sibTrans" cxnId="{2D1BFCE7-3B22-B448-AA5D-12B1BEA298EA}">
      <dgm:prSet/>
      <dgm:spPr/>
      <dgm:t>
        <a:bodyPr/>
        <a:lstStyle/>
        <a:p>
          <a:endParaRPr lang="en-GB"/>
        </a:p>
      </dgm:t>
    </dgm:pt>
    <dgm:pt modelId="{E2C610F0-9290-B54A-B77B-82629AD7DF79}">
      <dgm:prSet/>
      <dgm:spPr/>
      <dgm:t>
        <a:bodyPr/>
        <a:lstStyle/>
        <a:p>
          <a:r>
            <a:rPr lang="en-GB" dirty="0"/>
            <a:t>Database</a:t>
          </a:r>
        </a:p>
      </dgm:t>
    </dgm:pt>
    <dgm:pt modelId="{CA442EE4-E244-9C4B-BD9C-9082A0EF0269}" type="parTrans" cxnId="{D667DFB0-BBE7-244D-BFB7-64288F12001A}">
      <dgm:prSet/>
      <dgm:spPr/>
      <dgm:t>
        <a:bodyPr/>
        <a:lstStyle/>
        <a:p>
          <a:endParaRPr lang="en-GB"/>
        </a:p>
      </dgm:t>
    </dgm:pt>
    <dgm:pt modelId="{35E2A37D-078B-E248-B574-6B0E2A0257C1}" type="sibTrans" cxnId="{D667DFB0-BBE7-244D-BFB7-64288F12001A}">
      <dgm:prSet/>
      <dgm:spPr/>
      <dgm:t>
        <a:bodyPr/>
        <a:lstStyle/>
        <a:p>
          <a:endParaRPr lang="en-GB"/>
        </a:p>
      </dgm:t>
    </dgm:pt>
    <dgm:pt modelId="{F3A7F426-3953-7741-A267-A794AEAB82D0}">
      <dgm:prSet/>
      <dgm:spPr/>
      <dgm:t>
        <a:bodyPr/>
        <a:lstStyle/>
        <a:p>
          <a:r>
            <a:rPr lang="en-GB" dirty="0"/>
            <a:t>Functions</a:t>
          </a:r>
        </a:p>
      </dgm:t>
    </dgm:pt>
    <dgm:pt modelId="{F587E54A-F0A9-8140-AD30-35E47A4844A3}" type="parTrans" cxnId="{69099DFD-3E52-494C-A740-BA58BFF5E157}">
      <dgm:prSet/>
      <dgm:spPr/>
      <dgm:t>
        <a:bodyPr/>
        <a:lstStyle/>
        <a:p>
          <a:endParaRPr lang="en-GB"/>
        </a:p>
      </dgm:t>
    </dgm:pt>
    <dgm:pt modelId="{226214FF-F257-B846-9CAC-B83B72F71941}" type="sibTrans" cxnId="{69099DFD-3E52-494C-A740-BA58BFF5E157}">
      <dgm:prSet/>
      <dgm:spPr/>
      <dgm:t>
        <a:bodyPr/>
        <a:lstStyle/>
        <a:p>
          <a:endParaRPr lang="en-GB"/>
        </a:p>
      </dgm:t>
    </dgm:pt>
    <dgm:pt modelId="{760B29D4-1ABD-1F41-BDA0-B307F1953FD1}">
      <dgm:prSet/>
      <dgm:spPr/>
      <dgm:t>
        <a:bodyPr/>
        <a:lstStyle/>
        <a:p>
          <a:r>
            <a:rPr lang="en-GB" dirty="0"/>
            <a:t>API</a:t>
          </a:r>
        </a:p>
      </dgm:t>
    </dgm:pt>
    <dgm:pt modelId="{B9E44F47-0460-C047-A0E2-1E64961626E7}" type="parTrans" cxnId="{2AC870C2-4D55-9840-A8F5-5D75FDB85D7C}">
      <dgm:prSet/>
      <dgm:spPr/>
      <dgm:t>
        <a:bodyPr/>
        <a:lstStyle/>
        <a:p>
          <a:endParaRPr lang="en-GB"/>
        </a:p>
      </dgm:t>
    </dgm:pt>
    <dgm:pt modelId="{0398DFA1-1182-3643-96FD-606E69756E66}" type="sibTrans" cxnId="{2AC870C2-4D55-9840-A8F5-5D75FDB85D7C}">
      <dgm:prSet/>
      <dgm:spPr/>
      <dgm:t>
        <a:bodyPr/>
        <a:lstStyle/>
        <a:p>
          <a:endParaRPr lang="en-GB"/>
        </a:p>
      </dgm:t>
    </dgm:pt>
    <dgm:pt modelId="{E8703200-E058-1D4D-A823-F85D14B13F1E}">
      <dgm:prSet/>
      <dgm:spPr/>
      <dgm:t>
        <a:bodyPr/>
        <a:lstStyle/>
        <a:p>
          <a:r>
            <a:rPr lang="en-GB" dirty="0"/>
            <a:t>Processes</a:t>
          </a:r>
        </a:p>
      </dgm:t>
    </dgm:pt>
    <dgm:pt modelId="{9EE52027-20E4-9F47-BB3B-C7123747151D}" type="parTrans" cxnId="{3C65B8F8-F3F3-A743-A438-E667729D62C1}">
      <dgm:prSet/>
      <dgm:spPr/>
      <dgm:t>
        <a:bodyPr/>
        <a:lstStyle/>
        <a:p>
          <a:endParaRPr lang="en-GB"/>
        </a:p>
      </dgm:t>
    </dgm:pt>
    <dgm:pt modelId="{E05CB3A3-8D83-5F45-8C36-056C2F3CE30E}" type="sibTrans" cxnId="{3C65B8F8-F3F3-A743-A438-E667729D62C1}">
      <dgm:prSet/>
      <dgm:spPr/>
      <dgm:t>
        <a:bodyPr/>
        <a:lstStyle/>
        <a:p>
          <a:endParaRPr lang="en-GB"/>
        </a:p>
      </dgm:t>
    </dgm:pt>
    <dgm:pt modelId="{E05DC1E9-4BC4-1441-8203-3A331352D4C3}">
      <dgm:prSet/>
      <dgm:spPr/>
      <dgm:t>
        <a:bodyPr/>
        <a:lstStyle/>
        <a:p>
          <a:r>
            <a:rPr lang="en-GB" dirty="0"/>
            <a:t>Reconciliation</a:t>
          </a:r>
        </a:p>
      </dgm:t>
    </dgm:pt>
    <dgm:pt modelId="{E25862D3-A26B-7D44-89F2-3737C626A1CE}" type="parTrans" cxnId="{1AFCF0C4-4755-3E40-A51D-86999A00FF7B}">
      <dgm:prSet/>
      <dgm:spPr/>
      <dgm:t>
        <a:bodyPr/>
        <a:lstStyle/>
        <a:p>
          <a:endParaRPr lang="en-GB"/>
        </a:p>
      </dgm:t>
    </dgm:pt>
    <dgm:pt modelId="{A6478A6F-0D38-0E48-AD42-763116C13ACC}" type="sibTrans" cxnId="{1AFCF0C4-4755-3E40-A51D-86999A00FF7B}">
      <dgm:prSet/>
      <dgm:spPr/>
      <dgm:t>
        <a:bodyPr/>
        <a:lstStyle/>
        <a:p>
          <a:endParaRPr lang="en-GB"/>
        </a:p>
      </dgm:t>
    </dgm:pt>
    <dgm:pt modelId="{B26CA3CB-5B03-4241-A646-9BD652CC96B8}">
      <dgm:prSet/>
      <dgm:spPr/>
      <dgm:t>
        <a:bodyPr/>
        <a:lstStyle/>
        <a:p>
          <a:r>
            <a:rPr lang="en-GB" dirty="0"/>
            <a:t>Settlement</a:t>
          </a:r>
        </a:p>
      </dgm:t>
    </dgm:pt>
    <dgm:pt modelId="{09DCA9D1-CBA7-4B4E-9079-884D3EC6A454}" type="parTrans" cxnId="{46732EFB-F4DD-A149-979C-FDCC05CA60E4}">
      <dgm:prSet/>
      <dgm:spPr/>
      <dgm:t>
        <a:bodyPr/>
        <a:lstStyle/>
        <a:p>
          <a:endParaRPr lang="en-GB"/>
        </a:p>
      </dgm:t>
    </dgm:pt>
    <dgm:pt modelId="{6C2726E3-8D64-1B46-BB9E-6A97492D215D}" type="sibTrans" cxnId="{46732EFB-F4DD-A149-979C-FDCC05CA60E4}">
      <dgm:prSet/>
      <dgm:spPr/>
      <dgm:t>
        <a:bodyPr/>
        <a:lstStyle/>
        <a:p>
          <a:endParaRPr lang="en-GB"/>
        </a:p>
      </dgm:t>
    </dgm:pt>
    <dgm:pt modelId="{FC998FBE-F243-7146-92E5-4F5C162C8AA6}">
      <dgm:prSet/>
      <dgm:spPr/>
      <dgm:t>
        <a:bodyPr/>
        <a:lstStyle/>
        <a:p>
          <a:r>
            <a:rPr lang="en-GB" dirty="0"/>
            <a:t>API</a:t>
          </a:r>
        </a:p>
      </dgm:t>
    </dgm:pt>
    <dgm:pt modelId="{ADE6C3D6-371D-DE4F-B342-42BBEC2F96FC}" type="parTrans" cxnId="{2CE898C5-CE0D-2746-868E-013A414BE32F}">
      <dgm:prSet/>
      <dgm:spPr/>
      <dgm:t>
        <a:bodyPr/>
        <a:lstStyle/>
        <a:p>
          <a:endParaRPr lang="en-GB"/>
        </a:p>
      </dgm:t>
    </dgm:pt>
    <dgm:pt modelId="{74C4822A-B216-1143-8987-0A1789D45134}" type="sibTrans" cxnId="{2CE898C5-CE0D-2746-868E-013A414BE32F}">
      <dgm:prSet/>
      <dgm:spPr/>
      <dgm:t>
        <a:bodyPr/>
        <a:lstStyle/>
        <a:p>
          <a:endParaRPr lang="en-GB"/>
        </a:p>
      </dgm:t>
    </dgm:pt>
    <dgm:pt modelId="{65F97455-BBF9-5042-8365-6B68C9F5DEBB}">
      <dgm:prSet/>
      <dgm:spPr/>
      <dgm:t>
        <a:bodyPr/>
        <a:lstStyle/>
        <a:p>
          <a:r>
            <a:rPr lang="en-GB" dirty="0"/>
            <a:t>Analytics</a:t>
          </a:r>
        </a:p>
      </dgm:t>
    </dgm:pt>
    <dgm:pt modelId="{0980BE20-D3DC-7045-8915-3A06B0CD5B48}" type="parTrans" cxnId="{94140E46-C553-A246-BD7A-F5118398CC95}">
      <dgm:prSet/>
      <dgm:spPr/>
      <dgm:t>
        <a:bodyPr/>
        <a:lstStyle/>
        <a:p>
          <a:endParaRPr lang="en-GB"/>
        </a:p>
      </dgm:t>
    </dgm:pt>
    <dgm:pt modelId="{DD649555-BC26-F240-8D40-08567741EEE3}" type="sibTrans" cxnId="{94140E46-C553-A246-BD7A-F5118398CC95}">
      <dgm:prSet/>
      <dgm:spPr/>
      <dgm:t>
        <a:bodyPr/>
        <a:lstStyle/>
        <a:p>
          <a:endParaRPr lang="en-GB"/>
        </a:p>
      </dgm:t>
    </dgm:pt>
    <dgm:pt modelId="{C7D46152-CAF8-2D40-A36A-1834ACC30C00}">
      <dgm:prSet/>
      <dgm:spPr/>
      <dgm:t>
        <a:bodyPr/>
        <a:lstStyle/>
        <a:p>
          <a:r>
            <a:rPr lang="en-GB" dirty="0"/>
            <a:t>Rules </a:t>
          </a:r>
          <a:br>
            <a:rPr lang="en-GB" dirty="0"/>
          </a:br>
          <a:r>
            <a:rPr lang="en-GB" dirty="0"/>
            <a:t>database</a:t>
          </a:r>
        </a:p>
      </dgm:t>
    </dgm:pt>
    <dgm:pt modelId="{E1E2BC3C-7BE9-034B-8AC2-5A2880E39B93}" type="parTrans" cxnId="{5F62D337-1651-2947-B5FE-6E71D39C3FAF}">
      <dgm:prSet/>
      <dgm:spPr/>
      <dgm:t>
        <a:bodyPr/>
        <a:lstStyle/>
        <a:p>
          <a:endParaRPr lang="en-GB"/>
        </a:p>
      </dgm:t>
    </dgm:pt>
    <dgm:pt modelId="{10C64D38-DEE6-6441-A910-CB2D13A31A41}" type="sibTrans" cxnId="{5F62D337-1651-2947-B5FE-6E71D39C3FAF}">
      <dgm:prSet/>
      <dgm:spPr/>
      <dgm:t>
        <a:bodyPr/>
        <a:lstStyle/>
        <a:p>
          <a:endParaRPr lang="en-GB"/>
        </a:p>
      </dgm:t>
    </dgm:pt>
    <dgm:pt modelId="{6B9742E9-9F55-A344-80FE-6EF0F4C1D869}">
      <dgm:prSet/>
      <dgm:spPr/>
      <dgm:t>
        <a:bodyPr/>
        <a:lstStyle/>
        <a:p>
          <a:r>
            <a:rPr lang="en-GB" dirty="0"/>
            <a:t>Bank of London</a:t>
          </a:r>
        </a:p>
      </dgm:t>
    </dgm:pt>
    <dgm:pt modelId="{1FE0B890-5DAE-5A47-BE71-5BD7A1B5BCFD}" type="parTrans" cxnId="{D1D4C5B3-6305-804F-B84E-7964CD1E9CEE}">
      <dgm:prSet/>
      <dgm:spPr/>
      <dgm:t>
        <a:bodyPr/>
        <a:lstStyle/>
        <a:p>
          <a:endParaRPr lang="en-GB"/>
        </a:p>
      </dgm:t>
    </dgm:pt>
    <dgm:pt modelId="{002A4B3F-4091-1E44-87AE-38226CC1761E}" type="sibTrans" cxnId="{D1D4C5B3-6305-804F-B84E-7964CD1E9CEE}">
      <dgm:prSet/>
      <dgm:spPr/>
      <dgm:t>
        <a:bodyPr/>
        <a:lstStyle/>
        <a:p>
          <a:endParaRPr lang="en-GB"/>
        </a:p>
      </dgm:t>
    </dgm:pt>
    <dgm:pt modelId="{8B110E3D-F090-5844-A1D5-2D0F772D7298}">
      <dgm:prSet/>
      <dgm:spPr/>
      <dgm:t>
        <a:bodyPr/>
        <a:lstStyle/>
        <a:p>
          <a:r>
            <a:rPr lang="en-GB" dirty="0"/>
            <a:t>Payments</a:t>
          </a:r>
        </a:p>
      </dgm:t>
    </dgm:pt>
    <dgm:pt modelId="{9CB4C3F7-00A8-9046-8065-BF9EE73CD9B7}" type="parTrans" cxnId="{B5B693E4-C353-DE4F-BD6B-CB90BB94641C}">
      <dgm:prSet/>
      <dgm:spPr/>
      <dgm:t>
        <a:bodyPr/>
        <a:lstStyle/>
        <a:p>
          <a:endParaRPr lang="en-GB"/>
        </a:p>
      </dgm:t>
    </dgm:pt>
    <dgm:pt modelId="{AA238B90-DC79-C940-9CA1-6BE3A7324792}" type="sibTrans" cxnId="{B5B693E4-C353-DE4F-BD6B-CB90BB94641C}">
      <dgm:prSet/>
      <dgm:spPr/>
      <dgm:t>
        <a:bodyPr/>
        <a:lstStyle/>
        <a:p>
          <a:endParaRPr lang="en-GB"/>
        </a:p>
      </dgm:t>
    </dgm:pt>
    <dgm:pt modelId="{CDB5E4FC-DC21-4A48-B5A3-104DC29CD8C1}">
      <dgm:prSet/>
      <dgm:spPr/>
      <dgm:t>
        <a:bodyPr/>
        <a:lstStyle/>
        <a:p>
          <a:r>
            <a:rPr lang="en-GB" dirty="0"/>
            <a:t>CRUD UI</a:t>
          </a:r>
        </a:p>
      </dgm:t>
    </dgm:pt>
    <dgm:pt modelId="{9B5C394E-C3C8-2147-8A26-A94C6D6415A4}" type="parTrans" cxnId="{29AA64EE-10FE-D247-8375-E9436181AE91}">
      <dgm:prSet/>
      <dgm:spPr/>
      <dgm:t>
        <a:bodyPr/>
        <a:lstStyle/>
        <a:p>
          <a:endParaRPr lang="en-GB"/>
        </a:p>
      </dgm:t>
    </dgm:pt>
    <dgm:pt modelId="{CD625E1A-183D-FD45-B4E6-23F08430B8D6}" type="sibTrans" cxnId="{29AA64EE-10FE-D247-8375-E9436181AE91}">
      <dgm:prSet/>
      <dgm:spPr/>
      <dgm:t>
        <a:bodyPr/>
        <a:lstStyle/>
        <a:p>
          <a:endParaRPr lang="en-GB"/>
        </a:p>
      </dgm:t>
    </dgm:pt>
    <dgm:pt modelId="{71C7A905-4F33-324E-9C37-3339E2E643B8}">
      <dgm:prSet/>
      <dgm:spPr/>
      <dgm:t>
        <a:bodyPr/>
        <a:lstStyle/>
        <a:p>
          <a:r>
            <a:rPr lang="en-GB" dirty="0"/>
            <a:t>Transaction UI</a:t>
          </a:r>
        </a:p>
      </dgm:t>
    </dgm:pt>
    <dgm:pt modelId="{0FFECD4E-E8B9-C647-8E29-A1B483F03641}" type="parTrans" cxnId="{486A06B6-7B0F-0D4A-ABBB-3B96CA641253}">
      <dgm:prSet/>
      <dgm:spPr/>
      <dgm:t>
        <a:bodyPr/>
        <a:lstStyle/>
        <a:p>
          <a:endParaRPr lang="en-GB"/>
        </a:p>
      </dgm:t>
    </dgm:pt>
    <dgm:pt modelId="{B93BB74E-1913-0742-9236-2FCC506B282F}" type="sibTrans" cxnId="{486A06B6-7B0F-0D4A-ABBB-3B96CA641253}">
      <dgm:prSet/>
      <dgm:spPr/>
      <dgm:t>
        <a:bodyPr/>
        <a:lstStyle/>
        <a:p>
          <a:endParaRPr lang="en-GB"/>
        </a:p>
      </dgm:t>
    </dgm:pt>
    <dgm:pt modelId="{450EF7DF-59DA-0A4C-8891-D517C1983BD7}">
      <dgm:prSet/>
      <dgm:spPr/>
      <dgm:t>
        <a:bodyPr/>
        <a:lstStyle/>
        <a:p>
          <a:r>
            <a:rPr lang="en-GB" dirty="0"/>
            <a:t>Reconciliation UI</a:t>
          </a:r>
        </a:p>
      </dgm:t>
    </dgm:pt>
    <dgm:pt modelId="{DBEB9194-E83E-1F4D-9761-8E4C1BDC6C54}" type="parTrans" cxnId="{8F0D5377-35F5-D042-8314-30228D1CBD26}">
      <dgm:prSet/>
      <dgm:spPr/>
      <dgm:t>
        <a:bodyPr/>
        <a:lstStyle/>
        <a:p>
          <a:endParaRPr lang="en-GB"/>
        </a:p>
      </dgm:t>
    </dgm:pt>
    <dgm:pt modelId="{58A26422-F635-FD43-B046-8CDDC1110D23}" type="sibTrans" cxnId="{8F0D5377-35F5-D042-8314-30228D1CBD26}">
      <dgm:prSet/>
      <dgm:spPr/>
      <dgm:t>
        <a:bodyPr/>
        <a:lstStyle/>
        <a:p>
          <a:endParaRPr lang="en-GB"/>
        </a:p>
      </dgm:t>
    </dgm:pt>
    <dgm:pt modelId="{CAF5B932-15A8-3C42-80F5-4793AD16B8B7}">
      <dgm:prSet/>
      <dgm:spPr/>
      <dgm:t>
        <a:bodyPr/>
        <a:lstStyle/>
        <a:p>
          <a:r>
            <a:rPr lang="en-GB" dirty="0"/>
            <a:t>Operations UI</a:t>
          </a:r>
        </a:p>
      </dgm:t>
    </dgm:pt>
    <dgm:pt modelId="{83E2B299-1A4C-0E40-86EC-18D1AF0A3BE9}" type="parTrans" cxnId="{92E4A0F1-C964-9549-9B1E-C82C6D879D12}">
      <dgm:prSet/>
      <dgm:spPr/>
      <dgm:t>
        <a:bodyPr/>
        <a:lstStyle/>
        <a:p>
          <a:endParaRPr lang="en-GB"/>
        </a:p>
      </dgm:t>
    </dgm:pt>
    <dgm:pt modelId="{30D0D28F-691A-8D4F-A897-F66B8F33BFF2}" type="sibTrans" cxnId="{92E4A0F1-C964-9549-9B1E-C82C6D879D12}">
      <dgm:prSet/>
      <dgm:spPr/>
      <dgm:t>
        <a:bodyPr/>
        <a:lstStyle/>
        <a:p>
          <a:endParaRPr lang="en-GB"/>
        </a:p>
      </dgm:t>
    </dgm:pt>
    <dgm:pt modelId="{48C59008-87D8-014A-B707-8E913712A6FB}">
      <dgm:prSet/>
      <dgm:spPr/>
      <dgm:t>
        <a:bodyPr/>
        <a:lstStyle/>
        <a:p>
          <a:endParaRPr lang="en-GB" dirty="0"/>
        </a:p>
      </dgm:t>
    </dgm:pt>
    <dgm:pt modelId="{72969F4A-4A57-044D-AB2B-D40C7B2085B2}" type="parTrans" cxnId="{24B0B7B0-8A78-1741-94D3-E0F3462AA612}">
      <dgm:prSet/>
      <dgm:spPr/>
      <dgm:t>
        <a:bodyPr/>
        <a:lstStyle/>
        <a:p>
          <a:endParaRPr lang="en-GB"/>
        </a:p>
      </dgm:t>
    </dgm:pt>
    <dgm:pt modelId="{12A8272C-01C9-B444-AEAF-DAD00D71F426}" type="sibTrans" cxnId="{24B0B7B0-8A78-1741-94D3-E0F3462AA612}">
      <dgm:prSet/>
      <dgm:spPr/>
      <dgm:t>
        <a:bodyPr/>
        <a:lstStyle/>
        <a:p>
          <a:endParaRPr lang="en-GB"/>
        </a:p>
      </dgm:t>
    </dgm:pt>
    <dgm:pt modelId="{32EBDDF0-BE85-1E4D-B81A-18408CC66615}" type="pres">
      <dgm:prSet presAssocID="{19078D0B-EB64-2D4C-8E19-B88B9EA182A9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0F1ED7B1-3D54-F743-8E03-D62D3524CE50}" type="pres">
      <dgm:prSet presAssocID="{652149C9-B794-2E44-B0C5-A844B587E501}" presName="hierRoot1" presStyleCnt="0">
        <dgm:presLayoutVars>
          <dgm:hierBranch val="init"/>
        </dgm:presLayoutVars>
      </dgm:prSet>
      <dgm:spPr/>
    </dgm:pt>
    <dgm:pt modelId="{CB9215AB-5F44-174A-98CD-81A44F8080F7}" type="pres">
      <dgm:prSet presAssocID="{652149C9-B794-2E44-B0C5-A844B587E501}" presName="rootComposite1" presStyleCnt="0"/>
      <dgm:spPr/>
    </dgm:pt>
    <dgm:pt modelId="{D86093B8-704E-854B-B5B6-F8DEB46603DA}" type="pres">
      <dgm:prSet presAssocID="{652149C9-B794-2E44-B0C5-A844B587E501}" presName="rootText1" presStyleLbl="node0" presStyleIdx="0" presStyleCnt="1">
        <dgm:presLayoutVars>
          <dgm:chPref val="3"/>
        </dgm:presLayoutVars>
      </dgm:prSet>
      <dgm:spPr/>
    </dgm:pt>
    <dgm:pt modelId="{52462267-F116-1E46-8B54-CA00DD6FD8F2}" type="pres">
      <dgm:prSet presAssocID="{652149C9-B794-2E44-B0C5-A844B587E501}" presName="rootConnector1" presStyleLbl="node1" presStyleIdx="0" presStyleCnt="0"/>
      <dgm:spPr/>
    </dgm:pt>
    <dgm:pt modelId="{90539ACD-B7BA-CB4F-A72D-D27BB5D9EFAA}" type="pres">
      <dgm:prSet presAssocID="{652149C9-B794-2E44-B0C5-A844B587E501}" presName="hierChild2" presStyleCnt="0"/>
      <dgm:spPr/>
    </dgm:pt>
    <dgm:pt modelId="{D8EDDDEA-1B9F-504F-AEAA-1E4E07D58FBE}" type="pres">
      <dgm:prSet presAssocID="{587CACF9-30F8-BA4A-AFE8-4D8883ED93B2}" presName="Name37" presStyleLbl="parChTrans1D2" presStyleIdx="0" presStyleCnt="5"/>
      <dgm:spPr/>
    </dgm:pt>
    <dgm:pt modelId="{CA0CF602-96A0-BF45-8E28-C8ED7D5DBBE7}" type="pres">
      <dgm:prSet presAssocID="{4434D9DA-886B-514F-9469-4216EB9EB432}" presName="hierRoot2" presStyleCnt="0">
        <dgm:presLayoutVars>
          <dgm:hierBranch val="init"/>
        </dgm:presLayoutVars>
      </dgm:prSet>
      <dgm:spPr/>
    </dgm:pt>
    <dgm:pt modelId="{E3847D51-2608-F44C-A88E-609254239676}" type="pres">
      <dgm:prSet presAssocID="{4434D9DA-886B-514F-9469-4216EB9EB432}" presName="rootComposite" presStyleCnt="0"/>
      <dgm:spPr/>
    </dgm:pt>
    <dgm:pt modelId="{823D3423-F885-BD4D-805B-A336B6CB369E}" type="pres">
      <dgm:prSet presAssocID="{4434D9DA-886B-514F-9469-4216EB9EB432}" presName="rootText" presStyleLbl="node2" presStyleIdx="0" presStyleCnt="5">
        <dgm:presLayoutVars>
          <dgm:chPref val="3"/>
        </dgm:presLayoutVars>
      </dgm:prSet>
      <dgm:spPr/>
    </dgm:pt>
    <dgm:pt modelId="{B28F237B-1ED3-EE4E-9F92-D09898681C17}" type="pres">
      <dgm:prSet presAssocID="{4434D9DA-886B-514F-9469-4216EB9EB432}" presName="rootConnector" presStyleLbl="node2" presStyleIdx="0" presStyleCnt="5"/>
      <dgm:spPr/>
    </dgm:pt>
    <dgm:pt modelId="{6E506350-A5AB-8343-9499-EA76A5B5123C}" type="pres">
      <dgm:prSet presAssocID="{4434D9DA-886B-514F-9469-4216EB9EB432}" presName="hierChild4" presStyleCnt="0"/>
      <dgm:spPr/>
    </dgm:pt>
    <dgm:pt modelId="{5A75044F-9803-8C40-89E5-3F221BABE3D8}" type="pres">
      <dgm:prSet presAssocID="{30FADB83-946E-D74F-A1D6-D7FBC6960332}" presName="Name37" presStyleLbl="parChTrans1D3" presStyleIdx="0" presStyleCnt="14"/>
      <dgm:spPr/>
    </dgm:pt>
    <dgm:pt modelId="{1D774C4D-7B5C-D34D-824F-40042EE71DE5}" type="pres">
      <dgm:prSet presAssocID="{3881FF17-D4E6-3F44-907B-090A47622F87}" presName="hierRoot2" presStyleCnt="0">
        <dgm:presLayoutVars>
          <dgm:hierBranch val="init"/>
        </dgm:presLayoutVars>
      </dgm:prSet>
      <dgm:spPr/>
    </dgm:pt>
    <dgm:pt modelId="{B11A92D2-0FD8-3547-A7CF-802743CB93CD}" type="pres">
      <dgm:prSet presAssocID="{3881FF17-D4E6-3F44-907B-090A47622F87}" presName="rootComposite" presStyleCnt="0"/>
      <dgm:spPr/>
    </dgm:pt>
    <dgm:pt modelId="{B1CFAB00-62E0-F448-8FEA-6B702C382A8D}" type="pres">
      <dgm:prSet presAssocID="{3881FF17-D4E6-3F44-907B-090A47622F87}" presName="rootText" presStyleLbl="node3" presStyleIdx="0" presStyleCnt="14">
        <dgm:presLayoutVars>
          <dgm:chPref val="3"/>
        </dgm:presLayoutVars>
      </dgm:prSet>
      <dgm:spPr/>
    </dgm:pt>
    <dgm:pt modelId="{46C1B49F-7D92-9349-B5AB-4A798BD33EAA}" type="pres">
      <dgm:prSet presAssocID="{3881FF17-D4E6-3F44-907B-090A47622F87}" presName="rootConnector" presStyleLbl="node3" presStyleIdx="0" presStyleCnt="14"/>
      <dgm:spPr/>
    </dgm:pt>
    <dgm:pt modelId="{DF208E49-739C-E64E-BA01-2E3EC10FAA54}" type="pres">
      <dgm:prSet presAssocID="{3881FF17-D4E6-3F44-907B-090A47622F87}" presName="hierChild4" presStyleCnt="0"/>
      <dgm:spPr/>
    </dgm:pt>
    <dgm:pt modelId="{F169B2CB-E4C9-844C-8BF8-50526AFBBE82}" type="pres">
      <dgm:prSet presAssocID="{3881FF17-D4E6-3F44-907B-090A47622F87}" presName="hierChild5" presStyleCnt="0"/>
      <dgm:spPr/>
    </dgm:pt>
    <dgm:pt modelId="{45A9E26D-597C-654A-AA2F-C3168A34E4FE}" type="pres">
      <dgm:prSet presAssocID="{F17D7920-60F1-EE46-B53E-E28EB1CD6019}" presName="Name37" presStyleLbl="parChTrans1D3" presStyleIdx="1" presStyleCnt="14"/>
      <dgm:spPr/>
    </dgm:pt>
    <dgm:pt modelId="{7705FCA4-7315-BD48-B007-5A584F97E3E4}" type="pres">
      <dgm:prSet presAssocID="{479C8B34-00BA-FE4D-AAA1-9FB17709A2AD}" presName="hierRoot2" presStyleCnt="0">
        <dgm:presLayoutVars>
          <dgm:hierBranch val="init"/>
        </dgm:presLayoutVars>
      </dgm:prSet>
      <dgm:spPr/>
    </dgm:pt>
    <dgm:pt modelId="{4919DC7E-5640-5749-831F-7312AAFB24CB}" type="pres">
      <dgm:prSet presAssocID="{479C8B34-00BA-FE4D-AAA1-9FB17709A2AD}" presName="rootComposite" presStyleCnt="0"/>
      <dgm:spPr/>
    </dgm:pt>
    <dgm:pt modelId="{8B96D9DA-B4D4-6540-B71B-08963DB56E69}" type="pres">
      <dgm:prSet presAssocID="{479C8B34-00BA-FE4D-AAA1-9FB17709A2AD}" presName="rootText" presStyleLbl="node3" presStyleIdx="1" presStyleCnt="14">
        <dgm:presLayoutVars>
          <dgm:chPref val="3"/>
        </dgm:presLayoutVars>
      </dgm:prSet>
      <dgm:spPr/>
    </dgm:pt>
    <dgm:pt modelId="{35F1C37C-E53B-3F41-9395-BD054698DEDA}" type="pres">
      <dgm:prSet presAssocID="{479C8B34-00BA-FE4D-AAA1-9FB17709A2AD}" presName="rootConnector" presStyleLbl="node3" presStyleIdx="1" presStyleCnt="14"/>
      <dgm:spPr/>
    </dgm:pt>
    <dgm:pt modelId="{B150204A-851C-BE47-8B4C-A216A89DB5F9}" type="pres">
      <dgm:prSet presAssocID="{479C8B34-00BA-FE4D-AAA1-9FB17709A2AD}" presName="hierChild4" presStyleCnt="0"/>
      <dgm:spPr/>
    </dgm:pt>
    <dgm:pt modelId="{BA002B88-5D40-E84F-A93F-5A6F910AF8FC}" type="pres">
      <dgm:prSet presAssocID="{9B5C394E-C3C8-2147-8A26-A94C6D6415A4}" presName="Name37" presStyleLbl="parChTrans1D4" presStyleIdx="0" presStyleCnt="11"/>
      <dgm:spPr/>
    </dgm:pt>
    <dgm:pt modelId="{C6D26DB9-E424-F84C-A6B7-72D2A117B969}" type="pres">
      <dgm:prSet presAssocID="{CDB5E4FC-DC21-4A48-B5A3-104DC29CD8C1}" presName="hierRoot2" presStyleCnt="0">
        <dgm:presLayoutVars>
          <dgm:hierBranch val="init"/>
        </dgm:presLayoutVars>
      </dgm:prSet>
      <dgm:spPr/>
    </dgm:pt>
    <dgm:pt modelId="{58CB7E6C-6888-DE44-9D27-9DE81F1CA3F1}" type="pres">
      <dgm:prSet presAssocID="{CDB5E4FC-DC21-4A48-B5A3-104DC29CD8C1}" presName="rootComposite" presStyleCnt="0"/>
      <dgm:spPr/>
    </dgm:pt>
    <dgm:pt modelId="{2D378DDA-6B75-0147-9ABA-83B1570D3259}" type="pres">
      <dgm:prSet presAssocID="{CDB5E4FC-DC21-4A48-B5A3-104DC29CD8C1}" presName="rootText" presStyleLbl="node4" presStyleIdx="0" presStyleCnt="11">
        <dgm:presLayoutVars>
          <dgm:chPref val="3"/>
        </dgm:presLayoutVars>
      </dgm:prSet>
      <dgm:spPr/>
    </dgm:pt>
    <dgm:pt modelId="{0F4494FE-9971-2441-BE16-27BCCBB4D8F4}" type="pres">
      <dgm:prSet presAssocID="{CDB5E4FC-DC21-4A48-B5A3-104DC29CD8C1}" presName="rootConnector" presStyleLbl="node4" presStyleIdx="0" presStyleCnt="11"/>
      <dgm:spPr/>
    </dgm:pt>
    <dgm:pt modelId="{B01CAA93-3C77-D641-BBA8-EFC7D1E71DB1}" type="pres">
      <dgm:prSet presAssocID="{CDB5E4FC-DC21-4A48-B5A3-104DC29CD8C1}" presName="hierChild4" presStyleCnt="0"/>
      <dgm:spPr/>
    </dgm:pt>
    <dgm:pt modelId="{6A5BB488-4CBB-5446-A59A-37C9FD04EB10}" type="pres">
      <dgm:prSet presAssocID="{72969F4A-4A57-044D-AB2B-D40C7B2085B2}" presName="Name37" presStyleLbl="parChTrans1D4" presStyleIdx="1" presStyleCnt="11"/>
      <dgm:spPr/>
    </dgm:pt>
    <dgm:pt modelId="{BE916842-77CD-5743-8F4B-E25A3D11F997}" type="pres">
      <dgm:prSet presAssocID="{48C59008-87D8-014A-B707-8E913712A6FB}" presName="hierRoot2" presStyleCnt="0">
        <dgm:presLayoutVars>
          <dgm:hierBranch val="init"/>
        </dgm:presLayoutVars>
      </dgm:prSet>
      <dgm:spPr/>
    </dgm:pt>
    <dgm:pt modelId="{C6B8710D-BA60-EC41-9780-4E5EC3DD04E0}" type="pres">
      <dgm:prSet presAssocID="{48C59008-87D8-014A-B707-8E913712A6FB}" presName="rootComposite" presStyleCnt="0"/>
      <dgm:spPr/>
    </dgm:pt>
    <dgm:pt modelId="{D3D414E5-1DF5-FF42-B7A2-61958B819E90}" type="pres">
      <dgm:prSet presAssocID="{48C59008-87D8-014A-B707-8E913712A6FB}" presName="rootText" presStyleLbl="node4" presStyleIdx="1" presStyleCnt="11">
        <dgm:presLayoutVars>
          <dgm:chPref val="3"/>
        </dgm:presLayoutVars>
      </dgm:prSet>
      <dgm:spPr/>
    </dgm:pt>
    <dgm:pt modelId="{ACB436C8-5D50-AD42-965C-8F1CD7109199}" type="pres">
      <dgm:prSet presAssocID="{48C59008-87D8-014A-B707-8E913712A6FB}" presName="rootConnector" presStyleLbl="node4" presStyleIdx="1" presStyleCnt="11"/>
      <dgm:spPr/>
    </dgm:pt>
    <dgm:pt modelId="{A5F3CAF4-4903-FA40-BB28-0693EA054B31}" type="pres">
      <dgm:prSet presAssocID="{48C59008-87D8-014A-B707-8E913712A6FB}" presName="hierChild4" presStyleCnt="0"/>
      <dgm:spPr/>
    </dgm:pt>
    <dgm:pt modelId="{A2A98FBE-9571-EE4D-BACC-ADF2EF778901}" type="pres">
      <dgm:prSet presAssocID="{48C59008-87D8-014A-B707-8E913712A6FB}" presName="hierChild5" presStyleCnt="0"/>
      <dgm:spPr/>
    </dgm:pt>
    <dgm:pt modelId="{B0694B97-0357-084E-A47B-1D69857BFE8B}" type="pres">
      <dgm:prSet presAssocID="{CDB5E4FC-DC21-4A48-B5A3-104DC29CD8C1}" presName="hierChild5" presStyleCnt="0"/>
      <dgm:spPr/>
    </dgm:pt>
    <dgm:pt modelId="{786A1D96-6B77-A54E-B471-E5F13851F106}" type="pres">
      <dgm:prSet presAssocID="{0FFECD4E-E8B9-C647-8E29-A1B483F03641}" presName="Name37" presStyleLbl="parChTrans1D4" presStyleIdx="2" presStyleCnt="11"/>
      <dgm:spPr/>
    </dgm:pt>
    <dgm:pt modelId="{8ED3CAE3-4A67-A643-9229-460CC00C3576}" type="pres">
      <dgm:prSet presAssocID="{71C7A905-4F33-324E-9C37-3339E2E643B8}" presName="hierRoot2" presStyleCnt="0">
        <dgm:presLayoutVars>
          <dgm:hierBranch val="init"/>
        </dgm:presLayoutVars>
      </dgm:prSet>
      <dgm:spPr/>
    </dgm:pt>
    <dgm:pt modelId="{87CFCCFC-6D67-5B4F-B79F-ABE9F6F404D6}" type="pres">
      <dgm:prSet presAssocID="{71C7A905-4F33-324E-9C37-3339E2E643B8}" presName="rootComposite" presStyleCnt="0"/>
      <dgm:spPr/>
    </dgm:pt>
    <dgm:pt modelId="{C7BB3E89-59B3-F047-B23D-FDACE5074A0D}" type="pres">
      <dgm:prSet presAssocID="{71C7A905-4F33-324E-9C37-3339E2E643B8}" presName="rootText" presStyleLbl="node4" presStyleIdx="2" presStyleCnt="11">
        <dgm:presLayoutVars>
          <dgm:chPref val="3"/>
        </dgm:presLayoutVars>
      </dgm:prSet>
      <dgm:spPr/>
    </dgm:pt>
    <dgm:pt modelId="{801A1FE0-4734-2D41-88AF-3764ED3A5DA0}" type="pres">
      <dgm:prSet presAssocID="{71C7A905-4F33-324E-9C37-3339E2E643B8}" presName="rootConnector" presStyleLbl="node4" presStyleIdx="2" presStyleCnt="11"/>
      <dgm:spPr/>
    </dgm:pt>
    <dgm:pt modelId="{9DB0BD31-958D-2F4C-8CE5-9C74A6A6687A}" type="pres">
      <dgm:prSet presAssocID="{71C7A905-4F33-324E-9C37-3339E2E643B8}" presName="hierChild4" presStyleCnt="0"/>
      <dgm:spPr/>
    </dgm:pt>
    <dgm:pt modelId="{CCE1C101-43B4-814A-BC17-61B42B17E67D}" type="pres">
      <dgm:prSet presAssocID="{71C7A905-4F33-324E-9C37-3339E2E643B8}" presName="hierChild5" presStyleCnt="0"/>
      <dgm:spPr/>
    </dgm:pt>
    <dgm:pt modelId="{3B946FFE-2AFC-E047-B0C8-E202E1A76F52}" type="pres">
      <dgm:prSet presAssocID="{DBEB9194-E83E-1F4D-9761-8E4C1BDC6C54}" presName="Name37" presStyleLbl="parChTrans1D4" presStyleIdx="3" presStyleCnt="11"/>
      <dgm:spPr/>
    </dgm:pt>
    <dgm:pt modelId="{9D0246C4-D5FC-F640-824F-1682F32E050D}" type="pres">
      <dgm:prSet presAssocID="{450EF7DF-59DA-0A4C-8891-D517C1983BD7}" presName="hierRoot2" presStyleCnt="0">
        <dgm:presLayoutVars>
          <dgm:hierBranch val="init"/>
        </dgm:presLayoutVars>
      </dgm:prSet>
      <dgm:spPr/>
    </dgm:pt>
    <dgm:pt modelId="{19BC6706-F880-C34E-AC99-1A4890AF2ADD}" type="pres">
      <dgm:prSet presAssocID="{450EF7DF-59DA-0A4C-8891-D517C1983BD7}" presName="rootComposite" presStyleCnt="0"/>
      <dgm:spPr/>
    </dgm:pt>
    <dgm:pt modelId="{0B1B680E-144D-CF49-91FF-E38FACF6C00D}" type="pres">
      <dgm:prSet presAssocID="{450EF7DF-59DA-0A4C-8891-D517C1983BD7}" presName="rootText" presStyleLbl="node4" presStyleIdx="3" presStyleCnt="11">
        <dgm:presLayoutVars>
          <dgm:chPref val="3"/>
        </dgm:presLayoutVars>
      </dgm:prSet>
      <dgm:spPr/>
    </dgm:pt>
    <dgm:pt modelId="{8BE470FC-AACD-8B4E-A299-353A933C3AEB}" type="pres">
      <dgm:prSet presAssocID="{450EF7DF-59DA-0A4C-8891-D517C1983BD7}" presName="rootConnector" presStyleLbl="node4" presStyleIdx="3" presStyleCnt="11"/>
      <dgm:spPr/>
    </dgm:pt>
    <dgm:pt modelId="{04FD2AA0-91DD-AF48-9A73-A72121DE98B3}" type="pres">
      <dgm:prSet presAssocID="{450EF7DF-59DA-0A4C-8891-D517C1983BD7}" presName="hierChild4" presStyleCnt="0"/>
      <dgm:spPr/>
    </dgm:pt>
    <dgm:pt modelId="{0BDB63B5-376F-F24F-B246-2F55E3FFA3D8}" type="pres">
      <dgm:prSet presAssocID="{450EF7DF-59DA-0A4C-8891-D517C1983BD7}" presName="hierChild5" presStyleCnt="0"/>
      <dgm:spPr/>
    </dgm:pt>
    <dgm:pt modelId="{7E3A78B0-8119-6B44-8DE7-79FEF3E0E294}" type="pres">
      <dgm:prSet presAssocID="{83E2B299-1A4C-0E40-86EC-18D1AF0A3BE9}" presName="Name37" presStyleLbl="parChTrans1D4" presStyleIdx="4" presStyleCnt="11"/>
      <dgm:spPr/>
    </dgm:pt>
    <dgm:pt modelId="{0D7AC5DC-97E2-D14F-BA4F-FCD492F617DF}" type="pres">
      <dgm:prSet presAssocID="{CAF5B932-15A8-3C42-80F5-4793AD16B8B7}" presName="hierRoot2" presStyleCnt="0">
        <dgm:presLayoutVars>
          <dgm:hierBranch val="init"/>
        </dgm:presLayoutVars>
      </dgm:prSet>
      <dgm:spPr/>
    </dgm:pt>
    <dgm:pt modelId="{A96B6C60-815D-2047-8966-702D6F9BE042}" type="pres">
      <dgm:prSet presAssocID="{CAF5B932-15A8-3C42-80F5-4793AD16B8B7}" presName="rootComposite" presStyleCnt="0"/>
      <dgm:spPr/>
    </dgm:pt>
    <dgm:pt modelId="{A805B6E8-9CDD-5A4B-8878-7A89A1313F31}" type="pres">
      <dgm:prSet presAssocID="{CAF5B932-15A8-3C42-80F5-4793AD16B8B7}" presName="rootText" presStyleLbl="node4" presStyleIdx="4" presStyleCnt="11">
        <dgm:presLayoutVars>
          <dgm:chPref val="3"/>
        </dgm:presLayoutVars>
      </dgm:prSet>
      <dgm:spPr/>
    </dgm:pt>
    <dgm:pt modelId="{D02BFDD6-9D0C-D84E-ABD2-9747453C7FBD}" type="pres">
      <dgm:prSet presAssocID="{CAF5B932-15A8-3C42-80F5-4793AD16B8B7}" presName="rootConnector" presStyleLbl="node4" presStyleIdx="4" presStyleCnt="11"/>
      <dgm:spPr/>
    </dgm:pt>
    <dgm:pt modelId="{387C99B8-4734-274B-94B5-45CC64DD90F9}" type="pres">
      <dgm:prSet presAssocID="{CAF5B932-15A8-3C42-80F5-4793AD16B8B7}" presName="hierChild4" presStyleCnt="0"/>
      <dgm:spPr/>
    </dgm:pt>
    <dgm:pt modelId="{FAE8E3F5-3E21-804B-A131-AB2A58A15211}" type="pres">
      <dgm:prSet presAssocID="{CAF5B932-15A8-3C42-80F5-4793AD16B8B7}" presName="hierChild5" presStyleCnt="0"/>
      <dgm:spPr/>
    </dgm:pt>
    <dgm:pt modelId="{86882990-EF56-6342-9A78-D591A82EFD87}" type="pres">
      <dgm:prSet presAssocID="{479C8B34-00BA-FE4D-AAA1-9FB17709A2AD}" presName="hierChild5" presStyleCnt="0"/>
      <dgm:spPr/>
    </dgm:pt>
    <dgm:pt modelId="{72FB72C9-35B9-2845-B8FD-053FF66DED07}" type="pres">
      <dgm:prSet presAssocID="{626C308D-DBF2-8F44-9E86-17AD842FEAD1}" presName="Name37" presStyleLbl="parChTrans1D3" presStyleIdx="2" presStyleCnt="14"/>
      <dgm:spPr/>
    </dgm:pt>
    <dgm:pt modelId="{EA73A93F-2C65-DD4F-8199-A97EE9D53405}" type="pres">
      <dgm:prSet presAssocID="{BBFA9094-315B-C84F-B532-8E8486074F1D}" presName="hierRoot2" presStyleCnt="0">
        <dgm:presLayoutVars>
          <dgm:hierBranch val="init"/>
        </dgm:presLayoutVars>
      </dgm:prSet>
      <dgm:spPr/>
    </dgm:pt>
    <dgm:pt modelId="{CBDF9FDB-9852-4546-BF31-2B96D6509A21}" type="pres">
      <dgm:prSet presAssocID="{BBFA9094-315B-C84F-B532-8E8486074F1D}" presName="rootComposite" presStyleCnt="0"/>
      <dgm:spPr/>
    </dgm:pt>
    <dgm:pt modelId="{B9C274F7-9BF9-7E4B-9307-1306EA1E294D}" type="pres">
      <dgm:prSet presAssocID="{BBFA9094-315B-C84F-B532-8E8486074F1D}" presName="rootText" presStyleLbl="node3" presStyleIdx="2" presStyleCnt="14">
        <dgm:presLayoutVars>
          <dgm:chPref val="3"/>
        </dgm:presLayoutVars>
      </dgm:prSet>
      <dgm:spPr/>
    </dgm:pt>
    <dgm:pt modelId="{96BDBE73-BE05-7C4D-AF89-5072997ED5E0}" type="pres">
      <dgm:prSet presAssocID="{BBFA9094-315B-C84F-B532-8E8486074F1D}" presName="rootConnector" presStyleLbl="node3" presStyleIdx="2" presStyleCnt="14"/>
      <dgm:spPr/>
    </dgm:pt>
    <dgm:pt modelId="{A3AD51F3-83A3-6947-A272-67DFF61C1512}" type="pres">
      <dgm:prSet presAssocID="{BBFA9094-315B-C84F-B532-8E8486074F1D}" presName="hierChild4" presStyleCnt="0"/>
      <dgm:spPr/>
    </dgm:pt>
    <dgm:pt modelId="{41EC6A8D-9102-1D45-955E-CAF0BACC7132}" type="pres">
      <dgm:prSet presAssocID="{BBFA9094-315B-C84F-B532-8E8486074F1D}" presName="hierChild5" presStyleCnt="0"/>
      <dgm:spPr/>
    </dgm:pt>
    <dgm:pt modelId="{5149ACA9-1A03-2949-8421-74D480E17D10}" type="pres">
      <dgm:prSet presAssocID="{4434D9DA-886B-514F-9469-4216EB9EB432}" presName="hierChild5" presStyleCnt="0"/>
      <dgm:spPr/>
    </dgm:pt>
    <dgm:pt modelId="{A83721D2-6381-2C43-B20E-D891A7C35F9C}" type="pres">
      <dgm:prSet presAssocID="{58FB9051-E991-9245-88D6-ADC90FD49937}" presName="Name37" presStyleLbl="parChTrans1D2" presStyleIdx="1" presStyleCnt="5"/>
      <dgm:spPr/>
    </dgm:pt>
    <dgm:pt modelId="{149327A0-7849-A941-A105-8A5FE01B4651}" type="pres">
      <dgm:prSet presAssocID="{2E239687-F513-D549-A03B-F2C3DAB66D6D}" presName="hierRoot2" presStyleCnt="0">
        <dgm:presLayoutVars>
          <dgm:hierBranch val="init"/>
        </dgm:presLayoutVars>
      </dgm:prSet>
      <dgm:spPr/>
    </dgm:pt>
    <dgm:pt modelId="{8A07DCAA-9CD8-6845-A053-6EAE21477BBD}" type="pres">
      <dgm:prSet presAssocID="{2E239687-F513-D549-A03B-F2C3DAB66D6D}" presName="rootComposite" presStyleCnt="0"/>
      <dgm:spPr/>
    </dgm:pt>
    <dgm:pt modelId="{21E92944-743F-BC45-93A6-71F465E82104}" type="pres">
      <dgm:prSet presAssocID="{2E239687-F513-D549-A03B-F2C3DAB66D6D}" presName="rootText" presStyleLbl="node2" presStyleIdx="1" presStyleCnt="5">
        <dgm:presLayoutVars>
          <dgm:chPref val="3"/>
        </dgm:presLayoutVars>
      </dgm:prSet>
      <dgm:spPr/>
    </dgm:pt>
    <dgm:pt modelId="{1B33C22F-AE3D-D145-934F-920C7A46FE20}" type="pres">
      <dgm:prSet presAssocID="{2E239687-F513-D549-A03B-F2C3DAB66D6D}" presName="rootConnector" presStyleLbl="node2" presStyleIdx="1" presStyleCnt="5"/>
      <dgm:spPr/>
    </dgm:pt>
    <dgm:pt modelId="{77075449-BD3E-7845-9825-99F07B9C38E9}" type="pres">
      <dgm:prSet presAssocID="{2E239687-F513-D549-A03B-F2C3DAB66D6D}" presName="hierChild4" presStyleCnt="0"/>
      <dgm:spPr/>
    </dgm:pt>
    <dgm:pt modelId="{24889DB9-C6FC-944B-B400-C82903BDBC93}" type="pres">
      <dgm:prSet presAssocID="{5F9B8B02-A549-F747-88B8-AAEBCA497AB4}" presName="Name37" presStyleLbl="parChTrans1D3" presStyleIdx="3" presStyleCnt="14"/>
      <dgm:spPr/>
    </dgm:pt>
    <dgm:pt modelId="{97908411-A10F-4E44-8E47-30F2FD17F766}" type="pres">
      <dgm:prSet presAssocID="{30E4063B-D66F-574E-B067-0ADF5E0DC3DF}" presName="hierRoot2" presStyleCnt="0">
        <dgm:presLayoutVars>
          <dgm:hierBranch val="init"/>
        </dgm:presLayoutVars>
      </dgm:prSet>
      <dgm:spPr/>
    </dgm:pt>
    <dgm:pt modelId="{C01CB01A-1DFE-4D49-8850-6310044BE902}" type="pres">
      <dgm:prSet presAssocID="{30E4063B-D66F-574E-B067-0ADF5E0DC3DF}" presName="rootComposite" presStyleCnt="0"/>
      <dgm:spPr/>
    </dgm:pt>
    <dgm:pt modelId="{CDB70E5C-F066-D349-8D88-21ABEAB29400}" type="pres">
      <dgm:prSet presAssocID="{30E4063B-D66F-574E-B067-0ADF5E0DC3DF}" presName="rootText" presStyleLbl="node3" presStyleIdx="3" presStyleCnt="14">
        <dgm:presLayoutVars>
          <dgm:chPref val="3"/>
        </dgm:presLayoutVars>
      </dgm:prSet>
      <dgm:spPr/>
    </dgm:pt>
    <dgm:pt modelId="{57D5AD78-913D-FD43-88F5-6AE56D436F7E}" type="pres">
      <dgm:prSet presAssocID="{30E4063B-D66F-574E-B067-0ADF5E0DC3DF}" presName="rootConnector" presStyleLbl="node3" presStyleIdx="3" presStyleCnt="14"/>
      <dgm:spPr/>
    </dgm:pt>
    <dgm:pt modelId="{460A43B4-BE61-8D48-81DC-84396226D518}" type="pres">
      <dgm:prSet presAssocID="{30E4063B-D66F-574E-B067-0ADF5E0DC3DF}" presName="hierChild4" presStyleCnt="0"/>
      <dgm:spPr/>
    </dgm:pt>
    <dgm:pt modelId="{1638813C-C591-AD45-8C9B-9D599F95BE32}" type="pres">
      <dgm:prSet presAssocID="{30E4063B-D66F-574E-B067-0ADF5E0DC3DF}" presName="hierChild5" presStyleCnt="0"/>
      <dgm:spPr/>
    </dgm:pt>
    <dgm:pt modelId="{27FCEE63-5B65-C645-A14F-9F486F1800C4}" type="pres">
      <dgm:prSet presAssocID="{D1320881-1930-C347-9017-9A4CD1DF2282}" presName="Name37" presStyleLbl="parChTrans1D3" presStyleIdx="4" presStyleCnt="14"/>
      <dgm:spPr/>
    </dgm:pt>
    <dgm:pt modelId="{30C2E722-088F-7B4A-A8AE-C71EE4E449E9}" type="pres">
      <dgm:prSet presAssocID="{3A29A919-20BD-024F-8EF6-05CFC3CADF6E}" presName="hierRoot2" presStyleCnt="0">
        <dgm:presLayoutVars>
          <dgm:hierBranch val="init"/>
        </dgm:presLayoutVars>
      </dgm:prSet>
      <dgm:spPr/>
    </dgm:pt>
    <dgm:pt modelId="{C88B6BB9-D7FB-AD41-902D-B38061F56D04}" type="pres">
      <dgm:prSet presAssocID="{3A29A919-20BD-024F-8EF6-05CFC3CADF6E}" presName="rootComposite" presStyleCnt="0"/>
      <dgm:spPr/>
    </dgm:pt>
    <dgm:pt modelId="{FF03C48A-6130-4A4F-915D-708CB9F13C03}" type="pres">
      <dgm:prSet presAssocID="{3A29A919-20BD-024F-8EF6-05CFC3CADF6E}" presName="rootText" presStyleLbl="node3" presStyleIdx="4" presStyleCnt="14">
        <dgm:presLayoutVars>
          <dgm:chPref val="3"/>
        </dgm:presLayoutVars>
      </dgm:prSet>
      <dgm:spPr/>
    </dgm:pt>
    <dgm:pt modelId="{3F7A5B41-1535-A843-AFCC-E67E571C6052}" type="pres">
      <dgm:prSet presAssocID="{3A29A919-20BD-024F-8EF6-05CFC3CADF6E}" presName="rootConnector" presStyleLbl="node3" presStyleIdx="4" presStyleCnt="14"/>
      <dgm:spPr/>
    </dgm:pt>
    <dgm:pt modelId="{1EDBCF11-C420-2348-9A16-A6B52431381A}" type="pres">
      <dgm:prSet presAssocID="{3A29A919-20BD-024F-8EF6-05CFC3CADF6E}" presName="hierChild4" presStyleCnt="0"/>
      <dgm:spPr/>
    </dgm:pt>
    <dgm:pt modelId="{884E9575-81F2-EF40-9791-9731E8405B68}" type="pres">
      <dgm:prSet presAssocID="{3A29A919-20BD-024F-8EF6-05CFC3CADF6E}" presName="hierChild5" presStyleCnt="0"/>
      <dgm:spPr/>
    </dgm:pt>
    <dgm:pt modelId="{992C30D5-6C96-C243-9154-60FBCA6F38D2}" type="pres">
      <dgm:prSet presAssocID="{A0359E2E-1C86-C148-8001-DDC9CEE68969}" presName="Name37" presStyleLbl="parChTrans1D3" presStyleIdx="5" presStyleCnt="14"/>
      <dgm:spPr/>
    </dgm:pt>
    <dgm:pt modelId="{7C4BC92C-C9C4-0042-84E3-52571F8D7BC8}" type="pres">
      <dgm:prSet presAssocID="{89EC344C-4E6D-524D-973C-58F563B5B30E}" presName="hierRoot2" presStyleCnt="0">
        <dgm:presLayoutVars>
          <dgm:hierBranch val="init"/>
        </dgm:presLayoutVars>
      </dgm:prSet>
      <dgm:spPr/>
    </dgm:pt>
    <dgm:pt modelId="{0A3C7000-C71C-0E43-A5FC-8B558F3A7CB4}" type="pres">
      <dgm:prSet presAssocID="{89EC344C-4E6D-524D-973C-58F563B5B30E}" presName="rootComposite" presStyleCnt="0"/>
      <dgm:spPr/>
    </dgm:pt>
    <dgm:pt modelId="{B4E7E160-1277-AA44-81A9-941224A402AB}" type="pres">
      <dgm:prSet presAssocID="{89EC344C-4E6D-524D-973C-58F563B5B30E}" presName="rootText" presStyleLbl="node3" presStyleIdx="5" presStyleCnt="14">
        <dgm:presLayoutVars>
          <dgm:chPref val="3"/>
        </dgm:presLayoutVars>
      </dgm:prSet>
      <dgm:spPr/>
    </dgm:pt>
    <dgm:pt modelId="{B4B6A85A-BB59-2644-A380-3490930770C0}" type="pres">
      <dgm:prSet presAssocID="{89EC344C-4E6D-524D-973C-58F563B5B30E}" presName="rootConnector" presStyleLbl="node3" presStyleIdx="5" presStyleCnt="14"/>
      <dgm:spPr/>
    </dgm:pt>
    <dgm:pt modelId="{78D559C1-242A-9645-93BC-3D554E36072E}" type="pres">
      <dgm:prSet presAssocID="{89EC344C-4E6D-524D-973C-58F563B5B30E}" presName="hierChild4" presStyleCnt="0"/>
      <dgm:spPr/>
    </dgm:pt>
    <dgm:pt modelId="{3BF056E4-2741-BE4B-823D-AA021E29FE0F}" type="pres">
      <dgm:prSet presAssocID="{89EC344C-4E6D-524D-973C-58F563B5B30E}" presName="hierChild5" presStyleCnt="0"/>
      <dgm:spPr/>
    </dgm:pt>
    <dgm:pt modelId="{EB9B101C-4D8B-8240-8678-A654F178545C}" type="pres">
      <dgm:prSet presAssocID="{1FE0B890-5DAE-5A47-BE71-5BD7A1B5BCFD}" presName="Name37" presStyleLbl="parChTrans1D3" presStyleIdx="6" presStyleCnt="14"/>
      <dgm:spPr/>
    </dgm:pt>
    <dgm:pt modelId="{4DEFB0A1-96BE-9A48-9E13-9BF2C23EB4D4}" type="pres">
      <dgm:prSet presAssocID="{6B9742E9-9F55-A344-80FE-6EF0F4C1D869}" presName="hierRoot2" presStyleCnt="0">
        <dgm:presLayoutVars>
          <dgm:hierBranch val="init"/>
        </dgm:presLayoutVars>
      </dgm:prSet>
      <dgm:spPr/>
    </dgm:pt>
    <dgm:pt modelId="{D2138CC0-8FE0-AE45-8848-B999CF6472F4}" type="pres">
      <dgm:prSet presAssocID="{6B9742E9-9F55-A344-80FE-6EF0F4C1D869}" presName="rootComposite" presStyleCnt="0"/>
      <dgm:spPr/>
    </dgm:pt>
    <dgm:pt modelId="{FC87EFC8-23D2-D448-9553-3EE57255C3C3}" type="pres">
      <dgm:prSet presAssocID="{6B9742E9-9F55-A344-80FE-6EF0F4C1D869}" presName="rootText" presStyleLbl="node3" presStyleIdx="6" presStyleCnt="14">
        <dgm:presLayoutVars>
          <dgm:chPref val="3"/>
        </dgm:presLayoutVars>
      </dgm:prSet>
      <dgm:spPr/>
    </dgm:pt>
    <dgm:pt modelId="{34414FAC-C040-D24B-80A2-4FE27DE4EA21}" type="pres">
      <dgm:prSet presAssocID="{6B9742E9-9F55-A344-80FE-6EF0F4C1D869}" presName="rootConnector" presStyleLbl="node3" presStyleIdx="6" presStyleCnt="14"/>
      <dgm:spPr/>
    </dgm:pt>
    <dgm:pt modelId="{454D8525-9C3B-1941-9E28-B9FF4E1D786C}" type="pres">
      <dgm:prSet presAssocID="{6B9742E9-9F55-A344-80FE-6EF0F4C1D869}" presName="hierChild4" presStyleCnt="0"/>
      <dgm:spPr/>
    </dgm:pt>
    <dgm:pt modelId="{55E47074-1098-1449-974D-689DB4F63809}" type="pres">
      <dgm:prSet presAssocID="{6B9742E9-9F55-A344-80FE-6EF0F4C1D869}" presName="hierChild5" presStyleCnt="0"/>
      <dgm:spPr/>
    </dgm:pt>
    <dgm:pt modelId="{EC97194F-90E2-C94C-BD80-FCAB2ED591F9}" type="pres">
      <dgm:prSet presAssocID="{2E239687-F513-D549-A03B-F2C3DAB66D6D}" presName="hierChild5" presStyleCnt="0"/>
      <dgm:spPr/>
    </dgm:pt>
    <dgm:pt modelId="{6502B95D-10CA-4547-A640-C23F4850AC32}" type="pres">
      <dgm:prSet presAssocID="{B21D239E-A088-2B41-ACB3-9839303DC4AE}" presName="Name37" presStyleLbl="parChTrans1D2" presStyleIdx="2" presStyleCnt="5"/>
      <dgm:spPr/>
    </dgm:pt>
    <dgm:pt modelId="{4A81CD99-5463-A74B-9F92-30CEF82B0732}" type="pres">
      <dgm:prSet presAssocID="{C94CC2E9-8C50-BF45-BBF2-FE54CC034C2B}" presName="hierRoot2" presStyleCnt="0">
        <dgm:presLayoutVars>
          <dgm:hierBranch val="init"/>
        </dgm:presLayoutVars>
      </dgm:prSet>
      <dgm:spPr/>
    </dgm:pt>
    <dgm:pt modelId="{AA3A2F48-26A9-C841-B6C3-B40D8F524987}" type="pres">
      <dgm:prSet presAssocID="{C94CC2E9-8C50-BF45-BBF2-FE54CC034C2B}" presName="rootComposite" presStyleCnt="0"/>
      <dgm:spPr/>
    </dgm:pt>
    <dgm:pt modelId="{A129A4E5-DA60-164C-A199-84A0E69E9269}" type="pres">
      <dgm:prSet presAssocID="{C94CC2E9-8C50-BF45-BBF2-FE54CC034C2B}" presName="rootText" presStyleLbl="node2" presStyleIdx="2" presStyleCnt="5">
        <dgm:presLayoutVars>
          <dgm:chPref val="3"/>
        </dgm:presLayoutVars>
      </dgm:prSet>
      <dgm:spPr/>
    </dgm:pt>
    <dgm:pt modelId="{5CE0C837-55D8-5E4F-A0D4-31BB8D88B8CB}" type="pres">
      <dgm:prSet presAssocID="{C94CC2E9-8C50-BF45-BBF2-FE54CC034C2B}" presName="rootConnector" presStyleLbl="node2" presStyleIdx="2" presStyleCnt="5"/>
      <dgm:spPr/>
    </dgm:pt>
    <dgm:pt modelId="{6A343EC0-D10A-1F48-90C2-E4255C1E7AF3}" type="pres">
      <dgm:prSet presAssocID="{C94CC2E9-8C50-BF45-BBF2-FE54CC034C2B}" presName="hierChild4" presStyleCnt="0"/>
      <dgm:spPr/>
    </dgm:pt>
    <dgm:pt modelId="{91FC9C71-3258-B545-9888-4E9809D64572}" type="pres">
      <dgm:prSet presAssocID="{77CE8976-C8F5-294F-A0EC-466BD82AEFC5}" presName="Name37" presStyleLbl="parChTrans1D3" presStyleIdx="7" presStyleCnt="14"/>
      <dgm:spPr/>
    </dgm:pt>
    <dgm:pt modelId="{E304B5FC-2F56-724E-A058-0F42FA2085A2}" type="pres">
      <dgm:prSet presAssocID="{11EE3F97-6223-824F-8420-2B025FEC1710}" presName="hierRoot2" presStyleCnt="0">
        <dgm:presLayoutVars>
          <dgm:hierBranch val="init"/>
        </dgm:presLayoutVars>
      </dgm:prSet>
      <dgm:spPr/>
    </dgm:pt>
    <dgm:pt modelId="{580D993C-0486-4740-A290-4503E62FED4F}" type="pres">
      <dgm:prSet presAssocID="{11EE3F97-6223-824F-8420-2B025FEC1710}" presName="rootComposite" presStyleCnt="0"/>
      <dgm:spPr/>
    </dgm:pt>
    <dgm:pt modelId="{024A4656-D42A-4447-B2C0-D6EA36A4408D}" type="pres">
      <dgm:prSet presAssocID="{11EE3F97-6223-824F-8420-2B025FEC1710}" presName="rootText" presStyleLbl="node3" presStyleIdx="7" presStyleCnt="14">
        <dgm:presLayoutVars>
          <dgm:chPref val="3"/>
        </dgm:presLayoutVars>
      </dgm:prSet>
      <dgm:spPr/>
    </dgm:pt>
    <dgm:pt modelId="{6CD1245B-239B-5E46-8AAF-32455405E731}" type="pres">
      <dgm:prSet presAssocID="{11EE3F97-6223-824F-8420-2B025FEC1710}" presName="rootConnector" presStyleLbl="node3" presStyleIdx="7" presStyleCnt="14"/>
      <dgm:spPr/>
    </dgm:pt>
    <dgm:pt modelId="{6DA49824-31B9-7848-A3D8-2C10C493E5BC}" type="pres">
      <dgm:prSet presAssocID="{11EE3F97-6223-824F-8420-2B025FEC1710}" presName="hierChild4" presStyleCnt="0"/>
      <dgm:spPr/>
    </dgm:pt>
    <dgm:pt modelId="{EA781089-3714-924C-A309-7F4F08129BB9}" type="pres">
      <dgm:prSet presAssocID="{11EE3F97-6223-824F-8420-2B025FEC1710}" presName="hierChild5" presStyleCnt="0"/>
      <dgm:spPr/>
    </dgm:pt>
    <dgm:pt modelId="{2AB8B1A3-14CE-CE46-AB74-3A0397AB6F28}" type="pres">
      <dgm:prSet presAssocID="{4197CB82-6B28-3140-BAF5-AFB3E9058E46}" presName="Name37" presStyleLbl="parChTrans1D3" presStyleIdx="8" presStyleCnt="14"/>
      <dgm:spPr/>
    </dgm:pt>
    <dgm:pt modelId="{0A2DA14B-CF11-844C-8CB0-F23047BEA314}" type="pres">
      <dgm:prSet presAssocID="{025AE39E-EB64-7046-A5DA-787F274503D9}" presName="hierRoot2" presStyleCnt="0">
        <dgm:presLayoutVars>
          <dgm:hierBranch val="init"/>
        </dgm:presLayoutVars>
      </dgm:prSet>
      <dgm:spPr/>
    </dgm:pt>
    <dgm:pt modelId="{47EEEFF1-6EFC-5447-B743-AA313C700CDE}" type="pres">
      <dgm:prSet presAssocID="{025AE39E-EB64-7046-A5DA-787F274503D9}" presName="rootComposite" presStyleCnt="0"/>
      <dgm:spPr/>
    </dgm:pt>
    <dgm:pt modelId="{2DEEBAE6-2070-D549-853B-E5151CC46FE2}" type="pres">
      <dgm:prSet presAssocID="{025AE39E-EB64-7046-A5DA-787F274503D9}" presName="rootText" presStyleLbl="node3" presStyleIdx="8" presStyleCnt="14" custLinFactNeighborX="3035" custLinFactNeighborY="-2024">
        <dgm:presLayoutVars>
          <dgm:chPref val="3"/>
        </dgm:presLayoutVars>
      </dgm:prSet>
      <dgm:spPr/>
    </dgm:pt>
    <dgm:pt modelId="{D3D62EDB-FDDB-314E-9D2D-2230BE813FF5}" type="pres">
      <dgm:prSet presAssocID="{025AE39E-EB64-7046-A5DA-787F274503D9}" presName="rootConnector" presStyleLbl="node3" presStyleIdx="8" presStyleCnt="14"/>
      <dgm:spPr/>
    </dgm:pt>
    <dgm:pt modelId="{5605BF3C-F2D2-A642-9722-459386AED3BA}" type="pres">
      <dgm:prSet presAssocID="{025AE39E-EB64-7046-A5DA-787F274503D9}" presName="hierChild4" presStyleCnt="0"/>
      <dgm:spPr/>
    </dgm:pt>
    <dgm:pt modelId="{31E3E92A-BDA4-1A4E-AF99-7B9588BC2D9D}" type="pres">
      <dgm:prSet presAssocID="{025AE39E-EB64-7046-A5DA-787F274503D9}" presName="hierChild5" presStyleCnt="0"/>
      <dgm:spPr/>
    </dgm:pt>
    <dgm:pt modelId="{EC64FD7D-99FF-6740-A21A-034788CF634A}" type="pres">
      <dgm:prSet presAssocID="{E1E2BC3C-7BE9-034B-8AC2-5A2880E39B93}" presName="Name37" presStyleLbl="parChTrans1D3" presStyleIdx="9" presStyleCnt="14"/>
      <dgm:spPr/>
    </dgm:pt>
    <dgm:pt modelId="{DCF331AD-79DC-2344-B151-52CE2D714ED3}" type="pres">
      <dgm:prSet presAssocID="{C7D46152-CAF8-2D40-A36A-1834ACC30C00}" presName="hierRoot2" presStyleCnt="0">
        <dgm:presLayoutVars>
          <dgm:hierBranch val="init"/>
        </dgm:presLayoutVars>
      </dgm:prSet>
      <dgm:spPr/>
    </dgm:pt>
    <dgm:pt modelId="{AF6D1D14-C3CF-F04E-BAA2-51EC51857FE5}" type="pres">
      <dgm:prSet presAssocID="{C7D46152-CAF8-2D40-A36A-1834ACC30C00}" presName="rootComposite" presStyleCnt="0"/>
      <dgm:spPr/>
    </dgm:pt>
    <dgm:pt modelId="{C86476A1-45F5-5646-B558-8E09C0F6800D}" type="pres">
      <dgm:prSet presAssocID="{C7D46152-CAF8-2D40-A36A-1834ACC30C00}" presName="rootText" presStyleLbl="node3" presStyleIdx="9" presStyleCnt="14">
        <dgm:presLayoutVars>
          <dgm:chPref val="3"/>
        </dgm:presLayoutVars>
      </dgm:prSet>
      <dgm:spPr/>
    </dgm:pt>
    <dgm:pt modelId="{10262C87-9E9A-2A4D-9E61-6193F0073E4E}" type="pres">
      <dgm:prSet presAssocID="{C7D46152-CAF8-2D40-A36A-1834ACC30C00}" presName="rootConnector" presStyleLbl="node3" presStyleIdx="9" presStyleCnt="14"/>
      <dgm:spPr/>
    </dgm:pt>
    <dgm:pt modelId="{C84F7BAD-2CE3-A643-99F7-E04EDB45E0C9}" type="pres">
      <dgm:prSet presAssocID="{C7D46152-CAF8-2D40-A36A-1834ACC30C00}" presName="hierChild4" presStyleCnt="0"/>
      <dgm:spPr/>
    </dgm:pt>
    <dgm:pt modelId="{59B34FA2-FBFF-574B-98B8-19289BA57DB0}" type="pres">
      <dgm:prSet presAssocID="{C7D46152-CAF8-2D40-A36A-1834ACC30C00}" presName="hierChild5" presStyleCnt="0"/>
      <dgm:spPr/>
    </dgm:pt>
    <dgm:pt modelId="{78980C9B-9AFF-2B45-8DF6-F755BFD28D6C}" type="pres">
      <dgm:prSet presAssocID="{C94CC2E9-8C50-BF45-BBF2-FE54CC034C2B}" presName="hierChild5" presStyleCnt="0"/>
      <dgm:spPr/>
    </dgm:pt>
    <dgm:pt modelId="{251DEEDD-BC0A-5A46-A697-D1F5C02A290F}" type="pres">
      <dgm:prSet presAssocID="{0980BE20-D3DC-7045-8915-3A06B0CD5B48}" presName="Name37" presStyleLbl="parChTrans1D2" presStyleIdx="3" presStyleCnt="5"/>
      <dgm:spPr/>
    </dgm:pt>
    <dgm:pt modelId="{7EAA3F89-3FEB-EF4B-8538-0B5346E060D5}" type="pres">
      <dgm:prSet presAssocID="{65F97455-BBF9-5042-8365-6B68C9F5DEBB}" presName="hierRoot2" presStyleCnt="0">
        <dgm:presLayoutVars>
          <dgm:hierBranch val="init"/>
        </dgm:presLayoutVars>
      </dgm:prSet>
      <dgm:spPr/>
    </dgm:pt>
    <dgm:pt modelId="{FF7BE628-5711-C64F-A11D-517A42E92888}" type="pres">
      <dgm:prSet presAssocID="{65F97455-BBF9-5042-8365-6B68C9F5DEBB}" presName="rootComposite" presStyleCnt="0"/>
      <dgm:spPr/>
    </dgm:pt>
    <dgm:pt modelId="{86C6D38F-3815-3D4E-A1E1-5A02D5BD9891}" type="pres">
      <dgm:prSet presAssocID="{65F97455-BBF9-5042-8365-6B68C9F5DEBB}" presName="rootText" presStyleLbl="node2" presStyleIdx="3" presStyleCnt="5">
        <dgm:presLayoutVars>
          <dgm:chPref val="3"/>
        </dgm:presLayoutVars>
      </dgm:prSet>
      <dgm:spPr/>
    </dgm:pt>
    <dgm:pt modelId="{1AE6C91E-5F76-5944-AFED-C9970C79FF32}" type="pres">
      <dgm:prSet presAssocID="{65F97455-BBF9-5042-8365-6B68C9F5DEBB}" presName="rootConnector" presStyleLbl="node2" presStyleIdx="3" presStyleCnt="5"/>
      <dgm:spPr/>
    </dgm:pt>
    <dgm:pt modelId="{F8BC550B-9774-B74B-A9AC-842E712E51D8}" type="pres">
      <dgm:prSet presAssocID="{65F97455-BBF9-5042-8365-6B68C9F5DEBB}" presName="hierChild4" presStyleCnt="0"/>
      <dgm:spPr/>
    </dgm:pt>
    <dgm:pt modelId="{65669E30-00ED-C24F-9A36-FE51F40358CC}" type="pres">
      <dgm:prSet presAssocID="{65F97455-BBF9-5042-8365-6B68C9F5DEBB}" presName="hierChild5" presStyleCnt="0"/>
      <dgm:spPr/>
    </dgm:pt>
    <dgm:pt modelId="{62E73835-4CBC-2E4E-AB5E-90EC120E26F8}" type="pres">
      <dgm:prSet presAssocID="{F460C8C4-7BB8-6B45-B1C8-CF292D2E6807}" presName="Name37" presStyleLbl="parChTrans1D2" presStyleIdx="4" presStyleCnt="5"/>
      <dgm:spPr/>
    </dgm:pt>
    <dgm:pt modelId="{914AB522-8C6E-5D4B-9D11-C68CCA297557}" type="pres">
      <dgm:prSet presAssocID="{F6D0A805-771E-FC4B-BBF0-5D122D93279C}" presName="hierRoot2" presStyleCnt="0">
        <dgm:presLayoutVars>
          <dgm:hierBranch val="init"/>
        </dgm:presLayoutVars>
      </dgm:prSet>
      <dgm:spPr/>
    </dgm:pt>
    <dgm:pt modelId="{89B89262-1BC7-4F41-B683-D72ABEEBEDCA}" type="pres">
      <dgm:prSet presAssocID="{F6D0A805-771E-FC4B-BBF0-5D122D93279C}" presName="rootComposite" presStyleCnt="0"/>
      <dgm:spPr/>
    </dgm:pt>
    <dgm:pt modelId="{8EEFD725-B2DD-E944-B13C-BFDAFDCEC5A8}" type="pres">
      <dgm:prSet presAssocID="{F6D0A805-771E-FC4B-BBF0-5D122D93279C}" presName="rootText" presStyleLbl="node2" presStyleIdx="4" presStyleCnt="5">
        <dgm:presLayoutVars>
          <dgm:chPref val="3"/>
        </dgm:presLayoutVars>
      </dgm:prSet>
      <dgm:spPr/>
    </dgm:pt>
    <dgm:pt modelId="{5AD2A0D7-BC73-CD4B-8BE5-7735026C0B22}" type="pres">
      <dgm:prSet presAssocID="{F6D0A805-771E-FC4B-BBF0-5D122D93279C}" presName="rootConnector" presStyleLbl="node2" presStyleIdx="4" presStyleCnt="5"/>
      <dgm:spPr/>
    </dgm:pt>
    <dgm:pt modelId="{93CD87A6-43A0-CA46-8780-692E1A727038}" type="pres">
      <dgm:prSet presAssocID="{F6D0A805-771E-FC4B-BBF0-5D122D93279C}" presName="hierChild4" presStyleCnt="0"/>
      <dgm:spPr/>
    </dgm:pt>
    <dgm:pt modelId="{C85E79EB-DAB2-5647-A917-CA846691AB71}" type="pres">
      <dgm:prSet presAssocID="{B3DDAA9A-B187-C740-912F-CE0C02CD1740}" presName="Name37" presStyleLbl="parChTrans1D3" presStyleIdx="10" presStyleCnt="14"/>
      <dgm:spPr/>
    </dgm:pt>
    <dgm:pt modelId="{02E105DA-5C1C-924F-917B-C0105732D948}" type="pres">
      <dgm:prSet presAssocID="{9F511C1B-3F53-0C4E-BBAB-4AB98F6A0C87}" presName="hierRoot2" presStyleCnt="0">
        <dgm:presLayoutVars>
          <dgm:hierBranch val="init"/>
        </dgm:presLayoutVars>
      </dgm:prSet>
      <dgm:spPr/>
    </dgm:pt>
    <dgm:pt modelId="{63A7DDFE-A3B8-3842-8892-C2C249F525A6}" type="pres">
      <dgm:prSet presAssocID="{9F511C1B-3F53-0C4E-BBAB-4AB98F6A0C87}" presName="rootComposite" presStyleCnt="0"/>
      <dgm:spPr/>
    </dgm:pt>
    <dgm:pt modelId="{4F582808-9D5F-C34F-8B5C-5CD1C1EDB46D}" type="pres">
      <dgm:prSet presAssocID="{9F511C1B-3F53-0C4E-BBAB-4AB98F6A0C87}" presName="rootText" presStyleLbl="node3" presStyleIdx="10" presStyleCnt="14">
        <dgm:presLayoutVars>
          <dgm:chPref val="3"/>
        </dgm:presLayoutVars>
      </dgm:prSet>
      <dgm:spPr/>
    </dgm:pt>
    <dgm:pt modelId="{886EE15C-1DAA-D145-A665-CFF9732D2B8F}" type="pres">
      <dgm:prSet presAssocID="{9F511C1B-3F53-0C4E-BBAB-4AB98F6A0C87}" presName="rootConnector" presStyleLbl="node3" presStyleIdx="10" presStyleCnt="14"/>
      <dgm:spPr/>
    </dgm:pt>
    <dgm:pt modelId="{91656CD5-BF2F-3A49-B4DE-6A3ED6A94579}" type="pres">
      <dgm:prSet presAssocID="{9F511C1B-3F53-0C4E-BBAB-4AB98F6A0C87}" presName="hierChild4" presStyleCnt="0"/>
      <dgm:spPr/>
    </dgm:pt>
    <dgm:pt modelId="{C5F09465-75A4-B14B-A9E2-6055AA56D37D}" type="pres">
      <dgm:prSet presAssocID="{9CB4C3F7-00A8-9046-8065-BF9EE73CD9B7}" presName="Name37" presStyleLbl="parChTrans1D4" presStyleIdx="5" presStyleCnt="11"/>
      <dgm:spPr/>
    </dgm:pt>
    <dgm:pt modelId="{8D442DDE-F673-7F4B-818B-050E3E4DEB23}" type="pres">
      <dgm:prSet presAssocID="{8B110E3D-F090-5844-A1D5-2D0F772D7298}" presName="hierRoot2" presStyleCnt="0">
        <dgm:presLayoutVars>
          <dgm:hierBranch val="init"/>
        </dgm:presLayoutVars>
      </dgm:prSet>
      <dgm:spPr/>
    </dgm:pt>
    <dgm:pt modelId="{EDAACF74-D87B-1547-A331-72E0AFE02829}" type="pres">
      <dgm:prSet presAssocID="{8B110E3D-F090-5844-A1D5-2D0F772D7298}" presName="rootComposite" presStyleCnt="0"/>
      <dgm:spPr/>
    </dgm:pt>
    <dgm:pt modelId="{8E50FACC-A90E-3747-BF39-A0691633FE11}" type="pres">
      <dgm:prSet presAssocID="{8B110E3D-F090-5844-A1D5-2D0F772D7298}" presName="rootText" presStyleLbl="node4" presStyleIdx="5" presStyleCnt="11">
        <dgm:presLayoutVars>
          <dgm:chPref val="3"/>
        </dgm:presLayoutVars>
      </dgm:prSet>
      <dgm:spPr/>
    </dgm:pt>
    <dgm:pt modelId="{FC78AB1B-5CFC-7740-8422-08A2BD7A5332}" type="pres">
      <dgm:prSet presAssocID="{8B110E3D-F090-5844-A1D5-2D0F772D7298}" presName="rootConnector" presStyleLbl="node4" presStyleIdx="5" presStyleCnt="11"/>
      <dgm:spPr/>
    </dgm:pt>
    <dgm:pt modelId="{AF868321-C68A-6A47-9528-C111671A3CBA}" type="pres">
      <dgm:prSet presAssocID="{8B110E3D-F090-5844-A1D5-2D0F772D7298}" presName="hierChild4" presStyleCnt="0"/>
      <dgm:spPr/>
    </dgm:pt>
    <dgm:pt modelId="{429DADFC-4231-4C4E-BACA-E81C63D670F5}" type="pres">
      <dgm:prSet presAssocID="{8B110E3D-F090-5844-A1D5-2D0F772D7298}" presName="hierChild5" presStyleCnt="0"/>
      <dgm:spPr/>
    </dgm:pt>
    <dgm:pt modelId="{0BDD92F0-392F-3348-969A-B3AD0971CB03}" type="pres">
      <dgm:prSet presAssocID="{9F511C1B-3F53-0C4E-BBAB-4AB98F6A0C87}" presName="hierChild5" presStyleCnt="0"/>
      <dgm:spPr/>
    </dgm:pt>
    <dgm:pt modelId="{D3B0FB5A-A1A9-D04B-A26B-FC6B43E7FAF6}" type="pres">
      <dgm:prSet presAssocID="{16AA250C-E583-F84B-AF3F-328641D39888}" presName="Name37" presStyleLbl="parChTrans1D3" presStyleIdx="11" presStyleCnt="14"/>
      <dgm:spPr/>
    </dgm:pt>
    <dgm:pt modelId="{4F3B4668-AF83-E347-8F08-6A32B7F8690A}" type="pres">
      <dgm:prSet presAssocID="{D6497B7F-52ED-5547-B0A5-FCEEAF6ED826}" presName="hierRoot2" presStyleCnt="0">
        <dgm:presLayoutVars>
          <dgm:hierBranch val="init"/>
        </dgm:presLayoutVars>
      </dgm:prSet>
      <dgm:spPr/>
    </dgm:pt>
    <dgm:pt modelId="{AB380815-32A8-C742-AC43-9D514AE85360}" type="pres">
      <dgm:prSet presAssocID="{D6497B7F-52ED-5547-B0A5-FCEEAF6ED826}" presName="rootComposite" presStyleCnt="0"/>
      <dgm:spPr/>
    </dgm:pt>
    <dgm:pt modelId="{4ECC1D64-5B4E-2945-BF3B-240F32D05F2D}" type="pres">
      <dgm:prSet presAssocID="{D6497B7F-52ED-5547-B0A5-FCEEAF6ED826}" presName="rootText" presStyleLbl="node3" presStyleIdx="11" presStyleCnt="14">
        <dgm:presLayoutVars>
          <dgm:chPref val="3"/>
        </dgm:presLayoutVars>
      </dgm:prSet>
      <dgm:spPr/>
    </dgm:pt>
    <dgm:pt modelId="{C31D02A8-3C18-4444-9623-99B49252319C}" type="pres">
      <dgm:prSet presAssocID="{D6497B7F-52ED-5547-B0A5-FCEEAF6ED826}" presName="rootConnector" presStyleLbl="node3" presStyleIdx="11" presStyleCnt="14"/>
      <dgm:spPr/>
    </dgm:pt>
    <dgm:pt modelId="{8054CA0E-3E4F-F641-AC45-2773ED707C7C}" type="pres">
      <dgm:prSet presAssocID="{D6497B7F-52ED-5547-B0A5-FCEEAF6ED826}" presName="hierChild4" presStyleCnt="0"/>
      <dgm:spPr/>
    </dgm:pt>
    <dgm:pt modelId="{F0DF2DF4-2D1B-CF43-8484-B66AD2E4304D}" type="pres">
      <dgm:prSet presAssocID="{CA442EE4-E244-9C4B-BD9C-9082A0EF0269}" presName="Name37" presStyleLbl="parChTrans1D4" presStyleIdx="6" presStyleCnt="11"/>
      <dgm:spPr/>
    </dgm:pt>
    <dgm:pt modelId="{64A904D4-B687-6349-9C7C-784299C90B6A}" type="pres">
      <dgm:prSet presAssocID="{E2C610F0-9290-B54A-B77B-82629AD7DF79}" presName="hierRoot2" presStyleCnt="0">
        <dgm:presLayoutVars>
          <dgm:hierBranch val="init"/>
        </dgm:presLayoutVars>
      </dgm:prSet>
      <dgm:spPr/>
    </dgm:pt>
    <dgm:pt modelId="{8414ACAB-1155-2B45-9F0F-409223DEC210}" type="pres">
      <dgm:prSet presAssocID="{E2C610F0-9290-B54A-B77B-82629AD7DF79}" presName="rootComposite" presStyleCnt="0"/>
      <dgm:spPr/>
    </dgm:pt>
    <dgm:pt modelId="{E0F5CCB6-FDFF-8D41-BBDF-41F8041758AC}" type="pres">
      <dgm:prSet presAssocID="{E2C610F0-9290-B54A-B77B-82629AD7DF79}" presName="rootText" presStyleLbl="node4" presStyleIdx="6" presStyleCnt="11">
        <dgm:presLayoutVars>
          <dgm:chPref val="3"/>
        </dgm:presLayoutVars>
      </dgm:prSet>
      <dgm:spPr/>
    </dgm:pt>
    <dgm:pt modelId="{B136968E-CCA2-084C-A06C-C4ADA1975F90}" type="pres">
      <dgm:prSet presAssocID="{E2C610F0-9290-B54A-B77B-82629AD7DF79}" presName="rootConnector" presStyleLbl="node4" presStyleIdx="6" presStyleCnt="11"/>
      <dgm:spPr/>
    </dgm:pt>
    <dgm:pt modelId="{AAFEEBF2-3575-E84E-B71C-64125B6D9C6C}" type="pres">
      <dgm:prSet presAssocID="{E2C610F0-9290-B54A-B77B-82629AD7DF79}" presName="hierChild4" presStyleCnt="0"/>
      <dgm:spPr/>
    </dgm:pt>
    <dgm:pt modelId="{E1A01769-6890-A549-A4E1-8B2CAF19B321}" type="pres">
      <dgm:prSet presAssocID="{E2C610F0-9290-B54A-B77B-82629AD7DF79}" presName="hierChild5" presStyleCnt="0"/>
      <dgm:spPr/>
    </dgm:pt>
    <dgm:pt modelId="{018F7A79-5648-1243-9213-1304A0ABE9B1}" type="pres">
      <dgm:prSet presAssocID="{F587E54A-F0A9-8140-AD30-35E47A4844A3}" presName="Name37" presStyleLbl="parChTrans1D4" presStyleIdx="7" presStyleCnt="11"/>
      <dgm:spPr/>
    </dgm:pt>
    <dgm:pt modelId="{610BECE6-FE63-744B-909A-023AA67D3AFF}" type="pres">
      <dgm:prSet presAssocID="{F3A7F426-3953-7741-A267-A794AEAB82D0}" presName="hierRoot2" presStyleCnt="0">
        <dgm:presLayoutVars>
          <dgm:hierBranch val="init"/>
        </dgm:presLayoutVars>
      </dgm:prSet>
      <dgm:spPr/>
    </dgm:pt>
    <dgm:pt modelId="{6A91AE9A-59C3-F74F-BF91-50ED03284823}" type="pres">
      <dgm:prSet presAssocID="{F3A7F426-3953-7741-A267-A794AEAB82D0}" presName="rootComposite" presStyleCnt="0"/>
      <dgm:spPr/>
    </dgm:pt>
    <dgm:pt modelId="{9B051783-513D-ED42-BBD0-B6D9873AB193}" type="pres">
      <dgm:prSet presAssocID="{F3A7F426-3953-7741-A267-A794AEAB82D0}" presName="rootText" presStyleLbl="node4" presStyleIdx="7" presStyleCnt="11">
        <dgm:presLayoutVars>
          <dgm:chPref val="3"/>
        </dgm:presLayoutVars>
      </dgm:prSet>
      <dgm:spPr/>
    </dgm:pt>
    <dgm:pt modelId="{ACA027E5-A0F6-494C-9550-D986CA1FDFCD}" type="pres">
      <dgm:prSet presAssocID="{F3A7F426-3953-7741-A267-A794AEAB82D0}" presName="rootConnector" presStyleLbl="node4" presStyleIdx="7" presStyleCnt="11"/>
      <dgm:spPr/>
    </dgm:pt>
    <dgm:pt modelId="{C1280577-9F39-0B40-93A0-86A157B2520E}" type="pres">
      <dgm:prSet presAssocID="{F3A7F426-3953-7741-A267-A794AEAB82D0}" presName="hierChild4" presStyleCnt="0"/>
      <dgm:spPr/>
    </dgm:pt>
    <dgm:pt modelId="{9C605BA5-7157-0541-AF09-967BAB2AB501}" type="pres">
      <dgm:prSet presAssocID="{F3A7F426-3953-7741-A267-A794AEAB82D0}" presName="hierChild5" presStyleCnt="0"/>
      <dgm:spPr/>
    </dgm:pt>
    <dgm:pt modelId="{B3299528-944D-954F-BC79-63292A0A1A43}" type="pres">
      <dgm:prSet presAssocID="{B9E44F47-0460-C047-A0E2-1E64961626E7}" presName="Name37" presStyleLbl="parChTrans1D4" presStyleIdx="8" presStyleCnt="11"/>
      <dgm:spPr/>
    </dgm:pt>
    <dgm:pt modelId="{7C066BAC-7AB4-FB4E-8B74-E9593F81CB91}" type="pres">
      <dgm:prSet presAssocID="{760B29D4-1ABD-1F41-BDA0-B307F1953FD1}" presName="hierRoot2" presStyleCnt="0">
        <dgm:presLayoutVars>
          <dgm:hierBranch val="init"/>
        </dgm:presLayoutVars>
      </dgm:prSet>
      <dgm:spPr/>
    </dgm:pt>
    <dgm:pt modelId="{90EF68BB-140C-C443-BDCF-8DCB263BBCA2}" type="pres">
      <dgm:prSet presAssocID="{760B29D4-1ABD-1F41-BDA0-B307F1953FD1}" presName="rootComposite" presStyleCnt="0"/>
      <dgm:spPr/>
    </dgm:pt>
    <dgm:pt modelId="{80A03C01-D1CB-CF47-8CBE-E33F710E1CFD}" type="pres">
      <dgm:prSet presAssocID="{760B29D4-1ABD-1F41-BDA0-B307F1953FD1}" presName="rootText" presStyleLbl="node4" presStyleIdx="8" presStyleCnt="11">
        <dgm:presLayoutVars>
          <dgm:chPref val="3"/>
        </dgm:presLayoutVars>
      </dgm:prSet>
      <dgm:spPr/>
    </dgm:pt>
    <dgm:pt modelId="{6DE41F17-C0A1-1944-B324-052E1A16B93E}" type="pres">
      <dgm:prSet presAssocID="{760B29D4-1ABD-1F41-BDA0-B307F1953FD1}" presName="rootConnector" presStyleLbl="node4" presStyleIdx="8" presStyleCnt="11"/>
      <dgm:spPr/>
    </dgm:pt>
    <dgm:pt modelId="{E9CF330F-7782-C34A-AA0A-0E260C3430C1}" type="pres">
      <dgm:prSet presAssocID="{760B29D4-1ABD-1F41-BDA0-B307F1953FD1}" presName="hierChild4" presStyleCnt="0"/>
      <dgm:spPr/>
    </dgm:pt>
    <dgm:pt modelId="{E52B7FFB-9F1C-034F-8D8B-1C39FB4F0A54}" type="pres">
      <dgm:prSet presAssocID="{760B29D4-1ABD-1F41-BDA0-B307F1953FD1}" presName="hierChild5" presStyleCnt="0"/>
      <dgm:spPr/>
    </dgm:pt>
    <dgm:pt modelId="{BB99CFB0-4242-754D-BF42-D0F7FA38D971}" type="pres">
      <dgm:prSet presAssocID="{D6497B7F-52ED-5547-B0A5-FCEEAF6ED826}" presName="hierChild5" presStyleCnt="0"/>
      <dgm:spPr/>
    </dgm:pt>
    <dgm:pt modelId="{C72BB1F4-DEE4-3C4B-B0A1-BE1D8D271889}" type="pres">
      <dgm:prSet presAssocID="{9EE52027-20E4-9F47-BB3B-C7123747151D}" presName="Name37" presStyleLbl="parChTrans1D3" presStyleIdx="12" presStyleCnt="14"/>
      <dgm:spPr/>
    </dgm:pt>
    <dgm:pt modelId="{6A4959D9-4B59-BA4C-B878-94DA41F8F094}" type="pres">
      <dgm:prSet presAssocID="{E8703200-E058-1D4D-A823-F85D14B13F1E}" presName="hierRoot2" presStyleCnt="0">
        <dgm:presLayoutVars>
          <dgm:hierBranch val="init"/>
        </dgm:presLayoutVars>
      </dgm:prSet>
      <dgm:spPr/>
    </dgm:pt>
    <dgm:pt modelId="{B7EACD4B-7A9E-EA49-9E64-C6080D729559}" type="pres">
      <dgm:prSet presAssocID="{E8703200-E058-1D4D-A823-F85D14B13F1E}" presName="rootComposite" presStyleCnt="0"/>
      <dgm:spPr/>
    </dgm:pt>
    <dgm:pt modelId="{FAF4BA88-1F9E-D941-B67F-008EB773497A}" type="pres">
      <dgm:prSet presAssocID="{E8703200-E058-1D4D-A823-F85D14B13F1E}" presName="rootText" presStyleLbl="node3" presStyleIdx="12" presStyleCnt="14">
        <dgm:presLayoutVars>
          <dgm:chPref val="3"/>
        </dgm:presLayoutVars>
      </dgm:prSet>
      <dgm:spPr/>
    </dgm:pt>
    <dgm:pt modelId="{1765C2F4-103B-1147-903F-20B416BB0ED0}" type="pres">
      <dgm:prSet presAssocID="{E8703200-E058-1D4D-A823-F85D14B13F1E}" presName="rootConnector" presStyleLbl="node3" presStyleIdx="12" presStyleCnt="14"/>
      <dgm:spPr/>
    </dgm:pt>
    <dgm:pt modelId="{574009FF-0ADB-4E41-9F53-1E45E3B8A67E}" type="pres">
      <dgm:prSet presAssocID="{E8703200-E058-1D4D-A823-F85D14B13F1E}" presName="hierChild4" presStyleCnt="0"/>
      <dgm:spPr/>
    </dgm:pt>
    <dgm:pt modelId="{64E741B7-5160-944D-A765-DCFA5CA0C683}" type="pres">
      <dgm:prSet presAssocID="{E25862D3-A26B-7D44-89F2-3737C626A1CE}" presName="Name37" presStyleLbl="parChTrans1D4" presStyleIdx="9" presStyleCnt="11"/>
      <dgm:spPr/>
    </dgm:pt>
    <dgm:pt modelId="{0FFE5CC6-E42D-5D44-A20A-91B7882E1534}" type="pres">
      <dgm:prSet presAssocID="{E05DC1E9-4BC4-1441-8203-3A331352D4C3}" presName="hierRoot2" presStyleCnt="0">
        <dgm:presLayoutVars>
          <dgm:hierBranch val="init"/>
        </dgm:presLayoutVars>
      </dgm:prSet>
      <dgm:spPr/>
    </dgm:pt>
    <dgm:pt modelId="{0DE75E7E-A72E-744B-91EE-5EA2B4EB0100}" type="pres">
      <dgm:prSet presAssocID="{E05DC1E9-4BC4-1441-8203-3A331352D4C3}" presName="rootComposite" presStyleCnt="0"/>
      <dgm:spPr/>
    </dgm:pt>
    <dgm:pt modelId="{13454F3A-EB8A-F248-83CF-5D204648AA02}" type="pres">
      <dgm:prSet presAssocID="{E05DC1E9-4BC4-1441-8203-3A331352D4C3}" presName="rootText" presStyleLbl="node4" presStyleIdx="9" presStyleCnt="11">
        <dgm:presLayoutVars>
          <dgm:chPref val="3"/>
        </dgm:presLayoutVars>
      </dgm:prSet>
      <dgm:spPr/>
    </dgm:pt>
    <dgm:pt modelId="{0CFACEE2-D3BD-734C-A40D-B6E9FF17B3B9}" type="pres">
      <dgm:prSet presAssocID="{E05DC1E9-4BC4-1441-8203-3A331352D4C3}" presName="rootConnector" presStyleLbl="node4" presStyleIdx="9" presStyleCnt="11"/>
      <dgm:spPr/>
    </dgm:pt>
    <dgm:pt modelId="{C56E3F39-6DE8-7F43-A545-8E35B7E673C0}" type="pres">
      <dgm:prSet presAssocID="{E05DC1E9-4BC4-1441-8203-3A331352D4C3}" presName="hierChild4" presStyleCnt="0"/>
      <dgm:spPr/>
    </dgm:pt>
    <dgm:pt modelId="{FCF4EC75-EA94-B047-8D9B-1DA2C17FB2E5}" type="pres">
      <dgm:prSet presAssocID="{E05DC1E9-4BC4-1441-8203-3A331352D4C3}" presName="hierChild5" presStyleCnt="0"/>
      <dgm:spPr/>
    </dgm:pt>
    <dgm:pt modelId="{2C9F0C05-3B42-3E4E-86B2-98326D7ABFA3}" type="pres">
      <dgm:prSet presAssocID="{09DCA9D1-CBA7-4B4E-9079-884D3EC6A454}" presName="Name37" presStyleLbl="parChTrans1D4" presStyleIdx="10" presStyleCnt="11"/>
      <dgm:spPr/>
    </dgm:pt>
    <dgm:pt modelId="{41D92ECC-63AD-FF49-A958-F431FEDC7AC8}" type="pres">
      <dgm:prSet presAssocID="{B26CA3CB-5B03-4241-A646-9BD652CC96B8}" presName="hierRoot2" presStyleCnt="0">
        <dgm:presLayoutVars>
          <dgm:hierBranch val="init"/>
        </dgm:presLayoutVars>
      </dgm:prSet>
      <dgm:spPr/>
    </dgm:pt>
    <dgm:pt modelId="{FB785C19-D7D1-A248-A352-55E9E52B46F4}" type="pres">
      <dgm:prSet presAssocID="{B26CA3CB-5B03-4241-A646-9BD652CC96B8}" presName="rootComposite" presStyleCnt="0"/>
      <dgm:spPr/>
    </dgm:pt>
    <dgm:pt modelId="{6D044727-34B6-9D4A-9046-7F65E23F6F77}" type="pres">
      <dgm:prSet presAssocID="{B26CA3CB-5B03-4241-A646-9BD652CC96B8}" presName="rootText" presStyleLbl="node4" presStyleIdx="10" presStyleCnt="11">
        <dgm:presLayoutVars>
          <dgm:chPref val="3"/>
        </dgm:presLayoutVars>
      </dgm:prSet>
      <dgm:spPr/>
    </dgm:pt>
    <dgm:pt modelId="{F62D1166-B243-5543-B5A7-4D1302B64752}" type="pres">
      <dgm:prSet presAssocID="{B26CA3CB-5B03-4241-A646-9BD652CC96B8}" presName="rootConnector" presStyleLbl="node4" presStyleIdx="10" presStyleCnt="11"/>
      <dgm:spPr/>
    </dgm:pt>
    <dgm:pt modelId="{0CF1C0EE-6325-0041-9698-F134146ACDB2}" type="pres">
      <dgm:prSet presAssocID="{B26CA3CB-5B03-4241-A646-9BD652CC96B8}" presName="hierChild4" presStyleCnt="0"/>
      <dgm:spPr/>
    </dgm:pt>
    <dgm:pt modelId="{F9543DB9-CF6A-F245-993F-FDEB95D28BF1}" type="pres">
      <dgm:prSet presAssocID="{B26CA3CB-5B03-4241-A646-9BD652CC96B8}" presName="hierChild5" presStyleCnt="0"/>
      <dgm:spPr/>
    </dgm:pt>
    <dgm:pt modelId="{47F71A6C-3110-7343-835E-72371E947272}" type="pres">
      <dgm:prSet presAssocID="{E8703200-E058-1D4D-A823-F85D14B13F1E}" presName="hierChild5" presStyleCnt="0"/>
      <dgm:spPr/>
    </dgm:pt>
    <dgm:pt modelId="{60A61A99-0E4F-A74C-BC80-4370A44E3052}" type="pres">
      <dgm:prSet presAssocID="{ADE6C3D6-371D-DE4F-B342-42BBEC2F96FC}" presName="Name37" presStyleLbl="parChTrans1D3" presStyleIdx="13" presStyleCnt="14"/>
      <dgm:spPr/>
    </dgm:pt>
    <dgm:pt modelId="{F10792EB-36A4-1F4A-97FC-A167A756BFDE}" type="pres">
      <dgm:prSet presAssocID="{FC998FBE-F243-7146-92E5-4F5C162C8AA6}" presName="hierRoot2" presStyleCnt="0">
        <dgm:presLayoutVars>
          <dgm:hierBranch val="init"/>
        </dgm:presLayoutVars>
      </dgm:prSet>
      <dgm:spPr/>
    </dgm:pt>
    <dgm:pt modelId="{B93736E3-CB32-604B-9821-74D27957EDDD}" type="pres">
      <dgm:prSet presAssocID="{FC998FBE-F243-7146-92E5-4F5C162C8AA6}" presName="rootComposite" presStyleCnt="0"/>
      <dgm:spPr/>
    </dgm:pt>
    <dgm:pt modelId="{3F4BCDE3-EFF7-6647-89E0-7615BCB04F26}" type="pres">
      <dgm:prSet presAssocID="{FC998FBE-F243-7146-92E5-4F5C162C8AA6}" presName="rootText" presStyleLbl="node3" presStyleIdx="13" presStyleCnt="14">
        <dgm:presLayoutVars>
          <dgm:chPref val="3"/>
        </dgm:presLayoutVars>
      </dgm:prSet>
      <dgm:spPr/>
    </dgm:pt>
    <dgm:pt modelId="{12DC8942-A7F8-374A-86A9-0FA5B0892D35}" type="pres">
      <dgm:prSet presAssocID="{FC998FBE-F243-7146-92E5-4F5C162C8AA6}" presName="rootConnector" presStyleLbl="node3" presStyleIdx="13" presStyleCnt="14"/>
      <dgm:spPr/>
    </dgm:pt>
    <dgm:pt modelId="{064EBA0B-043C-B24B-82D4-BE1F27B36A97}" type="pres">
      <dgm:prSet presAssocID="{FC998FBE-F243-7146-92E5-4F5C162C8AA6}" presName="hierChild4" presStyleCnt="0"/>
      <dgm:spPr/>
    </dgm:pt>
    <dgm:pt modelId="{AD84D528-C5E5-5E45-A357-80CF42470268}" type="pres">
      <dgm:prSet presAssocID="{FC998FBE-F243-7146-92E5-4F5C162C8AA6}" presName="hierChild5" presStyleCnt="0"/>
      <dgm:spPr/>
    </dgm:pt>
    <dgm:pt modelId="{BB13C6D6-B6E1-CA4D-B806-0DCC32312F8C}" type="pres">
      <dgm:prSet presAssocID="{F6D0A805-771E-FC4B-BBF0-5D122D93279C}" presName="hierChild5" presStyleCnt="0"/>
      <dgm:spPr/>
    </dgm:pt>
    <dgm:pt modelId="{EE375C2E-F754-2745-BB14-F520AFC36719}" type="pres">
      <dgm:prSet presAssocID="{652149C9-B794-2E44-B0C5-A844B587E501}" presName="hierChild3" presStyleCnt="0"/>
      <dgm:spPr/>
    </dgm:pt>
  </dgm:ptLst>
  <dgm:cxnLst>
    <dgm:cxn modelId="{24FE6A01-EB46-8240-A535-79E5B0C477F0}" type="presOf" srcId="{F460C8C4-7BB8-6B45-B1C8-CF292D2E6807}" destId="{62E73835-4CBC-2E4E-AB5E-90EC120E26F8}" srcOrd="0" destOrd="0" presId="urn:microsoft.com/office/officeart/2005/8/layout/orgChart1"/>
    <dgm:cxn modelId="{4039E201-8225-0F46-A328-632F6FA850FB}" srcId="{4434D9DA-886B-514F-9469-4216EB9EB432}" destId="{3881FF17-D4E6-3F44-907B-090A47622F87}" srcOrd="0" destOrd="0" parTransId="{30FADB83-946E-D74F-A1D6-D7FBC6960332}" sibTransId="{6543F05C-87FA-3946-9458-CE1610963EE5}"/>
    <dgm:cxn modelId="{BEFAFC02-2149-5D4B-BDB6-8B947BD22D02}" type="presOf" srcId="{0FFECD4E-E8B9-C647-8E29-A1B483F03641}" destId="{786A1D96-6B77-A54E-B471-E5F13851F106}" srcOrd="0" destOrd="0" presId="urn:microsoft.com/office/officeart/2005/8/layout/orgChart1"/>
    <dgm:cxn modelId="{54E77E09-8391-6F4C-B987-C1DA99CF373C}" type="presOf" srcId="{8B110E3D-F090-5844-A1D5-2D0F772D7298}" destId="{FC78AB1B-5CFC-7740-8422-08A2BD7A5332}" srcOrd="1" destOrd="0" presId="urn:microsoft.com/office/officeart/2005/8/layout/orgChart1"/>
    <dgm:cxn modelId="{887B500B-8EA9-C84B-86A0-A1E70458CE5E}" type="presOf" srcId="{6B9742E9-9F55-A344-80FE-6EF0F4C1D869}" destId="{FC87EFC8-23D2-D448-9553-3EE57255C3C3}" srcOrd="0" destOrd="0" presId="urn:microsoft.com/office/officeart/2005/8/layout/orgChart1"/>
    <dgm:cxn modelId="{BC08FB0C-7411-C841-A77C-12BD231B7A2F}" type="presOf" srcId="{652149C9-B794-2E44-B0C5-A844B587E501}" destId="{D86093B8-704E-854B-B5B6-F8DEB46603DA}" srcOrd="0" destOrd="0" presId="urn:microsoft.com/office/officeart/2005/8/layout/orgChart1"/>
    <dgm:cxn modelId="{2FB16814-DCDB-EE42-9AA2-5A54F47D9BBA}" type="presOf" srcId="{30FADB83-946E-D74F-A1D6-D7FBC6960332}" destId="{5A75044F-9803-8C40-89E5-3F221BABE3D8}" srcOrd="0" destOrd="0" presId="urn:microsoft.com/office/officeart/2005/8/layout/orgChart1"/>
    <dgm:cxn modelId="{362FBF16-31E0-504D-9052-4C14D4E8BE6F}" type="presOf" srcId="{C94CC2E9-8C50-BF45-BBF2-FE54CC034C2B}" destId="{A129A4E5-DA60-164C-A199-84A0E69E9269}" srcOrd="0" destOrd="0" presId="urn:microsoft.com/office/officeart/2005/8/layout/orgChart1"/>
    <dgm:cxn modelId="{08259317-4BB2-6F47-AEDB-6CC3AF28EC13}" type="presOf" srcId="{E2C610F0-9290-B54A-B77B-82629AD7DF79}" destId="{B136968E-CCA2-084C-A06C-C4ADA1975F90}" srcOrd="1" destOrd="0" presId="urn:microsoft.com/office/officeart/2005/8/layout/orgChart1"/>
    <dgm:cxn modelId="{D197AE17-26B5-9C46-9BF1-C58EA8C8FC88}" type="presOf" srcId="{F6D0A805-771E-FC4B-BBF0-5D122D93279C}" destId="{5AD2A0D7-BC73-CD4B-8BE5-7735026C0B22}" srcOrd="1" destOrd="0" presId="urn:microsoft.com/office/officeart/2005/8/layout/orgChart1"/>
    <dgm:cxn modelId="{170EE717-EDF8-8B43-A077-459F7CF14D62}" type="presOf" srcId="{3881FF17-D4E6-3F44-907B-090A47622F87}" destId="{B1CFAB00-62E0-F448-8FEA-6B702C382A8D}" srcOrd="0" destOrd="0" presId="urn:microsoft.com/office/officeart/2005/8/layout/orgChart1"/>
    <dgm:cxn modelId="{79047B18-0CF8-E842-8762-96EC541CA823}" type="presOf" srcId="{6B9742E9-9F55-A344-80FE-6EF0F4C1D869}" destId="{34414FAC-C040-D24B-80A2-4FE27DE4EA21}" srcOrd="1" destOrd="0" presId="urn:microsoft.com/office/officeart/2005/8/layout/orgChart1"/>
    <dgm:cxn modelId="{DF7A1919-76CF-E64F-9E99-08CF2ED26419}" srcId="{4434D9DA-886B-514F-9469-4216EB9EB432}" destId="{BBFA9094-315B-C84F-B532-8E8486074F1D}" srcOrd="2" destOrd="0" parTransId="{626C308D-DBF2-8F44-9E86-17AD842FEAD1}" sibTransId="{53922D3C-7243-2140-B8A3-FE5B71CE6CE0}"/>
    <dgm:cxn modelId="{E146281B-D9F1-FA48-AF57-04BB9F4D252A}" type="presOf" srcId="{ADE6C3D6-371D-DE4F-B342-42BBEC2F96FC}" destId="{60A61A99-0E4F-A74C-BC80-4370A44E3052}" srcOrd="0" destOrd="0" presId="urn:microsoft.com/office/officeart/2005/8/layout/orgChart1"/>
    <dgm:cxn modelId="{36903F1B-CB6E-7E47-A3F4-CAC05B56DB14}" type="presOf" srcId="{E2C610F0-9290-B54A-B77B-82629AD7DF79}" destId="{E0F5CCB6-FDFF-8D41-BBDF-41F8041758AC}" srcOrd="0" destOrd="0" presId="urn:microsoft.com/office/officeart/2005/8/layout/orgChart1"/>
    <dgm:cxn modelId="{7826D91F-2AC5-3C48-95E8-511F0B6AC43C}" type="presOf" srcId="{B26CA3CB-5B03-4241-A646-9BD652CC96B8}" destId="{F62D1166-B243-5543-B5A7-4D1302B64752}" srcOrd="1" destOrd="0" presId="urn:microsoft.com/office/officeart/2005/8/layout/orgChart1"/>
    <dgm:cxn modelId="{D3AA2620-7DE0-F84D-AAA7-E5FB1C769C12}" srcId="{2E239687-F513-D549-A03B-F2C3DAB66D6D}" destId="{30E4063B-D66F-574E-B067-0ADF5E0DC3DF}" srcOrd="0" destOrd="0" parTransId="{5F9B8B02-A549-F747-88B8-AAEBCA497AB4}" sibTransId="{0835628C-E972-AE4C-B6B9-28A3D0491ACF}"/>
    <dgm:cxn modelId="{8BAFD322-19D4-C94C-A94B-951B2FDE26B7}" srcId="{652149C9-B794-2E44-B0C5-A844B587E501}" destId="{C94CC2E9-8C50-BF45-BBF2-FE54CC034C2B}" srcOrd="2" destOrd="0" parTransId="{B21D239E-A088-2B41-ACB3-9839303DC4AE}" sibTransId="{18C29FC8-3C54-474B-8076-B8F0A776C125}"/>
    <dgm:cxn modelId="{DA7D2524-3652-1E40-9AA7-6E1C80160E90}" type="presOf" srcId="{4434D9DA-886B-514F-9469-4216EB9EB432}" destId="{823D3423-F885-BD4D-805B-A336B6CB369E}" srcOrd="0" destOrd="0" presId="urn:microsoft.com/office/officeart/2005/8/layout/orgChart1"/>
    <dgm:cxn modelId="{D0BE5227-B1FE-864A-92B1-456F25F091EE}" srcId="{C94CC2E9-8C50-BF45-BBF2-FE54CC034C2B}" destId="{11EE3F97-6223-824F-8420-2B025FEC1710}" srcOrd="0" destOrd="0" parTransId="{77CE8976-C8F5-294F-A0EC-466BD82AEFC5}" sibTransId="{E9AB3018-5DC5-9C45-B893-4AA62D20411A}"/>
    <dgm:cxn modelId="{4203FE27-E994-A648-8D72-31434F77CDC7}" type="presOf" srcId="{1FE0B890-5DAE-5A47-BE71-5BD7A1B5BCFD}" destId="{EB9B101C-4D8B-8240-8678-A654F178545C}" srcOrd="0" destOrd="0" presId="urn:microsoft.com/office/officeart/2005/8/layout/orgChart1"/>
    <dgm:cxn modelId="{CB27D42A-831B-5048-A48F-5BF472321D36}" type="presOf" srcId="{58FB9051-E991-9245-88D6-ADC90FD49937}" destId="{A83721D2-6381-2C43-B20E-D891A7C35F9C}" srcOrd="0" destOrd="0" presId="urn:microsoft.com/office/officeart/2005/8/layout/orgChart1"/>
    <dgm:cxn modelId="{E06EAF2F-A08E-3442-8CD9-CDF229963D9D}" srcId="{19078D0B-EB64-2D4C-8E19-B88B9EA182A9}" destId="{652149C9-B794-2E44-B0C5-A844B587E501}" srcOrd="0" destOrd="0" parTransId="{E4381ED5-57B6-414B-A86D-B2C83FD4C43D}" sibTransId="{1DD5B54A-E85F-FD4D-B7FA-25F573C607F9}"/>
    <dgm:cxn modelId="{F4018A32-A056-A540-8DB7-8D387A43A185}" type="presOf" srcId="{71C7A905-4F33-324E-9C37-3339E2E643B8}" destId="{C7BB3E89-59B3-F047-B23D-FDACE5074A0D}" srcOrd="0" destOrd="0" presId="urn:microsoft.com/office/officeart/2005/8/layout/orgChart1"/>
    <dgm:cxn modelId="{7F341034-DEE3-894C-BE59-533ED7BF1EF3}" type="presOf" srcId="{CAF5B932-15A8-3C42-80F5-4793AD16B8B7}" destId="{A805B6E8-9CDD-5A4B-8878-7A89A1313F31}" srcOrd="0" destOrd="0" presId="urn:microsoft.com/office/officeart/2005/8/layout/orgChart1"/>
    <dgm:cxn modelId="{999C1934-C2D3-7047-80E8-B39A03615935}" type="presOf" srcId="{3881FF17-D4E6-3F44-907B-090A47622F87}" destId="{46C1B49F-7D92-9349-B5AB-4A798BD33EAA}" srcOrd="1" destOrd="0" presId="urn:microsoft.com/office/officeart/2005/8/layout/orgChart1"/>
    <dgm:cxn modelId="{5F62D337-1651-2947-B5FE-6E71D39C3FAF}" srcId="{C94CC2E9-8C50-BF45-BBF2-FE54CC034C2B}" destId="{C7D46152-CAF8-2D40-A36A-1834ACC30C00}" srcOrd="2" destOrd="0" parTransId="{E1E2BC3C-7BE9-034B-8AC2-5A2880E39B93}" sibTransId="{10C64D38-DEE6-6441-A910-CB2D13A31A41}"/>
    <dgm:cxn modelId="{A805C838-D251-9A4A-939D-9FA4A1D2DAF1}" type="presOf" srcId="{CAF5B932-15A8-3C42-80F5-4793AD16B8B7}" destId="{D02BFDD6-9D0C-D84E-ABD2-9747453C7FBD}" srcOrd="1" destOrd="0" presId="urn:microsoft.com/office/officeart/2005/8/layout/orgChart1"/>
    <dgm:cxn modelId="{4A50EA38-F9AC-6A47-988A-D4E01CBF73E8}" type="presOf" srcId="{652149C9-B794-2E44-B0C5-A844B587E501}" destId="{52462267-F116-1E46-8B54-CA00DD6FD8F2}" srcOrd="1" destOrd="0" presId="urn:microsoft.com/office/officeart/2005/8/layout/orgChart1"/>
    <dgm:cxn modelId="{385B8B3B-C064-094F-9173-46E9BA78395B}" type="presOf" srcId="{83E2B299-1A4C-0E40-86EC-18D1AF0A3BE9}" destId="{7E3A78B0-8119-6B44-8DE7-79FEF3E0E294}" srcOrd="0" destOrd="0" presId="urn:microsoft.com/office/officeart/2005/8/layout/orgChart1"/>
    <dgm:cxn modelId="{D063593D-C385-7A45-9B6E-AE3D148B6B81}" type="presOf" srcId="{E25862D3-A26B-7D44-89F2-3737C626A1CE}" destId="{64E741B7-5160-944D-A765-DCFA5CA0C683}" srcOrd="0" destOrd="0" presId="urn:microsoft.com/office/officeart/2005/8/layout/orgChart1"/>
    <dgm:cxn modelId="{7B64173E-05ED-EF44-A78B-EF1EAA1EE74E}" type="presOf" srcId="{9F511C1B-3F53-0C4E-BBAB-4AB98F6A0C87}" destId="{4F582808-9D5F-C34F-8B5C-5CD1C1EDB46D}" srcOrd="0" destOrd="0" presId="urn:microsoft.com/office/officeart/2005/8/layout/orgChart1"/>
    <dgm:cxn modelId="{08F4E83E-8E59-594D-AB05-778B3D31E72B}" type="presOf" srcId="{E8703200-E058-1D4D-A823-F85D14B13F1E}" destId="{1765C2F4-103B-1147-903F-20B416BB0ED0}" srcOrd="1" destOrd="0" presId="urn:microsoft.com/office/officeart/2005/8/layout/orgChart1"/>
    <dgm:cxn modelId="{87FEF63E-FAF5-EE4A-AD91-46533C2FBF3E}" type="presOf" srcId="{11EE3F97-6223-824F-8420-2B025FEC1710}" destId="{024A4656-D42A-4447-B2C0-D6EA36A4408D}" srcOrd="0" destOrd="0" presId="urn:microsoft.com/office/officeart/2005/8/layout/orgChart1"/>
    <dgm:cxn modelId="{29413243-33FD-204A-91A5-D8BED8E47A8B}" type="presOf" srcId="{FC998FBE-F243-7146-92E5-4F5C162C8AA6}" destId="{12DC8942-A7F8-374A-86A9-0FA5B0892D35}" srcOrd="1" destOrd="0" presId="urn:microsoft.com/office/officeart/2005/8/layout/orgChart1"/>
    <dgm:cxn modelId="{0E0E6B43-87BF-364D-A936-9201025E11B4}" type="presOf" srcId="{760B29D4-1ABD-1F41-BDA0-B307F1953FD1}" destId="{6DE41F17-C0A1-1944-B324-052E1A16B93E}" srcOrd="1" destOrd="0" presId="urn:microsoft.com/office/officeart/2005/8/layout/orgChart1"/>
    <dgm:cxn modelId="{5AE4D144-5ACC-944B-95D9-F31679F16A93}" type="presOf" srcId="{C7D46152-CAF8-2D40-A36A-1834ACC30C00}" destId="{10262C87-9E9A-2A4D-9E61-6193F0073E4E}" srcOrd="1" destOrd="0" presId="urn:microsoft.com/office/officeart/2005/8/layout/orgChart1"/>
    <dgm:cxn modelId="{94140E46-C553-A246-BD7A-F5118398CC95}" srcId="{652149C9-B794-2E44-B0C5-A844B587E501}" destId="{65F97455-BBF9-5042-8365-6B68C9F5DEBB}" srcOrd="3" destOrd="0" parTransId="{0980BE20-D3DC-7045-8915-3A06B0CD5B48}" sibTransId="{DD649555-BC26-F240-8D40-08567741EEE3}"/>
    <dgm:cxn modelId="{22CFE948-FF87-3941-ACE2-ADED164725A4}" type="presOf" srcId="{B26CA3CB-5B03-4241-A646-9BD652CC96B8}" destId="{6D044727-34B6-9D4A-9046-7F65E23F6F77}" srcOrd="0" destOrd="0" presId="urn:microsoft.com/office/officeart/2005/8/layout/orgChart1"/>
    <dgm:cxn modelId="{4FC51F52-6441-0D4C-B3DC-2F143D8ABF74}" type="presOf" srcId="{025AE39E-EB64-7046-A5DA-787F274503D9}" destId="{D3D62EDB-FDDB-314E-9D2D-2230BE813FF5}" srcOrd="1" destOrd="0" presId="urn:microsoft.com/office/officeart/2005/8/layout/orgChart1"/>
    <dgm:cxn modelId="{F3F2E355-AB1C-2942-95E5-108898D65934}" type="presOf" srcId="{19078D0B-EB64-2D4C-8E19-B88B9EA182A9}" destId="{32EBDDF0-BE85-1E4D-B81A-18408CC66615}" srcOrd="0" destOrd="0" presId="urn:microsoft.com/office/officeart/2005/8/layout/orgChart1"/>
    <dgm:cxn modelId="{B208405D-657C-0949-A88F-32D2AFF36804}" type="presOf" srcId="{4434D9DA-886B-514F-9469-4216EB9EB432}" destId="{B28F237B-1ED3-EE4E-9F92-D09898681C17}" srcOrd="1" destOrd="0" presId="urn:microsoft.com/office/officeart/2005/8/layout/orgChart1"/>
    <dgm:cxn modelId="{A64AB95E-5861-7A48-8B0A-29DB474F98B6}" type="presOf" srcId="{479C8B34-00BA-FE4D-AAA1-9FB17709A2AD}" destId="{35F1C37C-E53B-3F41-9395-BD054698DEDA}" srcOrd="1" destOrd="0" presId="urn:microsoft.com/office/officeart/2005/8/layout/orgChart1"/>
    <dgm:cxn modelId="{A545CB5E-9046-214B-91C4-18884904FD7E}" type="presOf" srcId="{30E4063B-D66F-574E-B067-0ADF5E0DC3DF}" destId="{57D5AD78-913D-FD43-88F5-6AE56D436F7E}" srcOrd="1" destOrd="0" presId="urn:microsoft.com/office/officeart/2005/8/layout/orgChart1"/>
    <dgm:cxn modelId="{ADA6235F-8210-9C4D-BFEE-350D00975543}" type="presOf" srcId="{BBFA9094-315B-C84F-B532-8E8486074F1D}" destId="{96BDBE73-BE05-7C4D-AF89-5072997ED5E0}" srcOrd="1" destOrd="0" presId="urn:microsoft.com/office/officeart/2005/8/layout/orgChart1"/>
    <dgm:cxn modelId="{702D3B5F-6E19-A54E-A480-A080DE1C8E2E}" type="presOf" srcId="{D6497B7F-52ED-5547-B0A5-FCEEAF6ED826}" destId="{4ECC1D64-5B4E-2945-BF3B-240F32D05F2D}" srcOrd="0" destOrd="0" presId="urn:microsoft.com/office/officeart/2005/8/layout/orgChart1"/>
    <dgm:cxn modelId="{DDF5CD66-C70F-7C4E-8B4E-9EDAB7D9CA40}" srcId="{652149C9-B794-2E44-B0C5-A844B587E501}" destId="{4434D9DA-886B-514F-9469-4216EB9EB432}" srcOrd="0" destOrd="0" parTransId="{587CACF9-30F8-BA4A-AFE8-4D8883ED93B2}" sibTransId="{2E17D612-6F2D-454F-96B1-8729A2D69C22}"/>
    <dgm:cxn modelId="{F6E0A967-461E-4E4D-A735-10BEFFBF1992}" type="presOf" srcId="{D1320881-1930-C347-9017-9A4CD1DF2282}" destId="{27FCEE63-5B65-C645-A14F-9F486F1800C4}" srcOrd="0" destOrd="0" presId="urn:microsoft.com/office/officeart/2005/8/layout/orgChart1"/>
    <dgm:cxn modelId="{490BAB69-30F0-054F-AE09-F72B04156F6F}" type="presOf" srcId="{587CACF9-30F8-BA4A-AFE8-4D8883ED93B2}" destId="{D8EDDDEA-1B9F-504F-AEAA-1E4E07D58FBE}" srcOrd="0" destOrd="0" presId="urn:microsoft.com/office/officeart/2005/8/layout/orgChart1"/>
    <dgm:cxn modelId="{24B8386A-3030-564C-AF78-D32359A15E5D}" type="presOf" srcId="{FC998FBE-F243-7146-92E5-4F5C162C8AA6}" destId="{3F4BCDE3-EFF7-6647-89E0-7615BCB04F26}" srcOrd="0" destOrd="0" presId="urn:microsoft.com/office/officeart/2005/8/layout/orgChart1"/>
    <dgm:cxn modelId="{7DFAEB6D-098D-ED4E-AC39-09B069A59F03}" type="presOf" srcId="{72969F4A-4A57-044D-AB2B-D40C7B2085B2}" destId="{6A5BB488-4CBB-5446-A59A-37C9FD04EB10}" srcOrd="0" destOrd="0" presId="urn:microsoft.com/office/officeart/2005/8/layout/orgChart1"/>
    <dgm:cxn modelId="{17EFBA74-8C6A-124D-AAAE-A30CA2A9F7EF}" type="presOf" srcId="{DBEB9194-E83E-1F4D-9761-8E4C1BDC6C54}" destId="{3B946FFE-2AFC-E047-B0C8-E202E1A76F52}" srcOrd="0" destOrd="0" presId="urn:microsoft.com/office/officeart/2005/8/layout/orgChart1"/>
    <dgm:cxn modelId="{F8236E75-36CF-BC4F-8C28-7C4BE115CBA9}" type="presOf" srcId="{3A29A919-20BD-024F-8EF6-05CFC3CADF6E}" destId="{FF03C48A-6130-4A4F-915D-708CB9F13C03}" srcOrd="0" destOrd="0" presId="urn:microsoft.com/office/officeart/2005/8/layout/orgChart1"/>
    <dgm:cxn modelId="{7AD1FC75-23B7-844C-8D4A-7D970165EB5F}" type="presOf" srcId="{48C59008-87D8-014A-B707-8E913712A6FB}" destId="{D3D414E5-1DF5-FF42-B7A2-61958B819E90}" srcOrd="0" destOrd="0" presId="urn:microsoft.com/office/officeart/2005/8/layout/orgChart1"/>
    <dgm:cxn modelId="{8F0D5377-35F5-D042-8314-30228D1CBD26}" srcId="{479C8B34-00BA-FE4D-AAA1-9FB17709A2AD}" destId="{450EF7DF-59DA-0A4C-8891-D517C1983BD7}" srcOrd="2" destOrd="0" parTransId="{DBEB9194-E83E-1F4D-9761-8E4C1BDC6C54}" sibTransId="{58A26422-F635-FD43-B046-8CDDC1110D23}"/>
    <dgm:cxn modelId="{3224B777-5D2A-D041-B7B9-D556F80DAAD2}" srcId="{2E239687-F513-D549-A03B-F2C3DAB66D6D}" destId="{89EC344C-4E6D-524D-973C-58F563B5B30E}" srcOrd="2" destOrd="0" parTransId="{A0359E2E-1C86-C148-8001-DDC9CEE68969}" sibTransId="{266122B1-7495-1640-B9C4-61D9D8B90C3A}"/>
    <dgm:cxn modelId="{6D50AA7C-F513-6F43-93F0-9394FBCDB79F}" type="presOf" srcId="{71C7A905-4F33-324E-9C37-3339E2E643B8}" destId="{801A1FE0-4734-2D41-88AF-3764ED3A5DA0}" srcOrd="1" destOrd="0" presId="urn:microsoft.com/office/officeart/2005/8/layout/orgChart1"/>
    <dgm:cxn modelId="{05D79480-6F18-7941-9941-C4544E0C96DD}" type="presOf" srcId="{09DCA9D1-CBA7-4B4E-9079-884D3EC6A454}" destId="{2C9F0C05-3B42-3E4E-86B2-98326D7ABFA3}" srcOrd="0" destOrd="0" presId="urn:microsoft.com/office/officeart/2005/8/layout/orgChart1"/>
    <dgm:cxn modelId="{B002C082-DEF9-534A-ADF2-7E48CE5ED01E}" type="presOf" srcId="{8B110E3D-F090-5844-A1D5-2D0F772D7298}" destId="{8E50FACC-A90E-3747-BF39-A0691633FE11}" srcOrd="0" destOrd="0" presId="urn:microsoft.com/office/officeart/2005/8/layout/orgChart1"/>
    <dgm:cxn modelId="{A8D17683-DE75-9541-AE40-2D23F0553F3E}" type="presOf" srcId="{9F511C1B-3F53-0C4E-BBAB-4AB98F6A0C87}" destId="{886EE15C-1DAA-D145-A665-CFF9732D2B8F}" srcOrd="1" destOrd="0" presId="urn:microsoft.com/office/officeart/2005/8/layout/orgChart1"/>
    <dgm:cxn modelId="{9AAE3684-0B4C-C940-BF0C-C6CEB092F192}" type="presOf" srcId="{2E239687-F513-D549-A03B-F2C3DAB66D6D}" destId="{1B33C22F-AE3D-D145-934F-920C7A46FE20}" srcOrd="1" destOrd="0" presId="urn:microsoft.com/office/officeart/2005/8/layout/orgChart1"/>
    <dgm:cxn modelId="{BC95CA89-F24E-3649-BA6D-8D00E2A028E2}" type="presOf" srcId="{16AA250C-E583-F84B-AF3F-328641D39888}" destId="{D3B0FB5A-A1A9-D04B-A26B-FC6B43E7FAF6}" srcOrd="0" destOrd="0" presId="urn:microsoft.com/office/officeart/2005/8/layout/orgChart1"/>
    <dgm:cxn modelId="{9349108A-210E-0749-A163-F0556847370A}" type="presOf" srcId="{CDB5E4FC-DC21-4A48-B5A3-104DC29CD8C1}" destId="{2D378DDA-6B75-0147-9ABA-83B1570D3259}" srcOrd="0" destOrd="0" presId="urn:microsoft.com/office/officeart/2005/8/layout/orgChart1"/>
    <dgm:cxn modelId="{26FD618C-B059-0F47-8465-94C1BCB38AE1}" type="presOf" srcId="{B9E44F47-0460-C047-A0E2-1E64961626E7}" destId="{B3299528-944D-954F-BC79-63292A0A1A43}" srcOrd="0" destOrd="0" presId="urn:microsoft.com/office/officeart/2005/8/layout/orgChart1"/>
    <dgm:cxn modelId="{7802EE8D-D79E-3047-A0BB-B369B2262AE7}" type="presOf" srcId="{B3DDAA9A-B187-C740-912F-CE0C02CD1740}" destId="{C85E79EB-DAB2-5647-A917-CA846691AB71}" srcOrd="0" destOrd="0" presId="urn:microsoft.com/office/officeart/2005/8/layout/orgChart1"/>
    <dgm:cxn modelId="{69F34293-22A9-5F47-A5CA-CE09F0A23F50}" type="presOf" srcId="{B21D239E-A088-2B41-ACB3-9839303DC4AE}" destId="{6502B95D-10CA-4547-A640-C23F4850AC32}" srcOrd="0" destOrd="0" presId="urn:microsoft.com/office/officeart/2005/8/layout/orgChart1"/>
    <dgm:cxn modelId="{C9913194-E16F-FA4A-B599-BD31A5165064}" type="presOf" srcId="{9CB4C3F7-00A8-9046-8065-BF9EE73CD9B7}" destId="{C5F09465-75A4-B14B-A9E2-6055AA56D37D}" srcOrd="0" destOrd="0" presId="urn:microsoft.com/office/officeart/2005/8/layout/orgChart1"/>
    <dgm:cxn modelId="{778B3899-67F2-0D40-8FC2-FEB1DF309102}" type="presOf" srcId="{48C59008-87D8-014A-B707-8E913712A6FB}" destId="{ACB436C8-5D50-AD42-965C-8F1CD7109199}" srcOrd="1" destOrd="0" presId="urn:microsoft.com/office/officeart/2005/8/layout/orgChart1"/>
    <dgm:cxn modelId="{8D32B599-53A6-AA45-BB40-0FB55ED3EC43}" type="presOf" srcId="{025AE39E-EB64-7046-A5DA-787F274503D9}" destId="{2DEEBAE6-2070-D549-853B-E5151CC46FE2}" srcOrd="0" destOrd="0" presId="urn:microsoft.com/office/officeart/2005/8/layout/orgChart1"/>
    <dgm:cxn modelId="{C050C79E-9A4A-CD43-8516-6F28090BE89F}" type="presOf" srcId="{450EF7DF-59DA-0A4C-8891-D517C1983BD7}" destId="{0B1B680E-144D-CF49-91FF-E38FACF6C00D}" srcOrd="0" destOrd="0" presId="urn:microsoft.com/office/officeart/2005/8/layout/orgChart1"/>
    <dgm:cxn modelId="{C743E39E-6BB4-0D40-9BFD-669E5C99E36E}" type="presOf" srcId="{30E4063B-D66F-574E-B067-0ADF5E0DC3DF}" destId="{CDB70E5C-F066-D349-8D88-21ABEAB29400}" srcOrd="0" destOrd="0" presId="urn:microsoft.com/office/officeart/2005/8/layout/orgChart1"/>
    <dgm:cxn modelId="{9656B0A0-FB9A-BC47-AAD3-A2F03B655EC5}" type="presOf" srcId="{F587E54A-F0A9-8140-AD30-35E47A4844A3}" destId="{018F7A79-5648-1243-9213-1304A0ABE9B1}" srcOrd="0" destOrd="0" presId="urn:microsoft.com/office/officeart/2005/8/layout/orgChart1"/>
    <dgm:cxn modelId="{64D506A1-7A15-AC40-B004-597520726E60}" type="presOf" srcId="{9EE52027-20E4-9F47-BB3B-C7123747151D}" destId="{C72BB1F4-DEE4-3C4B-B0A1-BE1D8D271889}" srcOrd="0" destOrd="0" presId="urn:microsoft.com/office/officeart/2005/8/layout/orgChart1"/>
    <dgm:cxn modelId="{5C5D71A1-B3CF-BA49-BA12-397C4AB6608B}" type="presOf" srcId="{E1E2BC3C-7BE9-034B-8AC2-5A2880E39B93}" destId="{EC64FD7D-99FF-6740-A21A-034788CF634A}" srcOrd="0" destOrd="0" presId="urn:microsoft.com/office/officeart/2005/8/layout/orgChart1"/>
    <dgm:cxn modelId="{969719A5-8114-0947-898B-3CAE3EAF2994}" type="presOf" srcId="{F3A7F426-3953-7741-A267-A794AEAB82D0}" destId="{9B051783-513D-ED42-BBD0-B6D9873AB193}" srcOrd="0" destOrd="0" presId="urn:microsoft.com/office/officeart/2005/8/layout/orgChart1"/>
    <dgm:cxn modelId="{1A19A9AB-E038-D442-96F8-BFBEC39E7A40}" type="presOf" srcId="{760B29D4-1ABD-1F41-BDA0-B307F1953FD1}" destId="{80A03C01-D1CB-CF47-8CBE-E33F710E1CFD}" srcOrd="0" destOrd="0" presId="urn:microsoft.com/office/officeart/2005/8/layout/orgChart1"/>
    <dgm:cxn modelId="{24B0B7B0-8A78-1741-94D3-E0F3462AA612}" srcId="{CDB5E4FC-DC21-4A48-B5A3-104DC29CD8C1}" destId="{48C59008-87D8-014A-B707-8E913712A6FB}" srcOrd="0" destOrd="0" parTransId="{72969F4A-4A57-044D-AB2B-D40C7B2085B2}" sibTransId="{12A8272C-01C9-B444-AEAF-DAD00D71F426}"/>
    <dgm:cxn modelId="{D529B8B0-827A-384C-A6D1-613372853393}" type="presOf" srcId="{4197CB82-6B28-3140-BAF5-AFB3E9058E46}" destId="{2AB8B1A3-14CE-CE46-AB74-3A0397AB6F28}" srcOrd="0" destOrd="0" presId="urn:microsoft.com/office/officeart/2005/8/layout/orgChart1"/>
    <dgm:cxn modelId="{D667DFB0-BBE7-244D-BFB7-64288F12001A}" srcId="{D6497B7F-52ED-5547-B0A5-FCEEAF6ED826}" destId="{E2C610F0-9290-B54A-B77B-82629AD7DF79}" srcOrd="0" destOrd="0" parTransId="{CA442EE4-E244-9C4B-BD9C-9082A0EF0269}" sibTransId="{35E2A37D-078B-E248-B574-6B0E2A0257C1}"/>
    <dgm:cxn modelId="{D1D4C5B3-6305-804F-B84E-7964CD1E9CEE}" srcId="{2E239687-F513-D549-A03B-F2C3DAB66D6D}" destId="{6B9742E9-9F55-A344-80FE-6EF0F4C1D869}" srcOrd="3" destOrd="0" parTransId="{1FE0B890-5DAE-5A47-BE71-5BD7A1B5BCFD}" sibTransId="{002A4B3F-4091-1E44-87AE-38226CC1761E}"/>
    <dgm:cxn modelId="{83DA09B4-CB8C-024A-842F-4EBDBF9F9DD1}" type="presOf" srcId="{0980BE20-D3DC-7045-8915-3A06B0CD5B48}" destId="{251DEEDD-BC0A-5A46-A697-D1F5C02A290F}" srcOrd="0" destOrd="0" presId="urn:microsoft.com/office/officeart/2005/8/layout/orgChart1"/>
    <dgm:cxn modelId="{CDE94BB4-6967-FC47-BA37-3F49E06746A3}" srcId="{F6D0A805-771E-FC4B-BBF0-5D122D93279C}" destId="{9F511C1B-3F53-0C4E-BBAB-4AB98F6A0C87}" srcOrd="0" destOrd="0" parTransId="{B3DDAA9A-B187-C740-912F-CE0C02CD1740}" sibTransId="{B401FF4A-DDEC-3B42-8883-66160BEC64BC}"/>
    <dgm:cxn modelId="{6E24F8B4-4E4B-304A-AF0F-F39A79AB7F0E}" type="presOf" srcId="{450EF7DF-59DA-0A4C-8891-D517C1983BD7}" destId="{8BE470FC-AACD-8B4E-A299-353A933C3AEB}" srcOrd="1" destOrd="0" presId="urn:microsoft.com/office/officeart/2005/8/layout/orgChart1"/>
    <dgm:cxn modelId="{486A06B6-7B0F-0D4A-ABBB-3B96CA641253}" srcId="{479C8B34-00BA-FE4D-AAA1-9FB17709A2AD}" destId="{71C7A905-4F33-324E-9C37-3339E2E643B8}" srcOrd="1" destOrd="0" parTransId="{0FFECD4E-E8B9-C647-8E29-A1B483F03641}" sibTransId="{B93BB74E-1913-0742-9236-2FCC506B282F}"/>
    <dgm:cxn modelId="{005423B6-1541-1740-95D5-661139E962C7}" type="presOf" srcId="{F17D7920-60F1-EE46-B53E-E28EB1CD6019}" destId="{45A9E26D-597C-654A-AA2F-C3168A34E4FE}" srcOrd="0" destOrd="0" presId="urn:microsoft.com/office/officeart/2005/8/layout/orgChart1"/>
    <dgm:cxn modelId="{2A86C4B6-AAC1-894C-A7CE-0BDE48973CE3}" type="presOf" srcId="{11EE3F97-6223-824F-8420-2B025FEC1710}" destId="{6CD1245B-239B-5E46-8AAF-32455405E731}" srcOrd="1" destOrd="0" presId="urn:microsoft.com/office/officeart/2005/8/layout/orgChart1"/>
    <dgm:cxn modelId="{904B83B8-7704-FD48-8A28-D493A54A3176}" type="presOf" srcId="{89EC344C-4E6D-524D-973C-58F563B5B30E}" destId="{B4E7E160-1277-AA44-81A9-941224A402AB}" srcOrd="0" destOrd="0" presId="urn:microsoft.com/office/officeart/2005/8/layout/orgChart1"/>
    <dgm:cxn modelId="{0D411EBC-A966-5C49-ACA0-122557E2FDA9}" type="presOf" srcId="{2E239687-F513-D549-A03B-F2C3DAB66D6D}" destId="{21E92944-743F-BC45-93A6-71F465E82104}" srcOrd="0" destOrd="0" presId="urn:microsoft.com/office/officeart/2005/8/layout/orgChart1"/>
    <dgm:cxn modelId="{AC3A08C0-CA12-2E47-94CE-AF22E89A17B6}" srcId="{652149C9-B794-2E44-B0C5-A844B587E501}" destId="{F6D0A805-771E-FC4B-BBF0-5D122D93279C}" srcOrd="4" destOrd="0" parTransId="{F460C8C4-7BB8-6B45-B1C8-CF292D2E6807}" sibTransId="{689BB89B-EFDB-FA4F-8CC2-807BD7A2E11A}"/>
    <dgm:cxn modelId="{2AC870C2-4D55-9840-A8F5-5D75FDB85D7C}" srcId="{D6497B7F-52ED-5547-B0A5-FCEEAF6ED826}" destId="{760B29D4-1ABD-1F41-BDA0-B307F1953FD1}" srcOrd="2" destOrd="0" parTransId="{B9E44F47-0460-C047-A0E2-1E64961626E7}" sibTransId="{0398DFA1-1182-3643-96FD-606E69756E66}"/>
    <dgm:cxn modelId="{683D47C3-85AA-B048-8C86-63AC6D816D16}" type="presOf" srcId="{65F97455-BBF9-5042-8365-6B68C9F5DEBB}" destId="{86C6D38F-3815-3D4E-A1E1-5A02D5BD9891}" srcOrd="0" destOrd="0" presId="urn:microsoft.com/office/officeart/2005/8/layout/orgChart1"/>
    <dgm:cxn modelId="{D1F0BFC3-0904-A94C-8D05-314F6328DD56}" type="presOf" srcId="{BBFA9094-315B-C84F-B532-8E8486074F1D}" destId="{B9C274F7-9BF9-7E4B-9307-1306EA1E294D}" srcOrd="0" destOrd="0" presId="urn:microsoft.com/office/officeart/2005/8/layout/orgChart1"/>
    <dgm:cxn modelId="{1AFCF0C4-4755-3E40-A51D-86999A00FF7B}" srcId="{E8703200-E058-1D4D-A823-F85D14B13F1E}" destId="{E05DC1E9-4BC4-1441-8203-3A331352D4C3}" srcOrd="0" destOrd="0" parTransId="{E25862D3-A26B-7D44-89F2-3737C626A1CE}" sibTransId="{A6478A6F-0D38-0E48-AD42-763116C13ACC}"/>
    <dgm:cxn modelId="{2CE898C5-CE0D-2746-868E-013A414BE32F}" srcId="{F6D0A805-771E-FC4B-BBF0-5D122D93279C}" destId="{FC998FBE-F243-7146-92E5-4F5C162C8AA6}" srcOrd="3" destOrd="0" parTransId="{ADE6C3D6-371D-DE4F-B342-42BBEC2F96FC}" sibTransId="{74C4822A-B216-1143-8987-0A1789D45134}"/>
    <dgm:cxn modelId="{46E7B6CA-F38A-0F48-B660-D4CAB3ED3675}" type="presOf" srcId="{E05DC1E9-4BC4-1441-8203-3A331352D4C3}" destId="{0CFACEE2-D3BD-734C-A40D-B6E9FF17B3B9}" srcOrd="1" destOrd="0" presId="urn:microsoft.com/office/officeart/2005/8/layout/orgChart1"/>
    <dgm:cxn modelId="{3541D6CD-428B-7844-A329-CD3DAF6BF983}" srcId="{2E239687-F513-D549-A03B-F2C3DAB66D6D}" destId="{3A29A919-20BD-024F-8EF6-05CFC3CADF6E}" srcOrd="1" destOrd="0" parTransId="{D1320881-1930-C347-9017-9A4CD1DF2282}" sibTransId="{49CECAF8-991D-F246-A4AA-C299BC4EA391}"/>
    <dgm:cxn modelId="{258647CF-3CBC-C74F-BF43-2AD0F9418B6B}" type="presOf" srcId="{E05DC1E9-4BC4-1441-8203-3A331352D4C3}" destId="{13454F3A-EB8A-F248-83CF-5D204648AA02}" srcOrd="0" destOrd="0" presId="urn:microsoft.com/office/officeart/2005/8/layout/orgChart1"/>
    <dgm:cxn modelId="{DD5081CF-F3A5-0A45-A232-09C3AD869FB7}" type="presOf" srcId="{3A29A919-20BD-024F-8EF6-05CFC3CADF6E}" destId="{3F7A5B41-1535-A843-AFCC-E67E571C6052}" srcOrd="1" destOrd="0" presId="urn:microsoft.com/office/officeart/2005/8/layout/orgChart1"/>
    <dgm:cxn modelId="{169B52D0-0807-CC41-8025-DA69B79072B5}" type="presOf" srcId="{9B5C394E-C3C8-2147-8A26-A94C6D6415A4}" destId="{BA002B88-5D40-E84F-A93F-5A6F910AF8FC}" srcOrd="0" destOrd="0" presId="urn:microsoft.com/office/officeart/2005/8/layout/orgChart1"/>
    <dgm:cxn modelId="{81448ED0-60D1-0345-A665-A2E01B22A8C1}" type="presOf" srcId="{5F9B8B02-A549-F747-88B8-AAEBCA497AB4}" destId="{24889DB9-C6FC-944B-B400-C82903BDBC93}" srcOrd="0" destOrd="0" presId="urn:microsoft.com/office/officeart/2005/8/layout/orgChart1"/>
    <dgm:cxn modelId="{C640B0D2-E3D1-6744-ADC9-A0B9AC7E57EB}" srcId="{4434D9DA-886B-514F-9469-4216EB9EB432}" destId="{479C8B34-00BA-FE4D-AAA1-9FB17709A2AD}" srcOrd="1" destOrd="0" parTransId="{F17D7920-60F1-EE46-B53E-E28EB1CD6019}" sibTransId="{47313DCB-7DC8-044C-80CB-077E25D27EAB}"/>
    <dgm:cxn modelId="{ECEC2BD4-3246-0A44-9047-9C2C42B36DD5}" type="presOf" srcId="{65F97455-BBF9-5042-8365-6B68C9F5DEBB}" destId="{1AE6C91E-5F76-5944-AFED-C9970C79FF32}" srcOrd="1" destOrd="0" presId="urn:microsoft.com/office/officeart/2005/8/layout/orgChart1"/>
    <dgm:cxn modelId="{1B6D17D7-060A-5F42-AE9F-C7716B5D98C5}" type="presOf" srcId="{F3A7F426-3953-7741-A267-A794AEAB82D0}" destId="{ACA027E5-A0F6-494C-9550-D986CA1FDFCD}" srcOrd="1" destOrd="0" presId="urn:microsoft.com/office/officeart/2005/8/layout/orgChart1"/>
    <dgm:cxn modelId="{DF0FB3DB-B350-EC4A-B280-E6CE91478601}" srcId="{652149C9-B794-2E44-B0C5-A844B587E501}" destId="{2E239687-F513-D549-A03B-F2C3DAB66D6D}" srcOrd="1" destOrd="0" parTransId="{58FB9051-E991-9245-88D6-ADC90FD49937}" sibTransId="{476E37B1-B981-B84D-BE8F-3360ABECB7D7}"/>
    <dgm:cxn modelId="{E7C333DC-7383-0449-9340-5ADB23BAC815}" type="presOf" srcId="{A0359E2E-1C86-C148-8001-DDC9CEE68969}" destId="{992C30D5-6C96-C243-9154-60FBCA6F38D2}" srcOrd="0" destOrd="0" presId="urn:microsoft.com/office/officeart/2005/8/layout/orgChart1"/>
    <dgm:cxn modelId="{EF7277DE-979A-4D42-A295-D30B8E159E82}" type="presOf" srcId="{F6D0A805-771E-FC4B-BBF0-5D122D93279C}" destId="{8EEFD725-B2DD-E944-B13C-BFDAFDCEC5A8}" srcOrd="0" destOrd="0" presId="urn:microsoft.com/office/officeart/2005/8/layout/orgChart1"/>
    <dgm:cxn modelId="{4E6846E2-8639-524B-A2A2-8EB6698CFAB9}" type="presOf" srcId="{C7D46152-CAF8-2D40-A36A-1834ACC30C00}" destId="{C86476A1-45F5-5646-B558-8E09C0F6800D}" srcOrd="0" destOrd="0" presId="urn:microsoft.com/office/officeart/2005/8/layout/orgChart1"/>
    <dgm:cxn modelId="{B5B693E4-C353-DE4F-BD6B-CB90BB94641C}" srcId="{9F511C1B-3F53-0C4E-BBAB-4AB98F6A0C87}" destId="{8B110E3D-F090-5844-A1D5-2D0F772D7298}" srcOrd="0" destOrd="0" parTransId="{9CB4C3F7-00A8-9046-8065-BF9EE73CD9B7}" sibTransId="{AA238B90-DC79-C940-9CA1-6BE3A7324792}"/>
    <dgm:cxn modelId="{27BE50E7-AEF2-9D4D-92F0-8BE5912FFD06}" type="presOf" srcId="{D6497B7F-52ED-5547-B0A5-FCEEAF6ED826}" destId="{C31D02A8-3C18-4444-9623-99B49252319C}" srcOrd="1" destOrd="0" presId="urn:microsoft.com/office/officeart/2005/8/layout/orgChart1"/>
    <dgm:cxn modelId="{2D1BFCE7-3B22-B448-AA5D-12B1BEA298EA}" srcId="{F6D0A805-771E-FC4B-BBF0-5D122D93279C}" destId="{D6497B7F-52ED-5547-B0A5-FCEEAF6ED826}" srcOrd="1" destOrd="0" parTransId="{16AA250C-E583-F84B-AF3F-328641D39888}" sibTransId="{90D9E73A-A505-4B4E-B423-27CCE3161F33}"/>
    <dgm:cxn modelId="{96006BE8-C6EA-9A4F-8C96-10B0C9E8BEF4}" type="presOf" srcId="{CDB5E4FC-DC21-4A48-B5A3-104DC29CD8C1}" destId="{0F4494FE-9971-2441-BE16-27BCCBB4D8F4}" srcOrd="1" destOrd="0" presId="urn:microsoft.com/office/officeart/2005/8/layout/orgChart1"/>
    <dgm:cxn modelId="{0BD168EA-99E2-874F-927C-BF806B8B3CE3}" type="presOf" srcId="{CA442EE4-E244-9C4B-BD9C-9082A0EF0269}" destId="{F0DF2DF4-2D1B-CF43-8484-B66AD2E4304D}" srcOrd="0" destOrd="0" presId="urn:microsoft.com/office/officeart/2005/8/layout/orgChart1"/>
    <dgm:cxn modelId="{29AA64EE-10FE-D247-8375-E9436181AE91}" srcId="{479C8B34-00BA-FE4D-AAA1-9FB17709A2AD}" destId="{CDB5E4FC-DC21-4A48-B5A3-104DC29CD8C1}" srcOrd="0" destOrd="0" parTransId="{9B5C394E-C3C8-2147-8A26-A94C6D6415A4}" sibTransId="{CD625E1A-183D-FD45-B4E6-23F08430B8D6}"/>
    <dgm:cxn modelId="{A807D3EE-9A71-8E43-BB0C-9C90D2E68204}" type="presOf" srcId="{479C8B34-00BA-FE4D-AAA1-9FB17709A2AD}" destId="{8B96D9DA-B4D4-6540-B71B-08963DB56E69}" srcOrd="0" destOrd="0" presId="urn:microsoft.com/office/officeart/2005/8/layout/orgChart1"/>
    <dgm:cxn modelId="{4B0E0FF0-083E-1B4A-8D07-2DA09FB50E61}" type="presOf" srcId="{C94CC2E9-8C50-BF45-BBF2-FE54CC034C2B}" destId="{5CE0C837-55D8-5E4F-A0D4-31BB8D88B8CB}" srcOrd="1" destOrd="0" presId="urn:microsoft.com/office/officeart/2005/8/layout/orgChart1"/>
    <dgm:cxn modelId="{92E4A0F1-C964-9549-9B1E-C82C6D879D12}" srcId="{479C8B34-00BA-FE4D-AAA1-9FB17709A2AD}" destId="{CAF5B932-15A8-3C42-80F5-4793AD16B8B7}" srcOrd="3" destOrd="0" parTransId="{83E2B299-1A4C-0E40-86EC-18D1AF0A3BE9}" sibTransId="{30D0D28F-691A-8D4F-A897-F66B8F33BFF2}"/>
    <dgm:cxn modelId="{32856BF2-C727-F246-ABCE-870F7E2EF71C}" type="presOf" srcId="{77CE8976-C8F5-294F-A0EC-466BD82AEFC5}" destId="{91FC9C71-3258-B545-9888-4E9809D64572}" srcOrd="0" destOrd="0" presId="urn:microsoft.com/office/officeart/2005/8/layout/orgChart1"/>
    <dgm:cxn modelId="{EFAF24F3-14D2-8841-BCBC-3BF2A7A0AD03}" type="presOf" srcId="{89EC344C-4E6D-524D-973C-58F563B5B30E}" destId="{B4B6A85A-BB59-2644-A380-3490930770C0}" srcOrd="1" destOrd="0" presId="urn:microsoft.com/office/officeart/2005/8/layout/orgChart1"/>
    <dgm:cxn modelId="{5D29E1F6-D6CD-D743-AD15-73BB528D24C5}" type="presOf" srcId="{626C308D-DBF2-8F44-9E86-17AD842FEAD1}" destId="{72FB72C9-35B9-2845-B8FD-053FF66DED07}" srcOrd="0" destOrd="0" presId="urn:microsoft.com/office/officeart/2005/8/layout/orgChart1"/>
    <dgm:cxn modelId="{3C65B8F8-F3F3-A743-A438-E667729D62C1}" srcId="{F6D0A805-771E-FC4B-BBF0-5D122D93279C}" destId="{E8703200-E058-1D4D-A823-F85D14B13F1E}" srcOrd="2" destOrd="0" parTransId="{9EE52027-20E4-9F47-BB3B-C7123747151D}" sibTransId="{E05CB3A3-8D83-5F45-8C36-056C2F3CE30E}"/>
    <dgm:cxn modelId="{46732EFB-F4DD-A149-979C-FDCC05CA60E4}" srcId="{E8703200-E058-1D4D-A823-F85D14B13F1E}" destId="{B26CA3CB-5B03-4241-A646-9BD652CC96B8}" srcOrd="1" destOrd="0" parTransId="{09DCA9D1-CBA7-4B4E-9079-884D3EC6A454}" sibTransId="{6C2726E3-8D64-1B46-BB9E-6A97492D215D}"/>
    <dgm:cxn modelId="{3AE8EFFB-061E-2646-95FE-9C63A01065DC}" type="presOf" srcId="{E8703200-E058-1D4D-A823-F85D14B13F1E}" destId="{FAF4BA88-1F9E-D941-B67F-008EB773497A}" srcOrd="0" destOrd="0" presId="urn:microsoft.com/office/officeart/2005/8/layout/orgChart1"/>
    <dgm:cxn modelId="{69099DFD-3E52-494C-A740-BA58BFF5E157}" srcId="{D6497B7F-52ED-5547-B0A5-FCEEAF6ED826}" destId="{F3A7F426-3953-7741-A267-A794AEAB82D0}" srcOrd="1" destOrd="0" parTransId="{F587E54A-F0A9-8140-AD30-35E47A4844A3}" sibTransId="{226214FF-F257-B846-9CAC-B83B72F71941}"/>
    <dgm:cxn modelId="{C392D1FD-89FC-AA42-A39D-A7FE283862D7}" srcId="{C94CC2E9-8C50-BF45-BBF2-FE54CC034C2B}" destId="{025AE39E-EB64-7046-A5DA-787F274503D9}" srcOrd="1" destOrd="0" parTransId="{4197CB82-6B28-3140-BAF5-AFB3E9058E46}" sibTransId="{923193F6-A09E-F140-AFF9-E86BDD8FFEA3}"/>
    <dgm:cxn modelId="{6081D11F-3E56-7D4A-9529-7345DEFDEEB3}" type="presParOf" srcId="{32EBDDF0-BE85-1E4D-B81A-18408CC66615}" destId="{0F1ED7B1-3D54-F743-8E03-D62D3524CE50}" srcOrd="0" destOrd="0" presId="urn:microsoft.com/office/officeart/2005/8/layout/orgChart1"/>
    <dgm:cxn modelId="{C4A3EAC6-0C5B-7840-97DE-DE59E2425793}" type="presParOf" srcId="{0F1ED7B1-3D54-F743-8E03-D62D3524CE50}" destId="{CB9215AB-5F44-174A-98CD-81A44F8080F7}" srcOrd="0" destOrd="0" presId="urn:microsoft.com/office/officeart/2005/8/layout/orgChart1"/>
    <dgm:cxn modelId="{B7E92006-B296-E44F-8172-694FFD6FE1B1}" type="presParOf" srcId="{CB9215AB-5F44-174A-98CD-81A44F8080F7}" destId="{D86093B8-704E-854B-B5B6-F8DEB46603DA}" srcOrd="0" destOrd="0" presId="urn:microsoft.com/office/officeart/2005/8/layout/orgChart1"/>
    <dgm:cxn modelId="{FE146C3E-45FB-524A-BE96-4CE6F7D391D7}" type="presParOf" srcId="{CB9215AB-5F44-174A-98CD-81A44F8080F7}" destId="{52462267-F116-1E46-8B54-CA00DD6FD8F2}" srcOrd="1" destOrd="0" presId="urn:microsoft.com/office/officeart/2005/8/layout/orgChart1"/>
    <dgm:cxn modelId="{C9834882-6D6B-3D4F-B8F7-FE6351A62D24}" type="presParOf" srcId="{0F1ED7B1-3D54-F743-8E03-D62D3524CE50}" destId="{90539ACD-B7BA-CB4F-A72D-D27BB5D9EFAA}" srcOrd="1" destOrd="0" presId="urn:microsoft.com/office/officeart/2005/8/layout/orgChart1"/>
    <dgm:cxn modelId="{9A4A4E91-8ACE-8A4F-BD7F-4D6446B0587C}" type="presParOf" srcId="{90539ACD-B7BA-CB4F-A72D-D27BB5D9EFAA}" destId="{D8EDDDEA-1B9F-504F-AEAA-1E4E07D58FBE}" srcOrd="0" destOrd="0" presId="urn:microsoft.com/office/officeart/2005/8/layout/orgChart1"/>
    <dgm:cxn modelId="{8844F4EA-CC1B-B343-ACB6-1835D85CD7D9}" type="presParOf" srcId="{90539ACD-B7BA-CB4F-A72D-D27BB5D9EFAA}" destId="{CA0CF602-96A0-BF45-8E28-C8ED7D5DBBE7}" srcOrd="1" destOrd="0" presId="urn:microsoft.com/office/officeart/2005/8/layout/orgChart1"/>
    <dgm:cxn modelId="{9B1A46C1-08BA-DB41-88D0-AF593994ACFE}" type="presParOf" srcId="{CA0CF602-96A0-BF45-8E28-C8ED7D5DBBE7}" destId="{E3847D51-2608-F44C-A88E-609254239676}" srcOrd="0" destOrd="0" presId="urn:microsoft.com/office/officeart/2005/8/layout/orgChart1"/>
    <dgm:cxn modelId="{BBF47314-EB3C-A146-80BA-DF1004A62052}" type="presParOf" srcId="{E3847D51-2608-F44C-A88E-609254239676}" destId="{823D3423-F885-BD4D-805B-A336B6CB369E}" srcOrd="0" destOrd="0" presId="urn:microsoft.com/office/officeart/2005/8/layout/orgChart1"/>
    <dgm:cxn modelId="{478B0EFD-219D-8244-9552-48D13891070A}" type="presParOf" srcId="{E3847D51-2608-F44C-A88E-609254239676}" destId="{B28F237B-1ED3-EE4E-9F92-D09898681C17}" srcOrd="1" destOrd="0" presId="urn:microsoft.com/office/officeart/2005/8/layout/orgChart1"/>
    <dgm:cxn modelId="{0D08031B-477D-984B-883C-3625A8987938}" type="presParOf" srcId="{CA0CF602-96A0-BF45-8E28-C8ED7D5DBBE7}" destId="{6E506350-A5AB-8343-9499-EA76A5B5123C}" srcOrd="1" destOrd="0" presId="urn:microsoft.com/office/officeart/2005/8/layout/orgChart1"/>
    <dgm:cxn modelId="{9B92DD02-CFA2-924E-B456-DCB18E8B9F4B}" type="presParOf" srcId="{6E506350-A5AB-8343-9499-EA76A5B5123C}" destId="{5A75044F-9803-8C40-89E5-3F221BABE3D8}" srcOrd="0" destOrd="0" presId="urn:microsoft.com/office/officeart/2005/8/layout/orgChart1"/>
    <dgm:cxn modelId="{69916B89-83ED-C94D-9371-20BB35E8B897}" type="presParOf" srcId="{6E506350-A5AB-8343-9499-EA76A5B5123C}" destId="{1D774C4D-7B5C-D34D-824F-40042EE71DE5}" srcOrd="1" destOrd="0" presId="urn:microsoft.com/office/officeart/2005/8/layout/orgChart1"/>
    <dgm:cxn modelId="{5AB2DE34-8211-7349-B639-5365495003B4}" type="presParOf" srcId="{1D774C4D-7B5C-D34D-824F-40042EE71DE5}" destId="{B11A92D2-0FD8-3547-A7CF-802743CB93CD}" srcOrd="0" destOrd="0" presId="urn:microsoft.com/office/officeart/2005/8/layout/orgChart1"/>
    <dgm:cxn modelId="{2CEA01C0-2A5F-864D-B5EB-B1CAA09D6E84}" type="presParOf" srcId="{B11A92D2-0FD8-3547-A7CF-802743CB93CD}" destId="{B1CFAB00-62E0-F448-8FEA-6B702C382A8D}" srcOrd="0" destOrd="0" presId="urn:microsoft.com/office/officeart/2005/8/layout/orgChart1"/>
    <dgm:cxn modelId="{3930F657-282D-EB46-8C22-D5AF617E382B}" type="presParOf" srcId="{B11A92D2-0FD8-3547-A7CF-802743CB93CD}" destId="{46C1B49F-7D92-9349-B5AB-4A798BD33EAA}" srcOrd="1" destOrd="0" presId="urn:microsoft.com/office/officeart/2005/8/layout/orgChart1"/>
    <dgm:cxn modelId="{F87D4852-2FCE-9C47-B8ED-EBE0A8DB8BD0}" type="presParOf" srcId="{1D774C4D-7B5C-D34D-824F-40042EE71DE5}" destId="{DF208E49-739C-E64E-BA01-2E3EC10FAA54}" srcOrd="1" destOrd="0" presId="urn:microsoft.com/office/officeart/2005/8/layout/orgChart1"/>
    <dgm:cxn modelId="{46877294-0EF8-664C-A3FD-027A2B654FE4}" type="presParOf" srcId="{1D774C4D-7B5C-D34D-824F-40042EE71DE5}" destId="{F169B2CB-E4C9-844C-8BF8-50526AFBBE82}" srcOrd="2" destOrd="0" presId="urn:microsoft.com/office/officeart/2005/8/layout/orgChart1"/>
    <dgm:cxn modelId="{67655D1C-5C3C-DE43-BF74-1B610A261B7E}" type="presParOf" srcId="{6E506350-A5AB-8343-9499-EA76A5B5123C}" destId="{45A9E26D-597C-654A-AA2F-C3168A34E4FE}" srcOrd="2" destOrd="0" presId="urn:microsoft.com/office/officeart/2005/8/layout/orgChart1"/>
    <dgm:cxn modelId="{60897CE0-4FD9-0249-BD4E-B9EC286B0622}" type="presParOf" srcId="{6E506350-A5AB-8343-9499-EA76A5B5123C}" destId="{7705FCA4-7315-BD48-B007-5A584F97E3E4}" srcOrd="3" destOrd="0" presId="urn:microsoft.com/office/officeart/2005/8/layout/orgChart1"/>
    <dgm:cxn modelId="{35E0439F-7E4B-4F4E-A016-9284CB772D6D}" type="presParOf" srcId="{7705FCA4-7315-BD48-B007-5A584F97E3E4}" destId="{4919DC7E-5640-5749-831F-7312AAFB24CB}" srcOrd="0" destOrd="0" presId="urn:microsoft.com/office/officeart/2005/8/layout/orgChart1"/>
    <dgm:cxn modelId="{3A2FBF8E-07CC-6644-BF58-1B09A8DD7897}" type="presParOf" srcId="{4919DC7E-5640-5749-831F-7312AAFB24CB}" destId="{8B96D9DA-B4D4-6540-B71B-08963DB56E69}" srcOrd="0" destOrd="0" presId="urn:microsoft.com/office/officeart/2005/8/layout/orgChart1"/>
    <dgm:cxn modelId="{60A9B2C6-F1D7-C743-B42C-D271D8A314F5}" type="presParOf" srcId="{4919DC7E-5640-5749-831F-7312AAFB24CB}" destId="{35F1C37C-E53B-3F41-9395-BD054698DEDA}" srcOrd="1" destOrd="0" presId="urn:microsoft.com/office/officeart/2005/8/layout/orgChart1"/>
    <dgm:cxn modelId="{1BDC981A-F0E4-2E47-9019-D762E8FE624A}" type="presParOf" srcId="{7705FCA4-7315-BD48-B007-5A584F97E3E4}" destId="{B150204A-851C-BE47-8B4C-A216A89DB5F9}" srcOrd="1" destOrd="0" presId="urn:microsoft.com/office/officeart/2005/8/layout/orgChart1"/>
    <dgm:cxn modelId="{1199AABC-892D-F742-9177-285CEC36113B}" type="presParOf" srcId="{B150204A-851C-BE47-8B4C-A216A89DB5F9}" destId="{BA002B88-5D40-E84F-A93F-5A6F910AF8FC}" srcOrd="0" destOrd="0" presId="urn:microsoft.com/office/officeart/2005/8/layout/orgChart1"/>
    <dgm:cxn modelId="{3DDEA553-5690-D242-86ED-0C8FA8E132E1}" type="presParOf" srcId="{B150204A-851C-BE47-8B4C-A216A89DB5F9}" destId="{C6D26DB9-E424-F84C-A6B7-72D2A117B969}" srcOrd="1" destOrd="0" presId="urn:microsoft.com/office/officeart/2005/8/layout/orgChart1"/>
    <dgm:cxn modelId="{6BC5D89E-6E32-394F-A38E-3269A194F6ED}" type="presParOf" srcId="{C6D26DB9-E424-F84C-A6B7-72D2A117B969}" destId="{58CB7E6C-6888-DE44-9D27-9DE81F1CA3F1}" srcOrd="0" destOrd="0" presId="urn:microsoft.com/office/officeart/2005/8/layout/orgChart1"/>
    <dgm:cxn modelId="{E899F331-7F27-B245-AD9F-34B7936CB595}" type="presParOf" srcId="{58CB7E6C-6888-DE44-9D27-9DE81F1CA3F1}" destId="{2D378DDA-6B75-0147-9ABA-83B1570D3259}" srcOrd="0" destOrd="0" presId="urn:microsoft.com/office/officeart/2005/8/layout/orgChart1"/>
    <dgm:cxn modelId="{542F0662-5370-6148-A3B1-A6E75EC1073D}" type="presParOf" srcId="{58CB7E6C-6888-DE44-9D27-9DE81F1CA3F1}" destId="{0F4494FE-9971-2441-BE16-27BCCBB4D8F4}" srcOrd="1" destOrd="0" presId="urn:microsoft.com/office/officeart/2005/8/layout/orgChart1"/>
    <dgm:cxn modelId="{074706A2-B650-DE49-AD9D-BC13E7CD6F27}" type="presParOf" srcId="{C6D26DB9-E424-F84C-A6B7-72D2A117B969}" destId="{B01CAA93-3C77-D641-BBA8-EFC7D1E71DB1}" srcOrd="1" destOrd="0" presId="urn:microsoft.com/office/officeart/2005/8/layout/orgChart1"/>
    <dgm:cxn modelId="{E25CF3B9-5A75-A745-A453-207FD8FF8AE2}" type="presParOf" srcId="{B01CAA93-3C77-D641-BBA8-EFC7D1E71DB1}" destId="{6A5BB488-4CBB-5446-A59A-37C9FD04EB10}" srcOrd="0" destOrd="0" presId="urn:microsoft.com/office/officeart/2005/8/layout/orgChart1"/>
    <dgm:cxn modelId="{53F4FEDA-FCA7-3A4B-AE63-58C817460F95}" type="presParOf" srcId="{B01CAA93-3C77-D641-BBA8-EFC7D1E71DB1}" destId="{BE916842-77CD-5743-8F4B-E25A3D11F997}" srcOrd="1" destOrd="0" presId="urn:microsoft.com/office/officeart/2005/8/layout/orgChart1"/>
    <dgm:cxn modelId="{7D1AF183-4F8A-024F-B9F9-1A94B902AED6}" type="presParOf" srcId="{BE916842-77CD-5743-8F4B-E25A3D11F997}" destId="{C6B8710D-BA60-EC41-9780-4E5EC3DD04E0}" srcOrd="0" destOrd="0" presId="urn:microsoft.com/office/officeart/2005/8/layout/orgChart1"/>
    <dgm:cxn modelId="{75E5135B-0BEF-6D49-8B8E-CD830968B6C3}" type="presParOf" srcId="{C6B8710D-BA60-EC41-9780-4E5EC3DD04E0}" destId="{D3D414E5-1DF5-FF42-B7A2-61958B819E90}" srcOrd="0" destOrd="0" presId="urn:microsoft.com/office/officeart/2005/8/layout/orgChart1"/>
    <dgm:cxn modelId="{67D77C97-EF63-9445-A77B-59AF00C8935E}" type="presParOf" srcId="{C6B8710D-BA60-EC41-9780-4E5EC3DD04E0}" destId="{ACB436C8-5D50-AD42-965C-8F1CD7109199}" srcOrd="1" destOrd="0" presId="urn:microsoft.com/office/officeart/2005/8/layout/orgChart1"/>
    <dgm:cxn modelId="{A67F99C0-8DBF-6945-832B-82345F615681}" type="presParOf" srcId="{BE916842-77CD-5743-8F4B-E25A3D11F997}" destId="{A5F3CAF4-4903-FA40-BB28-0693EA054B31}" srcOrd="1" destOrd="0" presId="urn:microsoft.com/office/officeart/2005/8/layout/orgChart1"/>
    <dgm:cxn modelId="{C2A7010D-A51B-B948-8BB1-85B175005D6F}" type="presParOf" srcId="{BE916842-77CD-5743-8F4B-E25A3D11F997}" destId="{A2A98FBE-9571-EE4D-BACC-ADF2EF778901}" srcOrd="2" destOrd="0" presId="urn:microsoft.com/office/officeart/2005/8/layout/orgChart1"/>
    <dgm:cxn modelId="{86A62130-FD63-9F41-B8AF-1E98AF94D723}" type="presParOf" srcId="{C6D26DB9-E424-F84C-A6B7-72D2A117B969}" destId="{B0694B97-0357-084E-A47B-1D69857BFE8B}" srcOrd="2" destOrd="0" presId="urn:microsoft.com/office/officeart/2005/8/layout/orgChart1"/>
    <dgm:cxn modelId="{D410C3E3-9B27-044B-8C51-47C86AB2A057}" type="presParOf" srcId="{B150204A-851C-BE47-8B4C-A216A89DB5F9}" destId="{786A1D96-6B77-A54E-B471-E5F13851F106}" srcOrd="2" destOrd="0" presId="urn:microsoft.com/office/officeart/2005/8/layout/orgChart1"/>
    <dgm:cxn modelId="{75E8F634-5923-854C-94FA-30BA6BFA2A45}" type="presParOf" srcId="{B150204A-851C-BE47-8B4C-A216A89DB5F9}" destId="{8ED3CAE3-4A67-A643-9229-460CC00C3576}" srcOrd="3" destOrd="0" presId="urn:microsoft.com/office/officeart/2005/8/layout/orgChart1"/>
    <dgm:cxn modelId="{6F8F1D03-8AEB-F44E-8B9C-1BFF15EDA767}" type="presParOf" srcId="{8ED3CAE3-4A67-A643-9229-460CC00C3576}" destId="{87CFCCFC-6D67-5B4F-B79F-ABE9F6F404D6}" srcOrd="0" destOrd="0" presId="urn:microsoft.com/office/officeart/2005/8/layout/orgChart1"/>
    <dgm:cxn modelId="{21F2F55A-1DAC-FA49-8599-7826E075E6D0}" type="presParOf" srcId="{87CFCCFC-6D67-5B4F-B79F-ABE9F6F404D6}" destId="{C7BB3E89-59B3-F047-B23D-FDACE5074A0D}" srcOrd="0" destOrd="0" presId="urn:microsoft.com/office/officeart/2005/8/layout/orgChart1"/>
    <dgm:cxn modelId="{D84D6C91-9ACC-D648-8CCD-C52B814A6230}" type="presParOf" srcId="{87CFCCFC-6D67-5B4F-B79F-ABE9F6F404D6}" destId="{801A1FE0-4734-2D41-88AF-3764ED3A5DA0}" srcOrd="1" destOrd="0" presId="urn:microsoft.com/office/officeart/2005/8/layout/orgChart1"/>
    <dgm:cxn modelId="{802BB398-28D9-1B40-A961-753ADAC93586}" type="presParOf" srcId="{8ED3CAE3-4A67-A643-9229-460CC00C3576}" destId="{9DB0BD31-958D-2F4C-8CE5-9C74A6A6687A}" srcOrd="1" destOrd="0" presId="urn:microsoft.com/office/officeart/2005/8/layout/orgChart1"/>
    <dgm:cxn modelId="{533AE7B4-88A4-2E47-8678-9D6CBFE570F9}" type="presParOf" srcId="{8ED3CAE3-4A67-A643-9229-460CC00C3576}" destId="{CCE1C101-43B4-814A-BC17-61B42B17E67D}" srcOrd="2" destOrd="0" presId="urn:microsoft.com/office/officeart/2005/8/layout/orgChart1"/>
    <dgm:cxn modelId="{A568EE50-3750-E54D-8DEC-204DA49FF5F3}" type="presParOf" srcId="{B150204A-851C-BE47-8B4C-A216A89DB5F9}" destId="{3B946FFE-2AFC-E047-B0C8-E202E1A76F52}" srcOrd="4" destOrd="0" presId="urn:microsoft.com/office/officeart/2005/8/layout/orgChart1"/>
    <dgm:cxn modelId="{B4D5BF36-B85C-944C-9E2D-88F79CE87D5B}" type="presParOf" srcId="{B150204A-851C-BE47-8B4C-A216A89DB5F9}" destId="{9D0246C4-D5FC-F640-824F-1682F32E050D}" srcOrd="5" destOrd="0" presId="urn:microsoft.com/office/officeart/2005/8/layout/orgChart1"/>
    <dgm:cxn modelId="{0CCD2D8B-71CF-B144-9505-9D3E9043A126}" type="presParOf" srcId="{9D0246C4-D5FC-F640-824F-1682F32E050D}" destId="{19BC6706-F880-C34E-AC99-1A4890AF2ADD}" srcOrd="0" destOrd="0" presId="urn:microsoft.com/office/officeart/2005/8/layout/orgChart1"/>
    <dgm:cxn modelId="{5959D8E9-A3D9-BD41-B3A7-63FBDD178E4E}" type="presParOf" srcId="{19BC6706-F880-C34E-AC99-1A4890AF2ADD}" destId="{0B1B680E-144D-CF49-91FF-E38FACF6C00D}" srcOrd="0" destOrd="0" presId="urn:microsoft.com/office/officeart/2005/8/layout/orgChart1"/>
    <dgm:cxn modelId="{9D5D3588-8409-8844-9756-9B8CF7E03544}" type="presParOf" srcId="{19BC6706-F880-C34E-AC99-1A4890AF2ADD}" destId="{8BE470FC-AACD-8B4E-A299-353A933C3AEB}" srcOrd="1" destOrd="0" presId="urn:microsoft.com/office/officeart/2005/8/layout/orgChart1"/>
    <dgm:cxn modelId="{1C9C8994-4EDB-A448-A444-42926C63559C}" type="presParOf" srcId="{9D0246C4-D5FC-F640-824F-1682F32E050D}" destId="{04FD2AA0-91DD-AF48-9A73-A72121DE98B3}" srcOrd="1" destOrd="0" presId="urn:microsoft.com/office/officeart/2005/8/layout/orgChart1"/>
    <dgm:cxn modelId="{D42215D6-4D26-A347-BB7E-6C1BBFF61EE3}" type="presParOf" srcId="{9D0246C4-D5FC-F640-824F-1682F32E050D}" destId="{0BDB63B5-376F-F24F-B246-2F55E3FFA3D8}" srcOrd="2" destOrd="0" presId="urn:microsoft.com/office/officeart/2005/8/layout/orgChart1"/>
    <dgm:cxn modelId="{61256AC6-4476-2549-9951-A11C40846A0D}" type="presParOf" srcId="{B150204A-851C-BE47-8B4C-A216A89DB5F9}" destId="{7E3A78B0-8119-6B44-8DE7-79FEF3E0E294}" srcOrd="6" destOrd="0" presId="urn:microsoft.com/office/officeart/2005/8/layout/orgChart1"/>
    <dgm:cxn modelId="{EC340A2A-102D-E941-80EA-AE0CF1369842}" type="presParOf" srcId="{B150204A-851C-BE47-8B4C-A216A89DB5F9}" destId="{0D7AC5DC-97E2-D14F-BA4F-FCD492F617DF}" srcOrd="7" destOrd="0" presId="urn:microsoft.com/office/officeart/2005/8/layout/orgChart1"/>
    <dgm:cxn modelId="{A2810664-1B92-594F-A709-F814BC10368B}" type="presParOf" srcId="{0D7AC5DC-97E2-D14F-BA4F-FCD492F617DF}" destId="{A96B6C60-815D-2047-8966-702D6F9BE042}" srcOrd="0" destOrd="0" presId="urn:microsoft.com/office/officeart/2005/8/layout/orgChart1"/>
    <dgm:cxn modelId="{97E97541-0530-E347-8AF1-802C49D1B42B}" type="presParOf" srcId="{A96B6C60-815D-2047-8966-702D6F9BE042}" destId="{A805B6E8-9CDD-5A4B-8878-7A89A1313F31}" srcOrd="0" destOrd="0" presId="urn:microsoft.com/office/officeart/2005/8/layout/orgChart1"/>
    <dgm:cxn modelId="{8B19A7D6-7180-9447-97F7-CD510F55C034}" type="presParOf" srcId="{A96B6C60-815D-2047-8966-702D6F9BE042}" destId="{D02BFDD6-9D0C-D84E-ABD2-9747453C7FBD}" srcOrd="1" destOrd="0" presId="urn:microsoft.com/office/officeart/2005/8/layout/orgChart1"/>
    <dgm:cxn modelId="{11D3B01A-4E52-284F-B1F5-0A3A71624B46}" type="presParOf" srcId="{0D7AC5DC-97E2-D14F-BA4F-FCD492F617DF}" destId="{387C99B8-4734-274B-94B5-45CC64DD90F9}" srcOrd="1" destOrd="0" presId="urn:microsoft.com/office/officeart/2005/8/layout/orgChart1"/>
    <dgm:cxn modelId="{CCC42A63-2F2D-0F44-B2F7-A011D066591F}" type="presParOf" srcId="{0D7AC5DC-97E2-D14F-BA4F-FCD492F617DF}" destId="{FAE8E3F5-3E21-804B-A131-AB2A58A15211}" srcOrd="2" destOrd="0" presId="urn:microsoft.com/office/officeart/2005/8/layout/orgChart1"/>
    <dgm:cxn modelId="{B8563480-8DD9-094A-BC67-47F407BB4F2B}" type="presParOf" srcId="{7705FCA4-7315-BD48-B007-5A584F97E3E4}" destId="{86882990-EF56-6342-9A78-D591A82EFD87}" srcOrd="2" destOrd="0" presId="urn:microsoft.com/office/officeart/2005/8/layout/orgChart1"/>
    <dgm:cxn modelId="{950243C0-CC84-D347-81B7-ECEBC9192D94}" type="presParOf" srcId="{6E506350-A5AB-8343-9499-EA76A5B5123C}" destId="{72FB72C9-35B9-2845-B8FD-053FF66DED07}" srcOrd="4" destOrd="0" presId="urn:microsoft.com/office/officeart/2005/8/layout/orgChart1"/>
    <dgm:cxn modelId="{63C68732-8221-BF45-9606-A7FDF8C5A1A2}" type="presParOf" srcId="{6E506350-A5AB-8343-9499-EA76A5B5123C}" destId="{EA73A93F-2C65-DD4F-8199-A97EE9D53405}" srcOrd="5" destOrd="0" presId="urn:microsoft.com/office/officeart/2005/8/layout/orgChart1"/>
    <dgm:cxn modelId="{1DE703DC-8A44-D04D-8754-9DC2279619EF}" type="presParOf" srcId="{EA73A93F-2C65-DD4F-8199-A97EE9D53405}" destId="{CBDF9FDB-9852-4546-BF31-2B96D6509A21}" srcOrd="0" destOrd="0" presId="urn:microsoft.com/office/officeart/2005/8/layout/orgChart1"/>
    <dgm:cxn modelId="{7A890605-4414-9F4F-9AFB-ADCCD4BA667A}" type="presParOf" srcId="{CBDF9FDB-9852-4546-BF31-2B96D6509A21}" destId="{B9C274F7-9BF9-7E4B-9307-1306EA1E294D}" srcOrd="0" destOrd="0" presId="urn:microsoft.com/office/officeart/2005/8/layout/orgChart1"/>
    <dgm:cxn modelId="{A9E62DB5-5744-5E44-92E7-7930A87F867A}" type="presParOf" srcId="{CBDF9FDB-9852-4546-BF31-2B96D6509A21}" destId="{96BDBE73-BE05-7C4D-AF89-5072997ED5E0}" srcOrd="1" destOrd="0" presId="urn:microsoft.com/office/officeart/2005/8/layout/orgChart1"/>
    <dgm:cxn modelId="{37283C0F-D2A9-564F-8FE0-068C15A1AC9D}" type="presParOf" srcId="{EA73A93F-2C65-DD4F-8199-A97EE9D53405}" destId="{A3AD51F3-83A3-6947-A272-67DFF61C1512}" srcOrd="1" destOrd="0" presId="urn:microsoft.com/office/officeart/2005/8/layout/orgChart1"/>
    <dgm:cxn modelId="{6A497E34-B5FA-6049-A204-7AE79C8B8ED5}" type="presParOf" srcId="{EA73A93F-2C65-DD4F-8199-A97EE9D53405}" destId="{41EC6A8D-9102-1D45-955E-CAF0BACC7132}" srcOrd="2" destOrd="0" presId="urn:microsoft.com/office/officeart/2005/8/layout/orgChart1"/>
    <dgm:cxn modelId="{6EF1901E-BB8E-0F48-8B5E-5B79D3A021DD}" type="presParOf" srcId="{CA0CF602-96A0-BF45-8E28-C8ED7D5DBBE7}" destId="{5149ACA9-1A03-2949-8421-74D480E17D10}" srcOrd="2" destOrd="0" presId="urn:microsoft.com/office/officeart/2005/8/layout/orgChart1"/>
    <dgm:cxn modelId="{8DCAF3BD-3EAC-5244-9BCE-4F1087942B88}" type="presParOf" srcId="{90539ACD-B7BA-CB4F-A72D-D27BB5D9EFAA}" destId="{A83721D2-6381-2C43-B20E-D891A7C35F9C}" srcOrd="2" destOrd="0" presId="urn:microsoft.com/office/officeart/2005/8/layout/orgChart1"/>
    <dgm:cxn modelId="{4E5932A3-F0B3-3247-A2FF-92C712D3CDEE}" type="presParOf" srcId="{90539ACD-B7BA-CB4F-A72D-D27BB5D9EFAA}" destId="{149327A0-7849-A941-A105-8A5FE01B4651}" srcOrd="3" destOrd="0" presId="urn:microsoft.com/office/officeart/2005/8/layout/orgChart1"/>
    <dgm:cxn modelId="{7196E152-23B1-3C4B-AB64-68742461643C}" type="presParOf" srcId="{149327A0-7849-A941-A105-8A5FE01B4651}" destId="{8A07DCAA-9CD8-6845-A053-6EAE21477BBD}" srcOrd="0" destOrd="0" presId="urn:microsoft.com/office/officeart/2005/8/layout/orgChart1"/>
    <dgm:cxn modelId="{8FB442DA-523C-0545-85BF-D925CAA41C49}" type="presParOf" srcId="{8A07DCAA-9CD8-6845-A053-6EAE21477BBD}" destId="{21E92944-743F-BC45-93A6-71F465E82104}" srcOrd="0" destOrd="0" presId="urn:microsoft.com/office/officeart/2005/8/layout/orgChart1"/>
    <dgm:cxn modelId="{AE42F57F-8908-0A4D-A45D-81999139351A}" type="presParOf" srcId="{8A07DCAA-9CD8-6845-A053-6EAE21477BBD}" destId="{1B33C22F-AE3D-D145-934F-920C7A46FE20}" srcOrd="1" destOrd="0" presId="urn:microsoft.com/office/officeart/2005/8/layout/orgChart1"/>
    <dgm:cxn modelId="{4612C3AD-60CA-4441-90A8-14CC02CB898E}" type="presParOf" srcId="{149327A0-7849-A941-A105-8A5FE01B4651}" destId="{77075449-BD3E-7845-9825-99F07B9C38E9}" srcOrd="1" destOrd="0" presId="urn:microsoft.com/office/officeart/2005/8/layout/orgChart1"/>
    <dgm:cxn modelId="{A76978B9-8C19-0940-9FBA-C4A0DB556752}" type="presParOf" srcId="{77075449-BD3E-7845-9825-99F07B9C38E9}" destId="{24889DB9-C6FC-944B-B400-C82903BDBC93}" srcOrd="0" destOrd="0" presId="urn:microsoft.com/office/officeart/2005/8/layout/orgChart1"/>
    <dgm:cxn modelId="{C9D3BF3F-D16E-BB46-AD37-09F0CE1B3BB1}" type="presParOf" srcId="{77075449-BD3E-7845-9825-99F07B9C38E9}" destId="{97908411-A10F-4E44-8E47-30F2FD17F766}" srcOrd="1" destOrd="0" presId="urn:microsoft.com/office/officeart/2005/8/layout/orgChart1"/>
    <dgm:cxn modelId="{327809BC-57B7-C749-A18F-D9422CC27DDC}" type="presParOf" srcId="{97908411-A10F-4E44-8E47-30F2FD17F766}" destId="{C01CB01A-1DFE-4D49-8850-6310044BE902}" srcOrd="0" destOrd="0" presId="urn:microsoft.com/office/officeart/2005/8/layout/orgChart1"/>
    <dgm:cxn modelId="{14C0A6DE-C8C1-4D46-AD51-2987DF8A924F}" type="presParOf" srcId="{C01CB01A-1DFE-4D49-8850-6310044BE902}" destId="{CDB70E5C-F066-D349-8D88-21ABEAB29400}" srcOrd="0" destOrd="0" presId="urn:microsoft.com/office/officeart/2005/8/layout/orgChart1"/>
    <dgm:cxn modelId="{AC39F41A-75C0-384B-9032-B34BD8CD5262}" type="presParOf" srcId="{C01CB01A-1DFE-4D49-8850-6310044BE902}" destId="{57D5AD78-913D-FD43-88F5-6AE56D436F7E}" srcOrd="1" destOrd="0" presId="urn:microsoft.com/office/officeart/2005/8/layout/orgChart1"/>
    <dgm:cxn modelId="{DD21B7E9-9181-AC44-9665-DB4142D1808E}" type="presParOf" srcId="{97908411-A10F-4E44-8E47-30F2FD17F766}" destId="{460A43B4-BE61-8D48-81DC-84396226D518}" srcOrd="1" destOrd="0" presId="urn:microsoft.com/office/officeart/2005/8/layout/orgChart1"/>
    <dgm:cxn modelId="{20B363DA-7F5D-3D4B-AC50-D09E6D3D2A24}" type="presParOf" srcId="{97908411-A10F-4E44-8E47-30F2FD17F766}" destId="{1638813C-C591-AD45-8C9B-9D599F95BE32}" srcOrd="2" destOrd="0" presId="urn:microsoft.com/office/officeart/2005/8/layout/orgChart1"/>
    <dgm:cxn modelId="{BF3BBF6C-4425-1141-90FC-30513CAB6770}" type="presParOf" srcId="{77075449-BD3E-7845-9825-99F07B9C38E9}" destId="{27FCEE63-5B65-C645-A14F-9F486F1800C4}" srcOrd="2" destOrd="0" presId="urn:microsoft.com/office/officeart/2005/8/layout/orgChart1"/>
    <dgm:cxn modelId="{5A73FC7C-E2EB-A549-BC8B-90E9C5D83187}" type="presParOf" srcId="{77075449-BD3E-7845-9825-99F07B9C38E9}" destId="{30C2E722-088F-7B4A-A8AE-C71EE4E449E9}" srcOrd="3" destOrd="0" presId="urn:microsoft.com/office/officeart/2005/8/layout/orgChart1"/>
    <dgm:cxn modelId="{8FB06E73-079B-B244-9101-B723B4ED51BD}" type="presParOf" srcId="{30C2E722-088F-7B4A-A8AE-C71EE4E449E9}" destId="{C88B6BB9-D7FB-AD41-902D-B38061F56D04}" srcOrd="0" destOrd="0" presId="urn:microsoft.com/office/officeart/2005/8/layout/orgChart1"/>
    <dgm:cxn modelId="{F06B9087-6E85-0D4F-8980-BB763685A324}" type="presParOf" srcId="{C88B6BB9-D7FB-AD41-902D-B38061F56D04}" destId="{FF03C48A-6130-4A4F-915D-708CB9F13C03}" srcOrd="0" destOrd="0" presId="urn:microsoft.com/office/officeart/2005/8/layout/orgChart1"/>
    <dgm:cxn modelId="{240AAE22-42BA-D945-8AC7-D465F7DC8D60}" type="presParOf" srcId="{C88B6BB9-D7FB-AD41-902D-B38061F56D04}" destId="{3F7A5B41-1535-A843-AFCC-E67E571C6052}" srcOrd="1" destOrd="0" presId="urn:microsoft.com/office/officeart/2005/8/layout/orgChart1"/>
    <dgm:cxn modelId="{CCB29E36-85BC-8645-883D-B4BAA59358AC}" type="presParOf" srcId="{30C2E722-088F-7B4A-A8AE-C71EE4E449E9}" destId="{1EDBCF11-C420-2348-9A16-A6B52431381A}" srcOrd="1" destOrd="0" presId="urn:microsoft.com/office/officeart/2005/8/layout/orgChart1"/>
    <dgm:cxn modelId="{75782EF0-1112-A04F-A342-2A5311BDD0ED}" type="presParOf" srcId="{30C2E722-088F-7B4A-A8AE-C71EE4E449E9}" destId="{884E9575-81F2-EF40-9791-9731E8405B68}" srcOrd="2" destOrd="0" presId="urn:microsoft.com/office/officeart/2005/8/layout/orgChart1"/>
    <dgm:cxn modelId="{E8F0BAB5-F76C-2A44-B89A-93A2344F01DC}" type="presParOf" srcId="{77075449-BD3E-7845-9825-99F07B9C38E9}" destId="{992C30D5-6C96-C243-9154-60FBCA6F38D2}" srcOrd="4" destOrd="0" presId="urn:microsoft.com/office/officeart/2005/8/layout/orgChart1"/>
    <dgm:cxn modelId="{1DA7AF6A-B768-8047-9A54-F56C9DB0DBBA}" type="presParOf" srcId="{77075449-BD3E-7845-9825-99F07B9C38E9}" destId="{7C4BC92C-C9C4-0042-84E3-52571F8D7BC8}" srcOrd="5" destOrd="0" presId="urn:microsoft.com/office/officeart/2005/8/layout/orgChart1"/>
    <dgm:cxn modelId="{64578DE4-565B-644D-8FA3-D712D40CDE8F}" type="presParOf" srcId="{7C4BC92C-C9C4-0042-84E3-52571F8D7BC8}" destId="{0A3C7000-C71C-0E43-A5FC-8B558F3A7CB4}" srcOrd="0" destOrd="0" presId="urn:microsoft.com/office/officeart/2005/8/layout/orgChart1"/>
    <dgm:cxn modelId="{07EDE89E-0335-C548-A432-AF56398B5F84}" type="presParOf" srcId="{0A3C7000-C71C-0E43-A5FC-8B558F3A7CB4}" destId="{B4E7E160-1277-AA44-81A9-941224A402AB}" srcOrd="0" destOrd="0" presId="urn:microsoft.com/office/officeart/2005/8/layout/orgChart1"/>
    <dgm:cxn modelId="{688693C7-DAA0-4749-A342-9768A64828D5}" type="presParOf" srcId="{0A3C7000-C71C-0E43-A5FC-8B558F3A7CB4}" destId="{B4B6A85A-BB59-2644-A380-3490930770C0}" srcOrd="1" destOrd="0" presId="urn:microsoft.com/office/officeart/2005/8/layout/orgChart1"/>
    <dgm:cxn modelId="{0C330BC5-9CA3-EB4F-87B4-F9F4AD932366}" type="presParOf" srcId="{7C4BC92C-C9C4-0042-84E3-52571F8D7BC8}" destId="{78D559C1-242A-9645-93BC-3D554E36072E}" srcOrd="1" destOrd="0" presId="urn:microsoft.com/office/officeart/2005/8/layout/orgChart1"/>
    <dgm:cxn modelId="{8F278695-CF73-634A-A227-CEC6797A9BED}" type="presParOf" srcId="{7C4BC92C-C9C4-0042-84E3-52571F8D7BC8}" destId="{3BF056E4-2741-BE4B-823D-AA021E29FE0F}" srcOrd="2" destOrd="0" presId="urn:microsoft.com/office/officeart/2005/8/layout/orgChart1"/>
    <dgm:cxn modelId="{FBBACD8D-F588-D94C-9D8B-636A580706D2}" type="presParOf" srcId="{77075449-BD3E-7845-9825-99F07B9C38E9}" destId="{EB9B101C-4D8B-8240-8678-A654F178545C}" srcOrd="6" destOrd="0" presId="urn:microsoft.com/office/officeart/2005/8/layout/orgChart1"/>
    <dgm:cxn modelId="{460403F6-1285-5848-A47E-033F581E587B}" type="presParOf" srcId="{77075449-BD3E-7845-9825-99F07B9C38E9}" destId="{4DEFB0A1-96BE-9A48-9E13-9BF2C23EB4D4}" srcOrd="7" destOrd="0" presId="urn:microsoft.com/office/officeart/2005/8/layout/orgChart1"/>
    <dgm:cxn modelId="{16D5C61F-4C9D-8A49-9623-FCAAB4FF7877}" type="presParOf" srcId="{4DEFB0A1-96BE-9A48-9E13-9BF2C23EB4D4}" destId="{D2138CC0-8FE0-AE45-8848-B999CF6472F4}" srcOrd="0" destOrd="0" presId="urn:microsoft.com/office/officeart/2005/8/layout/orgChart1"/>
    <dgm:cxn modelId="{E65B95B0-3574-2C42-91B1-2B052F5F90CA}" type="presParOf" srcId="{D2138CC0-8FE0-AE45-8848-B999CF6472F4}" destId="{FC87EFC8-23D2-D448-9553-3EE57255C3C3}" srcOrd="0" destOrd="0" presId="urn:microsoft.com/office/officeart/2005/8/layout/orgChart1"/>
    <dgm:cxn modelId="{DCF72850-15B7-9149-9FF3-D41CC3AE07E7}" type="presParOf" srcId="{D2138CC0-8FE0-AE45-8848-B999CF6472F4}" destId="{34414FAC-C040-D24B-80A2-4FE27DE4EA21}" srcOrd="1" destOrd="0" presId="urn:microsoft.com/office/officeart/2005/8/layout/orgChart1"/>
    <dgm:cxn modelId="{3F7EE4CE-A1F7-A643-9D79-5E8F30849BE9}" type="presParOf" srcId="{4DEFB0A1-96BE-9A48-9E13-9BF2C23EB4D4}" destId="{454D8525-9C3B-1941-9E28-B9FF4E1D786C}" srcOrd="1" destOrd="0" presId="urn:microsoft.com/office/officeart/2005/8/layout/orgChart1"/>
    <dgm:cxn modelId="{0F6C1FCF-1B93-3845-BAE7-FDBF717B4C50}" type="presParOf" srcId="{4DEFB0A1-96BE-9A48-9E13-9BF2C23EB4D4}" destId="{55E47074-1098-1449-974D-689DB4F63809}" srcOrd="2" destOrd="0" presId="urn:microsoft.com/office/officeart/2005/8/layout/orgChart1"/>
    <dgm:cxn modelId="{14E04C08-2923-904E-A7EB-8F02071BF703}" type="presParOf" srcId="{149327A0-7849-A941-A105-8A5FE01B4651}" destId="{EC97194F-90E2-C94C-BD80-FCAB2ED591F9}" srcOrd="2" destOrd="0" presId="urn:microsoft.com/office/officeart/2005/8/layout/orgChart1"/>
    <dgm:cxn modelId="{65F82824-99D6-0242-8D48-38E18984F707}" type="presParOf" srcId="{90539ACD-B7BA-CB4F-A72D-D27BB5D9EFAA}" destId="{6502B95D-10CA-4547-A640-C23F4850AC32}" srcOrd="4" destOrd="0" presId="urn:microsoft.com/office/officeart/2005/8/layout/orgChart1"/>
    <dgm:cxn modelId="{3882E034-2728-5849-8E1D-DD09D01EC217}" type="presParOf" srcId="{90539ACD-B7BA-CB4F-A72D-D27BB5D9EFAA}" destId="{4A81CD99-5463-A74B-9F92-30CEF82B0732}" srcOrd="5" destOrd="0" presId="urn:microsoft.com/office/officeart/2005/8/layout/orgChart1"/>
    <dgm:cxn modelId="{D0FC5CEE-CBFC-6A4F-B749-B75181896F97}" type="presParOf" srcId="{4A81CD99-5463-A74B-9F92-30CEF82B0732}" destId="{AA3A2F48-26A9-C841-B6C3-B40D8F524987}" srcOrd="0" destOrd="0" presId="urn:microsoft.com/office/officeart/2005/8/layout/orgChart1"/>
    <dgm:cxn modelId="{0344E73E-4756-3648-BEE6-44FECA055A7D}" type="presParOf" srcId="{AA3A2F48-26A9-C841-B6C3-B40D8F524987}" destId="{A129A4E5-DA60-164C-A199-84A0E69E9269}" srcOrd="0" destOrd="0" presId="urn:microsoft.com/office/officeart/2005/8/layout/orgChart1"/>
    <dgm:cxn modelId="{4219A2B6-A14A-2347-B9D4-78BB6A862141}" type="presParOf" srcId="{AA3A2F48-26A9-C841-B6C3-B40D8F524987}" destId="{5CE0C837-55D8-5E4F-A0D4-31BB8D88B8CB}" srcOrd="1" destOrd="0" presId="urn:microsoft.com/office/officeart/2005/8/layout/orgChart1"/>
    <dgm:cxn modelId="{FF05C87C-A96C-9E47-B9C6-3C1DAC710830}" type="presParOf" srcId="{4A81CD99-5463-A74B-9F92-30CEF82B0732}" destId="{6A343EC0-D10A-1F48-90C2-E4255C1E7AF3}" srcOrd="1" destOrd="0" presId="urn:microsoft.com/office/officeart/2005/8/layout/orgChart1"/>
    <dgm:cxn modelId="{35534C4D-8BD3-EC4E-BE37-94789823E13C}" type="presParOf" srcId="{6A343EC0-D10A-1F48-90C2-E4255C1E7AF3}" destId="{91FC9C71-3258-B545-9888-4E9809D64572}" srcOrd="0" destOrd="0" presId="urn:microsoft.com/office/officeart/2005/8/layout/orgChart1"/>
    <dgm:cxn modelId="{6F41A532-04DE-4F4F-87F9-1EE2D5CF4228}" type="presParOf" srcId="{6A343EC0-D10A-1F48-90C2-E4255C1E7AF3}" destId="{E304B5FC-2F56-724E-A058-0F42FA2085A2}" srcOrd="1" destOrd="0" presId="urn:microsoft.com/office/officeart/2005/8/layout/orgChart1"/>
    <dgm:cxn modelId="{40331B2D-F679-7645-836F-B1B40D685B45}" type="presParOf" srcId="{E304B5FC-2F56-724E-A058-0F42FA2085A2}" destId="{580D993C-0486-4740-A290-4503E62FED4F}" srcOrd="0" destOrd="0" presId="urn:microsoft.com/office/officeart/2005/8/layout/orgChart1"/>
    <dgm:cxn modelId="{3F5F3706-08E6-9A4A-90CB-B1E909CAA2C1}" type="presParOf" srcId="{580D993C-0486-4740-A290-4503E62FED4F}" destId="{024A4656-D42A-4447-B2C0-D6EA36A4408D}" srcOrd="0" destOrd="0" presId="urn:microsoft.com/office/officeart/2005/8/layout/orgChart1"/>
    <dgm:cxn modelId="{EB4B8F92-CED2-204A-B7DB-D16966F9E62F}" type="presParOf" srcId="{580D993C-0486-4740-A290-4503E62FED4F}" destId="{6CD1245B-239B-5E46-8AAF-32455405E731}" srcOrd="1" destOrd="0" presId="urn:microsoft.com/office/officeart/2005/8/layout/orgChart1"/>
    <dgm:cxn modelId="{FC632C0B-405E-FE4E-B414-E7C774BA8242}" type="presParOf" srcId="{E304B5FC-2F56-724E-A058-0F42FA2085A2}" destId="{6DA49824-31B9-7848-A3D8-2C10C493E5BC}" srcOrd="1" destOrd="0" presId="urn:microsoft.com/office/officeart/2005/8/layout/orgChart1"/>
    <dgm:cxn modelId="{41DC6B58-2318-DD47-A573-D9C61B09A713}" type="presParOf" srcId="{E304B5FC-2F56-724E-A058-0F42FA2085A2}" destId="{EA781089-3714-924C-A309-7F4F08129BB9}" srcOrd="2" destOrd="0" presId="urn:microsoft.com/office/officeart/2005/8/layout/orgChart1"/>
    <dgm:cxn modelId="{9394B391-ABE1-B649-AFC3-BBF2AA1EBFB9}" type="presParOf" srcId="{6A343EC0-D10A-1F48-90C2-E4255C1E7AF3}" destId="{2AB8B1A3-14CE-CE46-AB74-3A0397AB6F28}" srcOrd="2" destOrd="0" presId="urn:microsoft.com/office/officeart/2005/8/layout/orgChart1"/>
    <dgm:cxn modelId="{0AD7EA63-9C8A-D949-86EB-2EAF276412FA}" type="presParOf" srcId="{6A343EC0-D10A-1F48-90C2-E4255C1E7AF3}" destId="{0A2DA14B-CF11-844C-8CB0-F23047BEA314}" srcOrd="3" destOrd="0" presId="urn:microsoft.com/office/officeart/2005/8/layout/orgChart1"/>
    <dgm:cxn modelId="{B63DC772-3F1E-A84D-A4F3-B0BFE8961950}" type="presParOf" srcId="{0A2DA14B-CF11-844C-8CB0-F23047BEA314}" destId="{47EEEFF1-6EFC-5447-B743-AA313C700CDE}" srcOrd="0" destOrd="0" presId="urn:microsoft.com/office/officeart/2005/8/layout/orgChart1"/>
    <dgm:cxn modelId="{67EEAA1D-6F08-4744-B8C0-7969F0800E29}" type="presParOf" srcId="{47EEEFF1-6EFC-5447-B743-AA313C700CDE}" destId="{2DEEBAE6-2070-D549-853B-E5151CC46FE2}" srcOrd="0" destOrd="0" presId="urn:microsoft.com/office/officeart/2005/8/layout/orgChart1"/>
    <dgm:cxn modelId="{587DDFB0-A00A-B54B-9721-25371AA51435}" type="presParOf" srcId="{47EEEFF1-6EFC-5447-B743-AA313C700CDE}" destId="{D3D62EDB-FDDB-314E-9D2D-2230BE813FF5}" srcOrd="1" destOrd="0" presId="urn:microsoft.com/office/officeart/2005/8/layout/orgChart1"/>
    <dgm:cxn modelId="{9D2EC6F0-49E5-EE46-B83B-0548A70DB4B0}" type="presParOf" srcId="{0A2DA14B-CF11-844C-8CB0-F23047BEA314}" destId="{5605BF3C-F2D2-A642-9722-459386AED3BA}" srcOrd="1" destOrd="0" presId="urn:microsoft.com/office/officeart/2005/8/layout/orgChart1"/>
    <dgm:cxn modelId="{EDBD8542-D852-F143-B6F5-3C9BA10235E1}" type="presParOf" srcId="{0A2DA14B-CF11-844C-8CB0-F23047BEA314}" destId="{31E3E92A-BDA4-1A4E-AF99-7B9588BC2D9D}" srcOrd="2" destOrd="0" presId="urn:microsoft.com/office/officeart/2005/8/layout/orgChart1"/>
    <dgm:cxn modelId="{97C91A27-7D59-6F41-9E64-C2B9989F97BF}" type="presParOf" srcId="{6A343EC0-D10A-1F48-90C2-E4255C1E7AF3}" destId="{EC64FD7D-99FF-6740-A21A-034788CF634A}" srcOrd="4" destOrd="0" presId="urn:microsoft.com/office/officeart/2005/8/layout/orgChart1"/>
    <dgm:cxn modelId="{D8F7FBB3-58D5-ED41-8D93-1001ED34FE37}" type="presParOf" srcId="{6A343EC0-D10A-1F48-90C2-E4255C1E7AF3}" destId="{DCF331AD-79DC-2344-B151-52CE2D714ED3}" srcOrd="5" destOrd="0" presId="urn:microsoft.com/office/officeart/2005/8/layout/orgChart1"/>
    <dgm:cxn modelId="{83FCFCE1-A087-BC41-964E-08307F049C42}" type="presParOf" srcId="{DCF331AD-79DC-2344-B151-52CE2D714ED3}" destId="{AF6D1D14-C3CF-F04E-BAA2-51EC51857FE5}" srcOrd="0" destOrd="0" presId="urn:microsoft.com/office/officeart/2005/8/layout/orgChart1"/>
    <dgm:cxn modelId="{815AA683-42B1-E64F-BE85-55FB73AD287E}" type="presParOf" srcId="{AF6D1D14-C3CF-F04E-BAA2-51EC51857FE5}" destId="{C86476A1-45F5-5646-B558-8E09C0F6800D}" srcOrd="0" destOrd="0" presId="urn:microsoft.com/office/officeart/2005/8/layout/orgChart1"/>
    <dgm:cxn modelId="{9CFAC491-09A1-4C42-A4A2-296DB042FABA}" type="presParOf" srcId="{AF6D1D14-C3CF-F04E-BAA2-51EC51857FE5}" destId="{10262C87-9E9A-2A4D-9E61-6193F0073E4E}" srcOrd="1" destOrd="0" presId="urn:microsoft.com/office/officeart/2005/8/layout/orgChart1"/>
    <dgm:cxn modelId="{6283035F-F801-724E-8EB7-50AFC1D67E97}" type="presParOf" srcId="{DCF331AD-79DC-2344-B151-52CE2D714ED3}" destId="{C84F7BAD-2CE3-A643-99F7-E04EDB45E0C9}" srcOrd="1" destOrd="0" presId="urn:microsoft.com/office/officeart/2005/8/layout/orgChart1"/>
    <dgm:cxn modelId="{5E65D84E-5BF2-5C44-80FB-9B24B22FE0C2}" type="presParOf" srcId="{DCF331AD-79DC-2344-B151-52CE2D714ED3}" destId="{59B34FA2-FBFF-574B-98B8-19289BA57DB0}" srcOrd="2" destOrd="0" presId="urn:microsoft.com/office/officeart/2005/8/layout/orgChart1"/>
    <dgm:cxn modelId="{F43F5BEA-10CE-B945-86DD-95928B23115E}" type="presParOf" srcId="{4A81CD99-5463-A74B-9F92-30CEF82B0732}" destId="{78980C9B-9AFF-2B45-8DF6-F755BFD28D6C}" srcOrd="2" destOrd="0" presId="urn:microsoft.com/office/officeart/2005/8/layout/orgChart1"/>
    <dgm:cxn modelId="{47B9BF5C-01A1-E146-9934-6A080522199D}" type="presParOf" srcId="{90539ACD-B7BA-CB4F-A72D-D27BB5D9EFAA}" destId="{251DEEDD-BC0A-5A46-A697-D1F5C02A290F}" srcOrd="6" destOrd="0" presId="urn:microsoft.com/office/officeart/2005/8/layout/orgChart1"/>
    <dgm:cxn modelId="{F27F500C-4152-C748-B30D-1AA60F1E678A}" type="presParOf" srcId="{90539ACD-B7BA-CB4F-A72D-D27BB5D9EFAA}" destId="{7EAA3F89-3FEB-EF4B-8538-0B5346E060D5}" srcOrd="7" destOrd="0" presId="urn:microsoft.com/office/officeart/2005/8/layout/orgChart1"/>
    <dgm:cxn modelId="{B6349167-5A97-584A-A2AE-567CD07A196A}" type="presParOf" srcId="{7EAA3F89-3FEB-EF4B-8538-0B5346E060D5}" destId="{FF7BE628-5711-C64F-A11D-517A42E92888}" srcOrd="0" destOrd="0" presId="urn:microsoft.com/office/officeart/2005/8/layout/orgChart1"/>
    <dgm:cxn modelId="{8D865212-C6E2-644D-94C7-CDEDC63027FB}" type="presParOf" srcId="{FF7BE628-5711-C64F-A11D-517A42E92888}" destId="{86C6D38F-3815-3D4E-A1E1-5A02D5BD9891}" srcOrd="0" destOrd="0" presId="urn:microsoft.com/office/officeart/2005/8/layout/orgChart1"/>
    <dgm:cxn modelId="{88962331-789A-9045-8A16-ECE052334F6E}" type="presParOf" srcId="{FF7BE628-5711-C64F-A11D-517A42E92888}" destId="{1AE6C91E-5F76-5944-AFED-C9970C79FF32}" srcOrd="1" destOrd="0" presId="urn:microsoft.com/office/officeart/2005/8/layout/orgChart1"/>
    <dgm:cxn modelId="{99BA0677-C82B-8B4E-8249-427D977FD297}" type="presParOf" srcId="{7EAA3F89-3FEB-EF4B-8538-0B5346E060D5}" destId="{F8BC550B-9774-B74B-A9AC-842E712E51D8}" srcOrd="1" destOrd="0" presId="urn:microsoft.com/office/officeart/2005/8/layout/orgChart1"/>
    <dgm:cxn modelId="{5B72DC65-EBBD-A742-AB0C-7002DF77E720}" type="presParOf" srcId="{7EAA3F89-3FEB-EF4B-8538-0B5346E060D5}" destId="{65669E30-00ED-C24F-9A36-FE51F40358CC}" srcOrd="2" destOrd="0" presId="urn:microsoft.com/office/officeart/2005/8/layout/orgChart1"/>
    <dgm:cxn modelId="{61FB61C4-603F-CD43-BE73-7F3023FC92EA}" type="presParOf" srcId="{90539ACD-B7BA-CB4F-A72D-D27BB5D9EFAA}" destId="{62E73835-4CBC-2E4E-AB5E-90EC120E26F8}" srcOrd="8" destOrd="0" presId="urn:microsoft.com/office/officeart/2005/8/layout/orgChart1"/>
    <dgm:cxn modelId="{9ADF6C25-1FE5-2341-A87B-2785E8523BA0}" type="presParOf" srcId="{90539ACD-B7BA-CB4F-A72D-D27BB5D9EFAA}" destId="{914AB522-8C6E-5D4B-9D11-C68CCA297557}" srcOrd="9" destOrd="0" presId="urn:microsoft.com/office/officeart/2005/8/layout/orgChart1"/>
    <dgm:cxn modelId="{715F5667-4AD5-9E41-BDE4-8413974CCC8D}" type="presParOf" srcId="{914AB522-8C6E-5D4B-9D11-C68CCA297557}" destId="{89B89262-1BC7-4F41-B683-D72ABEEBEDCA}" srcOrd="0" destOrd="0" presId="urn:microsoft.com/office/officeart/2005/8/layout/orgChart1"/>
    <dgm:cxn modelId="{7334D879-0B3C-DA4C-92E1-AD2A7D8AB5C5}" type="presParOf" srcId="{89B89262-1BC7-4F41-B683-D72ABEEBEDCA}" destId="{8EEFD725-B2DD-E944-B13C-BFDAFDCEC5A8}" srcOrd="0" destOrd="0" presId="urn:microsoft.com/office/officeart/2005/8/layout/orgChart1"/>
    <dgm:cxn modelId="{4720F3B3-BF23-B74B-A7CC-1391665585C3}" type="presParOf" srcId="{89B89262-1BC7-4F41-B683-D72ABEEBEDCA}" destId="{5AD2A0D7-BC73-CD4B-8BE5-7735026C0B22}" srcOrd="1" destOrd="0" presId="urn:microsoft.com/office/officeart/2005/8/layout/orgChart1"/>
    <dgm:cxn modelId="{E854BD1E-50C8-5D44-A924-56F9B8DA0C4D}" type="presParOf" srcId="{914AB522-8C6E-5D4B-9D11-C68CCA297557}" destId="{93CD87A6-43A0-CA46-8780-692E1A727038}" srcOrd="1" destOrd="0" presId="urn:microsoft.com/office/officeart/2005/8/layout/orgChart1"/>
    <dgm:cxn modelId="{B67B253E-2409-B346-99F2-248B5465724B}" type="presParOf" srcId="{93CD87A6-43A0-CA46-8780-692E1A727038}" destId="{C85E79EB-DAB2-5647-A917-CA846691AB71}" srcOrd="0" destOrd="0" presId="urn:microsoft.com/office/officeart/2005/8/layout/orgChart1"/>
    <dgm:cxn modelId="{F255E0F7-49B9-4B4D-84B3-0A33B0446ABE}" type="presParOf" srcId="{93CD87A6-43A0-CA46-8780-692E1A727038}" destId="{02E105DA-5C1C-924F-917B-C0105732D948}" srcOrd="1" destOrd="0" presId="urn:microsoft.com/office/officeart/2005/8/layout/orgChart1"/>
    <dgm:cxn modelId="{A7EF49E6-E33C-C242-AF03-44C92AEF8A21}" type="presParOf" srcId="{02E105DA-5C1C-924F-917B-C0105732D948}" destId="{63A7DDFE-A3B8-3842-8892-C2C249F525A6}" srcOrd="0" destOrd="0" presId="urn:microsoft.com/office/officeart/2005/8/layout/orgChart1"/>
    <dgm:cxn modelId="{A6CA89D6-CD4D-284E-A632-035E7BA1FFC1}" type="presParOf" srcId="{63A7DDFE-A3B8-3842-8892-C2C249F525A6}" destId="{4F582808-9D5F-C34F-8B5C-5CD1C1EDB46D}" srcOrd="0" destOrd="0" presId="urn:microsoft.com/office/officeart/2005/8/layout/orgChart1"/>
    <dgm:cxn modelId="{1837289F-A9B7-FC49-8A7C-B94DDD7C3C29}" type="presParOf" srcId="{63A7DDFE-A3B8-3842-8892-C2C249F525A6}" destId="{886EE15C-1DAA-D145-A665-CFF9732D2B8F}" srcOrd="1" destOrd="0" presId="urn:microsoft.com/office/officeart/2005/8/layout/orgChart1"/>
    <dgm:cxn modelId="{75D39141-95CB-864D-ABAF-F7E4CE7000E1}" type="presParOf" srcId="{02E105DA-5C1C-924F-917B-C0105732D948}" destId="{91656CD5-BF2F-3A49-B4DE-6A3ED6A94579}" srcOrd="1" destOrd="0" presId="urn:microsoft.com/office/officeart/2005/8/layout/orgChart1"/>
    <dgm:cxn modelId="{3F900CB7-F411-9147-926A-E040DE8E0622}" type="presParOf" srcId="{91656CD5-BF2F-3A49-B4DE-6A3ED6A94579}" destId="{C5F09465-75A4-B14B-A9E2-6055AA56D37D}" srcOrd="0" destOrd="0" presId="urn:microsoft.com/office/officeart/2005/8/layout/orgChart1"/>
    <dgm:cxn modelId="{EC498B7D-F7A5-0247-8ECF-92BB76D62025}" type="presParOf" srcId="{91656CD5-BF2F-3A49-B4DE-6A3ED6A94579}" destId="{8D442DDE-F673-7F4B-818B-050E3E4DEB23}" srcOrd="1" destOrd="0" presId="urn:microsoft.com/office/officeart/2005/8/layout/orgChart1"/>
    <dgm:cxn modelId="{0DE1E8A3-0BFA-9D4D-B259-E9B15A693562}" type="presParOf" srcId="{8D442DDE-F673-7F4B-818B-050E3E4DEB23}" destId="{EDAACF74-D87B-1547-A331-72E0AFE02829}" srcOrd="0" destOrd="0" presId="urn:microsoft.com/office/officeart/2005/8/layout/orgChart1"/>
    <dgm:cxn modelId="{5DF239B1-C9D1-1243-BFF3-784522F8E97A}" type="presParOf" srcId="{EDAACF74-D87B-1547-A331-72E0AFE02829}" destId="{8E50FACC-A90E-3747-BF39-A0691633FE11}" srcOrd="0" destOrd="0" presId="urn:microsoft.com/office/officeart/2005/8/layout/orgChart1"/>
    <dgm:cxn modelId="{EC7AD77C-647B-6E47-8AE1-AB2F38999CA0}" type="presParOf" srcId="{EDAACF74-D87B-1547-A331-72E0AFE02829}" destId="{FC78AB1B-5CFC-7740-8422-08A2BD7A5332}" srcOrd="1" destOrd="0" presId="urn:microsoft.com/office/officeart/2005/8/layout/orgChart1"/>
    <dgm:cxn modelId="{8DA65870-36EE-A44C-9A83-06C22FCC24A4}" type="presParOf" srcId="{8D442DDE-F673-7F4B-818B-050E3E4DEB23}" destId="{AF868321-C68A-6A47-9528-C111671A3CBA}" srcOrd="1" destOrd="0" presId="urn:microsoft.com/office/officeart/2005/8/layout/orgChart1"/>
    <dgm:cxn modelId="{11076901-C5E5-D347-A3B1-F2C27935CF39}" type="presParOf" srcId="{8D442DDE-F673-7F4B-818B-050E3E4DEB23}" destId="{429DADFC-4231-4C4E-BACA-E81C63D670F5}" srcOrd="2" destOrd="0" presId="urn:microsoft.com/office/officeart/2005/8/layout/orgChart1"/>
    <dgm:cxn modelId="{7259BC26-3648-0543-81B5-1D4604D7203D}" type="presParOf" srcId="{02E105DA-5C1C-924F-917B-C0105732D948}" destId="{0BDD92F0-392F-3348-969A-B3AD0971CB03}" srcOrd="2" destOrd="0" presId="urn:microsoft.com/office/officeart/2005/8/layout/orgChart1"/>
    <dgm:cxn modelId="{D227DD00-931F-014E-803E-5A567477AFD6}" type="presParOf" srcId="{93CD87A6-43A0-CA46-8780-692E1A727038}" destId="{D3B0FB5A-A1A9-D04B-A26B-FC6B43E7FAF6}" srcOrd="2" destOrd="0" presId="urn:microsoft.com/office/officeart/2005/8/layout/orgChart1"/>
    <dgm:cxn modelId="{0FB80EA2-F54A-3544-B419-B74DDAA8404F}" type="presParOf" srcId="{93CD87A6-43A0-CA46-8780-692E1A727038}" destId="{4F3B4668-AF83-E347-8F08-6A32B7F8690A}" srcOrd="3" destOrd="0" presId="urn:microsoft.com/office/officeart/2005/8/layout/orgChart1"/>
    <dgm:cxn modelId="{C5702D8B-E016-2640-91F5-105699CBDBE8}" type="presParOf" srcId="{4F3B4668-AF83-E347-8F08-6A32B7F8690A}" destId="{AB380815-32A8-C742-AC43-9D514AE85360}" srcOrd="0" destOrd="0" presId="urn:microsoft.com/office/officeart/2005/8/layout/orgChart1"/>
    <dgm:cxn modelId="{F96C0A82-B2A3-184E-80C7-0D9F68EF4765}" type="presParOf" srcId="{AB380815-32A8-C742-AC43-9D514AE85360}" destId="{4ECC1D64-5B4E-2945-BF3B-240F32D05F2D}" srcOrd="0" destOrd="0" presId="urn:microsoft.com/office/officeart/2005/8/layout/orgChart1"/>
    <dgm:cxn modelId="{A010EB1F-3B4A-F744-A972-CCC6E416D2BC}" type="presParOf" srcId="{AB380815-32A8-C742-AC43-9D514AE85360}" destId="{C31D02A8-3C18-4444-9623-99B49252319C}" srcOrd="1" destOrd="0" presId="urn:microsoft.com/office/officeart/2005/8/layout/orgChart1"/>
    <dgm:cxn modelId="{98EEB99B-FFAE-7945-9243-368A7ABBAECF}" type="presParOf" srcId="{4F3B4668-AF83-E347-8F08-6A32B7F8690A}" destId="{8054CA0E-3E4F-F641-AC45-2773ED707C7C}" srcOrd="1" destOrd="0" presId="urn:microsoft.com/office/officeart/2005/8/layout/orgChart1"/>
    <dgm:cxn modelId="{33FE2056-E093-0344-9CBD-CA34269F919E}" type="presParOf" srcId="{8054CA0E-3E4F-F641-AC45-2773ED707C7C}" destId="{F0DF2DF4-2D1B-CF43-8484-B66AD2E4304D}" srcOrd="0" destOrd="0" presId="urn:microsoft.com/office/officeart/2005/8/layout/orgChart1"/>
    <dgm:cxn modelId="{17D4B216-BD10-0B44-8CE9-C4E7B1C8FC65}" type="presParOf" srcId="{8054CA0E-3E4F-F641-AC45-2773ED707C7C}" destId="{64A904D4-B687-6349-9C7C-784299C90B6A}" srcOrd="1" destOrd="0" presId="urn:microsoft.com/office/officeart/2005/8/layout/orgChart1"/>
    <dgm:cxn modelId="{E8AF8145-278B-0D44-9DB5-E11BEBACC3B2}" type="presParOf" srcId="{64A904D4-B687-6349-9C7C-784299C90B6A}" destId="{8414ACAB-1155-2B45-9F0F-409223DEC210}" srcOrd="0" destOrd="0" presId="urn:microsoft.com/office/officeart/2005/8/layout/orgChart1"/>
    <dgm:cxn modelId="{3AD4C959-8ECA-574F-986D-3FFCBC1B4950}" type="presParOf" srcId="{8414ACAB-1155-2B45-9F0F-409223DEC210}" destId="{E0F5CCB6-FDFF-8D41-BBDF-41F8041758AC}" srcOrd="0" destOrd="0" presId="urn:microsoft.com/office/officeart/2005/8/layout/orgChart1"/>
    <dgm:cxn modelId="{56CD31E8-2A58-F344-806C-FF5C6D06711B}" type="presParOf" srcId="{8414ACAB-1155-2B45-9F0F-409223DEC210}" destId="{B136968E-CCA2-084C-A06C-C4ADA1975F90}" srcOrd="1" destOrd="0" presId="urn:microsoft.com/office/officeart/2005/8/layout/orgChart1"/>
    <dgm:cxn modelId="{AC7D85A4-3929-2240-9306-E60836DEDB74}" type="presParOf" srcId="{64A904D4-B687-6349-9C7C-784299C90B6A}" destId="{AAFEEBF2-3575-E84E-B71C-64125B6D9C6C}" srcOrd="1" destOrd="0" presId="urn:microsoft.com/office/officeart/2005/8/layout/orgChart1"/>
    <dgm:cxn modelId="{1CC2BC31-909B-CF4C-844D-71239FD77548}" type="presParOf" srcId="{64A904D4-B687-6349-9C7C-784299C90B6A}" destId="{E1A01769-6890-A549-A4E1-8B2CAF19B321}" srcOrd="2" destOrd="0" presId="urn:microsoft.com/office/officeart/2005/8/layout/orgChart1"/>
    <dgm:cxn modelId="{BEE45137-0351-054C-999C-3331950ACE06}" type="presParOf" srcId="{8054CA0E-3E4F-F641-AC45-2773ED707C7C}" destId="{018F7A79-5648-1243-9213-1304A0ABE9B1}" srcOrd="2" destOrd="0" presId="urn:microsoft.com/office/officeart/2005/8/layout/orgChart1"/>
    <dgm:cxn modelId="{59847DF0-D8D4-FE4B-AB4E-53B7A68F1AF1}" type="presParOf" srcId="{8054CA0E-3E4F-F641-AC45-2773ED707C7C}" destId="{610BECE6-FE63-744B-909A-023AA67D3AFF}" srcOrd="3" destOrd="0" presId="urn:microsoft.com/office/officeart/2005/8/layout/orgChart1"/>
    <dgm:cxn modelId="{9E18B7B9-597D-0648-A52E-5AC482357796}" type="presParOf" srcId="{610BECE6-FE63-744B-909A-023AA67D3AFF}" destId="{6A91AE9A-59C3-F74F-BF91-50ED03284823}" srcOrd="0" destOrd="0" presId="urn:microsoft.com/office/officeart/2005/8/layout/orgChart1"/>
    <dgm:cxn modelId="{AB962D6D-F0B4-5E41-BED4-FE1F66F1A5A4}" type="presParOf" srcId="{6A91AE9A-59C3-F74F-BF91-50ED03284823}" destId="{9B051783-513D-ED42-BBD0-B6D9873AB193}" srcOrd="0" destOrd="0" presId="urn:microsoft.com/office/officeart/2005/8/layout/orgChart1"/>
    <dgm:cxn modelId="{CA73DD6C-2F68-8C45-BF90-7C5A3C790032}" type="presParOf" srcId="{6A91AE9A-59C3-F74F-BF91-50ED03284823}" destId="{ACA027E5-A0F6-494C-9550-D986CA1FDFCD}" srcOrd="1" destOrd="0" presId="urn:microsoft.com/office/officeart/2005/8/layout/orgChart1"/>
    <dgm:cxn modelId="{7C76A856-A77A-9748-9617-E6BBB1CB4031}" type="presParOf" srcId="{610BECE6-FE63-744B-909A-023AA67D3AFF}" destId="{C1280577-9F39-0B40-93A0-86A157B2520E}" srcOrd="1" destOrd="0" presId="urn:microsoft.com/office/officeart/2005/8/layout/orgChart1"/>
    <dgm:cxn modelId="{4E216904-3B0F-BA47-ACCF-68C3F2F17BAA}" type="presParOf" srcId="{610BECE6-FE63-744B-909A-023AA67D3AFF}" destId="{9C605BA5-7157-0541-AF09-967BAB2AB501}" srcOrd="2" destOrd="0" presId="urn:microsoft.com/office/officeart/2005/8/layout/orgChart1"/>
    <dgm:cxn modelId="{79C467E4-65A6-2D41-B65D-DDF69042F560}" type="presParOf" srcId="{8054CA0E-3E4F-F641-AC45-2773ED707C7C}" destId="{B3299528-944D-954F-BC79-63292A0A1A43}" srcOrd="4" destOrd="0" presId="urn:microsoft.com/office/officeart/2005/8/layout/orgChart1"/>
    <dgm:cxn modelId="{799317C7-3FF8-CE40-B9D1-F0E85F62B3A9}" type="presParOf" srcId="{8054CA0E-3E4F-F641-AC45-2773ED707C7C}" destId="{7C066BAC-7AB4-FB4E-8B74-E9593F81CB91}" srcOrd="5" destOrd="0" presId="urn:microsoft.com/office/officeart/2005/8/layout/orgChart1"/>
    <dgm:cxn modelId="{0717A05B-A607-444C-B383-FC2C6142E4AD}" type="presParOf" srcId="{7C066BAC-7AB4-FB4E-8B74-E9593F81CB91}" destId="{90EF68BB-140C-C443-BDCF-8DCB263BBCA2}" srcOrd="0" destOrd="0" presId="urn:microsoft.com/office/officeart/2005/8/layout/orgChart1"/>
    <dgm:cxn modelId="{41793673-9CD3-0C47-9025-73F2ED3F594E}" type="presParOf" srcId="{90EF68BB-140C-C443-BDCF-8DCB263BBCA2}" destId="{80A03C01-D1CB-CF47-8CBE-E33F710E1CFD}" srcOrd="0" destOrd="0" presId="urn:microsoft.com/office/officeart/2005/8/layout/orgChart1"/>
    <dgm:cxn modelId="{89A2568C-E93D-EB4B-B263-935D096DF3F3}" type="presParOf" srcId="{90EF68BB-140C-C443-BDCF-8DCB263BBCA2}" destId="{6DE41F17-C0A1-1944-B324-052E1A16B93E}" srcOrd="1" destOrd="0" presId="urn:microsoft.com/office/officeart/2005/8/layout/orgChart1"/>
    <dgm:cxn modelId="{9C52DA46-048B-4441-B323-8ACAB93F1338}" type="presParOf" srcId="{7C066BAC-7AB4-FB4E-8B74-E9593F81CB91}" destId="{E9CF330F-7782-C34A-AA0A-0E260C3430C1}" srcOrd="1" destOrd="0" presId="urn:microsoft.com/office/officeart/2005/8/layout/orgChart1"/>
    <dgm:cxn modelId="{22441CC3-BCF8-2241-B3E0-DE5B48AF12F0}" type="presParOf" srcId="{7C066BAC-7AB4-FB4E-8B74-E9593F81CB91}" destId="{E52B7FFB-9F1C-034F-8D8B-1C39FB4F0A54}" srcOrd="2" destOrd="0" presId="urn:microsoft.com/office/officeart/2005/8/layout/orgChart1"/>
    <dgm:cxn modelId="{1AD4CABE-1EC5-6546-BCF1-5423F85746BE}" type="presParOf" srcId="{4F3B4668-AF83-E347-8F08-6A32B7F8690A}" destId="{BB99CFB0-4242-754D-BF42-D0F7FA38D971}" srcOrd="2" destOrd="0" presId="urn:microsoft.com/office/officeart/2005/8/layout/orgChart1"/>
    <dgm:cxn modelId="{69D443BF-05DA-A24F-9850-5196602DF01B}" type="presParOf" srcId="{93CD87A6-43A0-CA46-8780-692E1A727038}" destId="{C72BB1F4-DEE4-3C4B-B0A1-BE1D8D271889}" srcOrd="4" destOrd="0" presId="urn:microsoft.com/office/officeart/2005/8/layout/orgChart1"/>
    <dgm:cxn modelId="{BCC716FE-A9BE-324E-8339-39879DBCFE91}" type="presParOf" srcId="{93CD87A6-43A0-CA46-8780-692E1A727038}" destId="{6A4959D9-4B59-BA4C-B878-94DA41F8F094}" srcOrd="5" destOrd="0" presId="urn:microsoft.com/office/officeart/2005/8/layout/orgChart1"/>
    <dgm:cxn modelId="{8DAF6709-F188-EF4F-A7A9-8A88C8B7B30F}" type="presParOf" srcId="{6A4959D9-4B59-BA4C-B878-94DA41F8F094}" destId="{B7EACD4B-7A9E-EA49-9E64-C6080D729559}" srcOrd="0" destOrd="0" presId="urn:microsoft.com/office/officeart/2005/8/layout/orgChart1"/>
    <dgm:cxn modelId="{6151B794-A33B-2342-902E-11DD4AEA50BE}" type="presParOf" srcId="{B7EACD4B-7A9E-EA49-9E64-C6080D729559}" destId="{FAF4BA88-1F9E-D941-B67F-008EB773497A}" srcOrd="0" destOrd="0" presId="urn:microsoft.com/office/officeart/2005/8/layout/orgChart1"/>
    <dgm:cxn modelId="{930E0FB0-FFD5-9545-96EC-7A7F9933EC17}" type="presParOf" srcId="{B7EACD4B-7A9E-EA49-9E64-C6080D729559}" destId="{1765C2F4-103B-1147-903F-20B416BB0ED0}" srcOrd="1" destOrd="0" presId="urn:microsoft.com/office/officeart/2005/8/layout/orgChart1"/>
    <dgm:cxn modelId="{D97FBA0C-6F2F-B846-A60D-812B34FC020A}" type="presParOf" srcId="{6A4959D9-4B59-BA4C-B878-94DA41F8F094}" destId="{574009FF-0ADB-4E41-9F53-1E45E3B8A67E}" srcOrd="1" destOrd="0" presId="urn:microsoft.com/office/officeart/2005/8/layout/orgChart1"/>
    <dgm:cxn modelId="{D9CF287B-CDCA-E844-B05E-B30EDDDE3417}" type="presParOf" srcId="{574009FF-0ADB-4E41-9F53-1E45E3B8A67E}" destId="{64E741B7-5160-944D-A765-DCFA5CA0C683}" srcOrd="0" destOrd="0" presId="urn:microsoft.com/office/officeart/2005/8/layout/orgChart1"/>
    <dgm:cxn modelId="{37609970-6D6C-D749-95CF-B16483851B51}" type="presParOf" srcId="{574009FF-0ADB-4E41-9F53-1E45E3B8A67E}" destId="{0FFE5CC6-E42D-5D44-A20A-91B7882E1534}" srcOrd="1" destOrd="0" presId="urn:microsoft.com/office/officeart/2005/8/layout/orgChart1"/>
    <dgm:cxn modelId="{B845B2D8-7741-1542-90B0-23EFBE6337F4}" type="presParOf" srcId="{0FFE5CC6-E42D-5D44-A20A-91B7882E1534}" destId="{0DE75E7E-A72E-744B-91EE-5EA2B4EB0100}" srcOrd="0" destOrd="0" presId="urn:microsoft.com/office/officeart/2005/8/layout/orgChart1"/>
    <dgm:cxn modelId="{A82F9448-794C-0740-BDC0-A01B866F721A}" type="presParOf" srcId="{0DE75E7E-A72E-744B-91EE-5EA2B4EB0100}" destId="{13454F3A-EB8A-F248-83CF-5D204648AA02}" srcOrd="0" destOrd="0" presId="urn:microsoft.com/office/officeart/2005/8/layout/orgChart1"/>
    <dgm:cxn modelId="{2940A8FE-910B-E142-8270-FEF4D8261AC7}" type="presParOf" srcId="{0DE75E7E-A72E-744B-91EE-5EA2B4EB0100}" destId="{0CFACEE2-D3BD-734C-A40D-B6E9FF17B3B9}" srcOrd="1" destOrd="0" presId="urn:microsoft.com/office/officeart/2005/8/layout/orgChart1"/>
    <dgm:cxn modelId="{7DDEEE32-9515-3D40-9E5E-0EBA8ED41F96}" type="presParOf" srcId="{0FFE5CC6-E42D-5D44-A20A-91B7882E1534}" destId="{C56E3F39-6DE8-7F43-A545-8E35B7E673C0}" srcOrd="1" destOrd="0" presId="urn:microsoft.com/office/officeart/2005/8/layout/orgChart1"/>
    <dgm:cxn modelId="{60AA55E1-AB80-2645-B097-48E233394C08}" type="presParOf" srcId="{0FFE5CC6-E42D-5D44-A20A-91B7882E1534}" destId="{FCF4EC75-EA94-B047-8D9B-1DA2C17FB2E5}" srcOrd="2" destOrd="0" presId="urn:microsoft.com/office/officeart/2005/8/layout/orgChart1"/>
    <dgm:cxn modelId="{2AE74DAF-EFD6-D446-B811-F430A473C471}" type="presParOf" srcId="{574009FF-0ADB-4E41-9F53-1E45E3B8A67E}" destId="{2C9F0C05-3B42-3E4E-86B2-98326D7ABFA3}" srcOrd="2" destOrd="0" presId="urn:microsoft.com/office/officeart/2005/8/layout/orgChart1"/>
    <dgm:cxn modelId="{61CA51EF-6158-6949-9325-FAAA0F799813}" type="presParOf" srcId="{574009FF-0ADB-4E41-9F53-1E45E3B8A67E}" destId="{41D92ECC-63AD-FF49-A958-F431FEDC7AC8}" srcOrd="3" destOrd="0" presId="urn:microsoft.com/office/officeart/2005/8/layout/orgChart1"/>
    <dgm:cxn modelId="{1B8C3729-15DF-E041-85DE-DDA9C0B45A5E}" type="presParOf" srcId="{41D92ECC-63AD-FF49-A958-F431FEDC7AC8}" destId="{FB785C19-D7D1-A248-A352-55E9E52B46F4}" srcOrd="0" destOrd="0" presId="urn:microsoft.com/office/officeart/2005/8/layout/orgChart1"/>
    <dgm:cxn modelId="{20C864D1-32D3-D546-93F4-7344BB43F3A4}" type="presParOf" srcId="{FB785C19-D7D1-A248-A352-55E9E52B46F4}" destId="{6D044727-34B6-9D4A-9046-7F65E23F6F77}" srcOrd="0" destOrd="0" presId="urn:microsoft.com/office/officeart/2005/8/layout/orgChart1"/>
    <dgm:cxn modelId="{14B38456-6696-7746-98BE-48E8BB76F3FB}" type="presParOf" srcId="{FB785C19-D7D1-A248-A352-55E9E52B46F4}" destId="{F62D1166-B243-5543-B5A7-4D1302B64752}" srcOrd="1" destOrd="0" presId="urn:microsoft.com/office/officeart/2005/8/layout/orgChart1"/>
    <dgm:cxn modelId="{907F5A8B-8D76-724B-9676-9A9FBBE39AD7}" type="presParOf" srcId="{41D92ECC-63AD-FF49-A958-F431FEDC7AC8}" destId="{0CF1C0EE-6325-0041-9698-F134146ACDB2}" srcOrd="1" destOrd="0" presId="urn:microsoft.com/office/officeart/2005/8/layout/orgChart1"/>
    <dgm:cxn modelId="{D20A88E9-9D64-0644-A2A1-A48294786BBD}" type="presParOf" srcId="{41D92ECC-63AD-FF49-A958-F431FEDC7AC8}" destId="{F9543DB9-CF6A-F245-993F-FDEB95D28BF1}" srcOrd="2" destOrd="0" presId="urn:microsoft.com/office/officeart/2005/8/layout/orgChart1"/>
    <dgm:cxn modelId="{58B9C869-31DF-D44C-AF92-FD5C99845495}" type="presParOf" srcId="{6A4959D9-4B59-BA4C-B878-94DA41F8F094}" destId="{47F71A6C-3110-7343-835E-72371E947272}" srcOrd="2" destOrd="0" presId="urn:microsoft.com/office/officeart/2005/8/layout/orgChart1"/>
    <dgm:cxn modelId="{FE5DD161-B18F-9F42-ABBA-463560C824B4}" type="presParOf" srcId="{93CD87A6-43A0-CA46-8780-692E1A727038}" destId="{60A61A99-0E4F-A74C-BC80-4370A44E3052}" srcOrd="6" destOrd="0" presId="urn:microsoft.com/office/officeart/2005/8/layout/orgChart1"/>
    <dgm:cxn modelId="{EB820F1B-F76B-1D4C-82DD-0EAD17C9C58D}" type="presParOf" srcId="{93CD87A6-43A0-CA46-8780-692E1A727038}" destId="{F10792EB-36A4-1F4A-97FC-A167A756BFDE}" srcOrd="7" destOrd="0" presId="urn:microsoft.com/office/officeart/2005/8/layout/orgChart1"/>
    <dgm:cxn modelId="{3C04CEFF-EB82-2842-885B-66EDC6F3A9DB}" type="presParOf" srcId="{F10792EB-36A4-1F4A-97FC-A167A756BFDE}" destId="{B93736E3-CB32-604B-9821-74D27957EDDD}" srcOrd="0" destOrd="0" presId="urn:microsoft.com/office/officeart/2005/8/layout/orgChart1"/>
    <dgm:cxn modelId="{340809F3-D890-EE4F-BFD4-AFC8A4EDE856}" type="presParOf" srcId="{B93736E3-CB32-604B-9821-74D27957EDDD}" destId="{3F4BCDE3-EFF7-6647-89E0-7615BCB04F26}" srcOrd="0" destOrd="0" presId="urn:microsoft.com/office/officeart/2005/8/layout/orgChart1"/>
    <dgm:cxn modelId="{49A28FA3-D10B-1049-B711-A410BF7D14C6}" type="presParOf" srcId="{B93736E3-CB32-604B-9821-74D27957EDDD}" destId="{12DC8942-A7F8-374A-86A9-0FA5B0892D35}" srcOrd="1" destOrd="0" presId="urn:microsoft.com/office/officeart/2005/8/layout/orgChart1"/>
    <dgm:cxn modelId="{99650206-A43D-DA4F-A574-DB8351E81560}" type="presParOf" srcId="{F10792EB-36A4-1F4A-97FC-A167A756BFDE}" destId="{064EBA0B-043C-B24B-82D4-BE1F27B36A97}" srcOrd="1" destOrd="0" presId="urn:microsoft.com/office/officeart/2005/8/layout/orgChart1"/>
    <dgm:cxn modelId="{EE82C84A-8B25-B54F-A23F-5A4A7ED4ABC3}" type="presParOf" srcId="{F10792EB-36A4-1F4A-97FC-A167A756BFDE}" destId="{AD84D528-C5E5-5E45-A357-80CF42470268}" srcOrd="2" destOrd="0" presId="urn:microsoft.com/office/officeart/2005/8/layout/orgChart1"/>
    <dgm:cxn modelId="{0EA824EE-A37A-A44A-97EE-2943AC7AEA27}" type="presParOf" srcId="{914AB522-8C6E-5D4B-9D11-C68CCA297557}" destId="{BB13C6D6-B6E1-CA4D-B806-0DCC32312F8C}" srcOrd="2" destOrd="0" presId="urn:microsoft.com/office/officeart/2005/8/layout/orgChart1"/>
    <dgm:cxn modelId="{2F832376-0190-AD48-AA96-0E4653B8AF43}" type="presParOf" srcId="{0F1ED7B1-3D54-F743-8E03-D62D3524CE50}" destId="{EE375C2E-F754-2745-BB14-F520AFC36719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A03A2D2-7E36-B74D-9A30-E0580E5702E2}" type="doc">
      <dgm:prSet loTypeId="urn:microsoft.com/office/officeart/2005/8/layout/lProcess2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2A174A4E-D185-924E-A589-DFFA8620E659}">
      <dgm:prSet phldrT="[Text]"/>
      <dgm:spPr/>
      <dgm:t>
        <a:bodyPr/>
        <a:lstStyle/>
        <a:p>
          <a:r>
            <a:rPr lang="en-GB" dirty="0"/>
            <a:t>API Engineer</a:t>
          </a:r>
        </a:p>
      </dgm:t>
    </dgm:pt>
    <dgm:pt modelId="{874EFD8B-0C39-9B42-AF33-3616366AB468}" type="parTrans" cxnId="{D1ACACA3-DDA2-564F-AC11-D7DA76159E7A}">
      <dgm:prSet/>
      <dgm:spPr/>
      <dgm:t>
        <a:bodyPr/>
        <a:lstStyle/>
        <a:p>
          <a:endParaRPr lang="en-GB"/>
        </a:p>
      </dgm:t>
    </dgm:pt>
    <dgm:pt modelId="{2C1862E0-1813-634D-A4DF-3C80BB9B5996}" type="sibTrans" cxnId="{D1ACACA3-DDA2-564F-AC11-D7DA76159E7A}">
      <dgm:prSet/>
      <dgm:spPr/>
      <dgm:t>
        <a:bodyPr/>
        <a:lstStyle/>
        <a:p>
          <a:endParaRPr lang="en-GB"/>
        </a:p>
      </dgm:t>
    </dgm:pt>
    <dgm:pt modelId="{745ED640-EB6A-D14E-B931-DB7AE77231A1}">
      <dgm:prSet phldrT="[Text]" custT="1"/>
      <dgm:spPr/>
      <dgm:t>
        <a:bodyPr/>
        <a:lstStyle/>
        <a:p>
          <a:r>
            <a:rPr lang="en-GB" sz="1200" dirty="0"/>
            <a:t>Design, build, test and deploy API endpoints </a:t>
          </a:r>
        </a:p>
      </dgm:t>
    </dgm:pt>
    <dgm:pt modelId="{6B0F797D-0E0F-644C-9404-772DF6643122}" type="parTrans" cxnId="{942C0FB6-4422-F846-B071-AD6469D6DA12}">
      <dgm:prSet/>
      <dgm:spPr/>
      <dgm:t>
        <a:bodyPr/>
        <a:lstStyle/>
        <a:p>
          <a:endParaRPr lang="en-GB"/>
        </a:p>
      </dgm:t>
    </dgm:pt>
    <dgm:pt modelId="{EE082D67-72D1-E24F-970B-CE75CCAAC235}" type="sibTrans" cxnId="{942C0FB6-4422-F846-B071-AD6469D6DA12}">
      <dgm:prSet/>
      <dgm:spPr/>
      <dgm:t>
        <a:bodyPr/>
        <a:lstStyle/>
        <a:p>
          <a:endParaRPr lang="en-GB"/>
        </a:p>
      </dgm:t>
    </dgm:pt>
    <dgm:pt modelId="{75265647-3A07-D342-9E35-488E527B5954}">
      <dgm:prSet phldrT="[Text]" custT="1"/>
      <dgm:spPr/>
      <dgm:t>
        <a:bodyPr/>
        <a:lstStyle/>
        <a:p>
          <a:r>
            <a:rPr lang="en-GB" sz="1200" dirty="0"/>
            <a:t>AWS/Azure serverless and API Gateway exp. </a:t>
          </a:r>
        </a:p>
      </dgm:t>
    </dgm:pt>
    <dgm:pt modelId="{59007E7E-EC7A-0F48-9F15-8476FEBAC11D}" type="parTrans" cxnId="{9D9EC7FF-4221-5646-9F3D-C00AB903BF41}">
      <dgm:prSet/>
      <dgm:spPr/>
      <dgm:t>
        <a:bodyPr/>
        <a:lstStyle/>
        <a:p>
          <a:endParaRPr lang="en-GB"/>
        </a:p>
      </dgm:t>
    </dgm:pt>
    <dgm:pt modelId="{DFBCE3A7-F6A7-844A-9387-DE581DF53CFC}" type="sibTrans" cxnId="{9D9EC7FF-4221-5646-9F3D-C00AB903BF41}">
      <dgm:prSet/>
      <dgm:spPr/>
      <dgm:t>
        <a:bodyPr/>
        <a:lstStyle/>
        <a:p>
          <a:endParaRPr lang="en-GB"/>
        </a:p>
      </dgm:t>
    </dgm:pt>
    <dgm:pt modelId="{9F60443C-C3C0-634F-BDAA-23F815C06E54}">
      <dgm:prSet phldrT="[Text]"/>
      <dgm:spPr/>
      <dgm:t>
        <a:bodyPr/>
        <a:lstStyle/>
        <a:p>
          <a:r>
            <a:rPr lang="en-GB" dirty="0"/>
            <a:t>Platform Engineer</a:t>
          </a:r>
        </a:p>
      </dgm:t>
    </dgm:pt>
    <dgm:pt modelId="{035FA40B-D7C5-5C4B-9F7A-3DA1E5262D6C}" type="parTrans" cxnId="{0796243B-456A-AD48-A5EC-58971E4EF7E5}">
      <dgm:prSet/>
      <dgm:spPr/>
      <dgm:t>
        <a:bodyPr/>
        <a:lstStyle/>
        <a:p>
          <a:endParaRPr lang="en-GB"/>
        </a:p>
      </dgm:t>
    </dgm:pt>
    <dgm:pt modelId="{A71F7CF9-A33D-9949-8EBF-854A5C2A850A}" type="sibTrans" cxnId="{0796243B-456A-AD48-A5EC-58971E4EF7E5}">
      <dgm:prSet/>
      <dgm:spPr/>
      <dgm:t>
        <a:bodyPr/>
        <a:lstStyle/>
        <a:p>
          <a:endParaRPr lang="en-GB"/>
        </a:p>
      </dgm:t>
    </dgm:pt>
    <dgm:pt modelId="{A5C4CD07-7F67-124F-A974-F5D2B00C9C88}">
      <dgm:prSet phldrT="[Text]" custT="1"/>
      <dgm:spPr/>
      <dgm:t>
        <a:bodyPr/>
        <a:lstStyle/>
        <a:p>
          <a:r>
            <a:rPr lang="en-GB" sz="1200" dirty="0"/>
            <a:t>DevOps/Cloud engineering AWS or Azure experience</a:t>
          </a:r>
        </a:p>
      </dgm:t>
    </dgm:pt>
    <dgm:pt modelId="{4C3076A2-A141-304B-BC69-1693E6B96471}" type="parTrans" cxnId="{AC3D6F84-E5AC-E240-A29D-9FF8EC03E14C}">
      <dgm:prSet/>
      <dgm:spPr/>
      <dgm:t>
        <a:bodyPr/>
        <a:lstStyle/>
        <a:p>
          <a:endParaRPr lang="en-GB"/>
        </a:p>
      </dgm:t>
    </dgm:pt>
    <dgm:pt modelId="{161F1713-93D8-3842-9721-3A6283BEDD85}" type="sibTrans" cxnId="{AC3D6F84-E5AC-E240-A29D-9FF8EC03E14C}">
      <dgm:prSet/>
      <dgm:spPr/>
      <dgm:t>
        <a:bodyPr/>
        <a:lstStyle/>
        <a:p>
          <a:endParaRPr lang="en-GB"/>
        </a:p>
      </dgm:t>
    </dgm:pt>
    <dgm:pt modelId="{64914170-24CD-B344-8B7F-294F147549BA}">
      <dgm:prSet phldrT="[Text]" custT="1"/>
      <dgm:spPr/>
      <dgm:t>
        <a:bodyPr/>
        <a:lstStyle/>
        <a:p>
          <a:r>
            <a:rPr lang="en-GB" sz="1200" dirty="0"/>
            <a:t>DevOps tools including Jira, Jenkins, GitHub, Docker</a:t>
          </a:r>
        </a:p>
      </dgm:t>
    </dgm:pt>
    <dgm:pt modelId="{9382828D-F93A-5944-9A64-F5500A95246F}" type="parTrans" cxnId="{9612E64C-368A-B345-9C09-6BCCFA55358F}">
      <dgm:prSet/>
      <dgm:spPr/>
      <dgm:t>
        <a:bodyPr/>
        <a:lstStyle/>
        <a:p>
          <a:endParaRPr lang="en-GB"/>
        </a:p>
      </dgm:t>
    </dgm:pt>
    <dgm:pt modelId="{C2794BE7-A01A-0245-A8A3-B3408C7430E9}" type="sibTrans" cxnId="{9612E64C-368A-B345-9C09-6BCCFA55358F}">
      <dgm:prSet/>
      <dgm:spPr/>
      <dgm:t>
        <a:bodyPr/>
        <a:lstStyle/>
        <a:p>
          <a:endParaRPr lang="en-GB"/>
        </a:p>
      </dgm:t>
    </dgm:pt>
    <dgm:pt modelId="{B5A143F0-EA5F-7F4E-8F55-7C78090B551E}">
      <dgm:prSet phldrT="[Text]"/>
      <dgm:spPr/>
      <dgm:t>
        <a:bodyPr/>
        <a:lstStyle/>
        <a:p>
          <a:r>
            <a:rPr lang="en-GB" dirty="0"/>
            <a:t>Frontend Engineer</a:t>
          </a:r>
        </a:p>
      </dgm:t>
    </dgm:pt>
    <dgm:pt modelId="{9AEA693C-549A-6045-9D51-0AA45985E00E}" type="parTrans" cxnId="{9466253C-5EE7-374B-900D-E38081A319C1}">
      <dgm:prSet/>
      <dgm:spPr/>
      <dgm:t>
        <a:bodyPr/>
        <a:lstStyle/>
        <a:p>
          <a:endParaRPr lang="en-GB"/>
        </a:p>
      </dgm:t>
    </dgm:pt>
    <dgm:pt modelId="{42BEF2B1-F563-124A-BCB1-18DF27DEAD7F}" type="sibTrans" cxnId="{9466253C-5EE7-374B-900D-E38081A319C1}">
      <dgm:prSet/>
      <dgm:spPr/>
      <dgm:t>
        <a:bodyPr/>
        <a:lstStyle/>
        <a:p>
          <a:endParaRPr lang="en-GB"/>
        </a:p>
      </dgm:t>
    </dgm:pt>
    <dgm:pt modelId="{E15A265B-0ADA-7E41-B22F-5B03AB93A9D0}">
      <dgm:prSet phldrT="[Text]" custT="1"/>
      <dgm:spPr/>
      <dgm:t>
        <a:bodyPr/>
        <a:lstStyle/>
        <a:p>
          <a:r>
            <a:rPr lang="en-GB" sz="1200" dirty="0"/>
            <a:t>In-depth exp. of core web techs JS, CSS, HTML</a:t>
          </a:r>
        </a:p>
      </dgm:t>
    </dgm:pt>
    <dgm:pt modelId="{791E04AF-BD1C-744E-9507-6D334C5BA1C2}" type="parTrans" cxnId="{3384168A-51B3-6849-AE07-606FA2CC5F30}">
      <dgm:prSet/>
      <dgm:spPr/>
      <dgm:t>
        <a:bodyPr/>
        <a:lstStyle/>
        <a:p>
          <a:endParaRPr lang="en-GB"/>
        </a:p>
      </dgm:t>
    </dgm:pt>
    <dgm:pt modelId="{3B2D5693-AFCE-4247-9AE7-10F3093477C0}" type="sibTrans" cxnId="{3384168A-51B3-6849-AE07-606FA2CC5F30}">
      <dgm:prSet/>
      <dgm:spPr/>
      <dgm:t>
        <a:bodyPr/>
        <a:lstStyle/>
        <a:p>
          <a:endParaRPr lang="en-GB"/>
        </a:p>
      </dgm:t>
    </dgm:pt>
    <dgm:pt modelId="{4C26A78B-8882-154A-89C8-8621B1A31962}">
      <dgm:prSet/>
      <dgm:spPr/>
      <dgm:t>
        <a:bodyPr/>
        <a:lstStyle/>
        <a:p>
          <a:r>
            <a:rPr lang="en-GB" dirty="0"/>
            <a:t>Backend Developer</a:t>
          </a:r>
        </a:p>
      </dgm:t>
    </dgm:pt>
    <dgm:pt modelId="{22D4BDAF-D6FC-7F47-889C-56411E91C588}" type="parTrans" cxnId="{BA56A527-EA11-F240-9E94-4282F9EBB68B}">
      <dgm:prSet/>
      <dgm:spPr/>
      <dgm:t>
        <a:bodyPr/>
        <a:lstStyle/>
        <a:p>
          <a:endParaRPr lang="en-GB"/>
        </a:p>
      </dgm:t>
    </dgm:pt>
    <dgm:pt modelId="{9C13776D-E464-1241-A321-2F43B80AFF52}" type="sibTrans" cxnId="{BA56A527-EA11-F240-9E94-4282F9EBB68B}">
      <dgm:prSet/>
      <dgm:spPr/>
      <dgm:t>
        <a:bodyPr/>
        <a:lstStyle/>
        <a:p>
          <a:endParaRPr lang="en-GB"/>
        </a:p>
      </dgm:t>
    </dgm:pt>
    <dgm:pt modelId="{44E6CDD5-4791-714D-BE87-5840E3C3B754}">
      <dgm:prSet/>
      <dgm:spPr/>
      <dgm:t>
        <a:bodyPr/>
        <a:lstStyle/>
        <a:p>
          <a:r>
            <a:rPr lang="en-GB" dirty="0"/>
            <a:t>Database Developer</a:t>
          </a:r>
        </a:p>
      </dgm:t>
    </dgm:pt>
    <dgm:pt modelId="{BE3180A0-C5DC-C844-B69E-5C3E3A3DB112}" type="parTrans" cxnId="{71C5126D-6A27-B846-9014-95BCE428721E}">
      <dgm:prSet/>
      <dgm:spPr/>
      <dgm:t>
        <a:bodyPr/>
        <a:lstStyle/>
        <a:p>
          <a:endParaRPr lang="en-GB"/>
        </a:p>
      </dgm:t>
    </dgm:pt>
    <dgm:pt modelId="{B723AF30-5FEB-9A47-8A9D-1FAD8667109F}" type="sibTrans" cxnId="{71C5126D-6A27-B846-9014-95BCE428721E}">
      <dgm:prSet/>
      <dgm:spPr/>
      <dgm:t>
        <a:bodyPr/>
        <a:lstStyle/>
        <a:p>
          <a:endParaRPr lang="en-GB"/>
        </a:p>
      </dgm:t>
    </dgm:pt>
    <dgm:pt modelId="{D9059024-BE23-5C46-A132-8515FCECAFDA}">
      <dgm:prSet custT="1"/>
      <dgm:spPr/>
      <dgm:t>
        <a:bodyPr/>
        <a:lstStyle/>
        <a:p>
          <a:r>
            <a:rPr lang="en-GB" sz="1200" dirty="0"/>
            <a:t>Consume external service provider API’s</a:t>
          </a:r>
        </a:p>
      </dgm:t>
    </dgm:pt>
    <dgm:pt modelId="{F7FB5281-F6AD-3B4D-B6BF-1352B8100023}" type="parTrans" cxnId="{F6BD3046-F205-E042-95F9-439C04D9CB5D}">
      <dgm:prSet/>
      <dgm:spPr/>
      <dgm:t>
        <a:bodyPr/>
        <a:lstStyle/>
        <a:p>
          <a:endParaRPr lang="en-GB"/>
        </a:p>
      </dgm:t>
    </dgm:pt>
    <dgm:pt modelId="{3B0E0F65-0087-7540-8BA1-86FDA42E1846}" type="sibTrans" cxnId="{F6BD3046-F205-E042-95F9-439C04D9CB5D}">
      <dgm:prSet/>
      <dgm:spPr/>
      <dgm:t>
        <a:bodyPr/>
        <a:lstStyle/>
        <a:p>
          <a:endParaRPr lang="en-GB"/>
        </a:p>
      </dgm:t>
    </dgm:pt>
    <dgm:pt modelId="{6D0961C4-1FE9-E745-B073-D4740FE4C189}">
      <dgm:prSet custT="1"/>
      <dgm:spPr/>
      <dgm:t>
        <a:bodyPr/>
        <a:lstStyle/>
        <a:p>
          <a:r>
            <a:rPr lang="en-GB" sz="1200" dirty="0"/>
            <a:t>Fintech/Payment domain experience</a:t>
          </a:r>
        </a:p>
      </dgm:t>
    </dgm:pt>
    <dgm:pt modelId="{5B7D0BD9-3ECA-7F4C-BDF2-A0CE357750ED}" type="parTrans" cxnId="{39E91999-1AFF-0547-8156-BD0FEC397945}">
      <dgm:prSet/>
      <dgm:spPr/>
      <dgm:t>
        <a:bodyPr/>
        <a:lstStyle/>
        <a:p>
          <a:endParaRPr lang="en-GB"/>
        </a:p>
      </dgm:t>
    </dgm:pt>
    <dgm:pt modelId="{78F1B715-3041-2E4F-8A94-D6E74A6D137C}" type="sibTrans" cxnId="{39E91999-1AFF-0547-8156-BD0FEC397945}">
      <dgm:prSet/>
      <dgm:spPr/>
      <dgm:t>
        <a:bodyPr/>
        <a:lstStyle/>
        <a:p>
          <a:endParaRPr lang="en-GB"/>
        </a:p>
      </dgm:t>
    </dgm:pt>
    <dgm:pt modelId="{67B3709E-B9A5-BF45-AAD6-92C26BA4CDB2}">
      <dgm:prSet custT="1"/>
      <dgm:spPr/>
      <dgm:t>
        <a:bodyPr/>
        <a:lstStyle/>
        <a:p>
          <a:r>
            <a:rPr lang="en-GB" sz="1200" dirty="0"/>
            <a:t>Solid experience in managing and optimising DBMS</a:t>
          </a:r>
        </a:p>
      </dgm:t>
    </dgm:pt>
    <dgm:pt modelId="{DC0C74E5-7799-2C4D-98B4-585045108556}" type="parTrans" cxnId="{071D2A31-12C6-0547-9992-343289304A90}">
      <dgm:prSet/>
      <dgm:spPr/>
      <dgm:t>
        <a:bodyPr/>
        <a:lstStyle/>
        <a:p>
          <a:endParaRPr lang="en-GB"/>
        </a:p>
      </dgm:t>
    </dgm:pt>
    <dgm:pt modelId="{CF510041-7AD4-2A40-A15C-B104985B0B23}" type="sibTrans" cxnId="{071D2A31-12C6-0547-9992-343289304A90}">
      <dgm:prSet/>
      <dgm:spPr/>
      <dgm:t>
        <a:bodyPr/>
        <a:lstStyle/>
        <a:p>
          <a:endParaRPr lang="en-GB"/>
        </a:p>
      </dgm:t>
    </dgm:pt>
    <dgm:pt modelId="{C7C94BD5-738D-B446-8BC5-AAF94D502D52}">
      <dgm:prSet custT="1"/>
      <dgm:spPr/>
      <dgm:t>
        <a:bodyPr/>
        <a:lstStyle/>
        <a:p>
          <a:r>
            <a:rPr lang="en-GB" sz="1200" dirty="0"/>
            <a:t>Min 5 years working with PostgreSQL and SQL Server</a:t>
          </a:r>
        </a:p>
      </dgm:t>
    </dgm:pt>
    <dgm:pt modelId="{4F7985C6-3577-9A48-98C0-8699DF769C27}" type="parTrans" cxnId="{C794A2CA-BC0A-4740-B710-C78CA7D825A3}">
      <dgm:prSet/>
      <dgm:spPr/>
      <dgm:t>
        <a:bodyPr/>
        <a:lstStyle/>
        <a:p>
          <a:endParaRPr lang="en-GB"/>
        </a:p>
      </dgm:t>
    </dgm:pt>
    <dgm:pt modelId="{934A22ED-D06E-424D-95F6-9DD497498EBF}" type="sibTrans" cxnId="{C794A2CA-BC0A-4740-B710-C78CA7D825A3}">
      <dgm:prSet/>
      <dgm:spPr/>
      <dgm:t>
        <a:bodyPr/>
        <a:lstStyle/>
        <a:p>
          <a:endParaRPr lang="en-GB"/>
        </a:p>
      </dgm:t>
    </dgm:pt>
    <dgm:pt modelId="{0085D5DD-2A1A-5147-BC82-1A7CF48EB909}">
      <dgm:prSet phldrT="[Text]" custT="1"/>
      <dgm:spPr/>
      <dgm:t>
        <a:bodyPr/>
        <a:lstStyle/>
        <a:p>
          <a:r>
            <a:rPr lang="en-GB" sz="1200" dirty="0"/>
            <a:t>Agile, CI/CD and TDD</a:t>
          </a:r>
        </a:p>
      </dgm:t>
    </dgm:pt>
    <dgm:pt modelId="{05723620-2CF6-8249-B4AA-4FCF762F8DEF}" type="parTrans" cxnId="{F4AB9C21-EFBA-DA4E-B884-87501D05C4F9}">
      <dgm:prSet/>
      <dgm:spPr/>
      <dgm:t>
        <a:bodyPr/>
        <a:lstStyle/>
        <a:p>
          <a:endParaRPr lang="en-GB"/>
        </a:p>
      </dgm:t>
    </dgm:pt>
    <dgm:pt modelId="{268968AC-E8D8-3142-BB8A-30C497F2E0CC}" type="sibTrans" cxnId="{F4AB9C21-EFBA-DA4E-B884-87501D05C4F9}">
      <dgm:prSet/>
      <dgm:spPr/>
      <dgm:t>
        <a:bodyPr/>
        <a:lstStyle/>
        <a:p>
          <a:endParaRPr lang="en-GB"/>
        </a:p>
      </dgm:t>
    </dgm:pt>
    <dgm:pt modelId="{8523B69C-3A52-2746-83E3-89D2553E1C75}">
      <dgm:prSet phldrT="[Text]" custT="1"/>
      <dgm:spPr/>
      <dgm:t>
        <a:bodyPr/>
        <a:lstStyle/>
        <a:p>
          <a:r>
            <a:rPr lang="en-GB" sz="1200" dirty="0"/>
            <a:t>Agile CI/CD and TDD</a:t>
          </a:r>
        </a:p>
      </dgm:t>
    </dgm:pt>
    <dgm:pt modelId="{57A25A7E-6386-0648-8E89-4DD78E459B2A}" type="parTrans" cxnId="{3F1ED81D-CB35-3A46-8F18-2A7E9BFA26D5}">
      <dgm:prSet/>
      <dgm:spPr/>
      <dgm:t>
        <a:bodyPr/>
        <a:lstStyle/>
        <a:p>
          <a:endParaRPr lang="en-GB"/>
        </a:p>
      </dgm:t>
    </dgm:pt>
    <dgm:pt modelId="{BD9904DA-E960-0744-966F-ED2E3315CB86}" type="sibTrans" cxnId="{3F1ED81D-CB35-3A46-8F18-2A7E9BFA26D5}">
      <dgm:prSet/>
      <dgm:spPr/>
      <dgm:t>
        <a:bodyPr/>
        <a:lstStyle/>
        <a:p>
          <a:endParaRPr lang="en-GB"/>
        </a:p>
      </dgm:t>
    </dgm:pt>
    <dgm:pt modelId="{15969BE2-D3CD-8746-AAEB-78788BEF5E6E}">
      <dgm:prSet phldrT="[Text]" custT="1"/>
      <dgm:spPr/>
      <dgm:t>
        <a:bodyPr/>
        <a:lstStyle/>
        <a:p>
          <a:r>
            <a:rPr lang="en-GB" sz="1200" dirty="0"/>
            <a:t>Min 5 years API build in TypeScript </a:t>
          </a:r>
        </a:p>
      </dgm:t>
    </dgm:pt>
    <dgm:pt modelId="{8346AFCD-D3AA-D24F-A9AB-209DBA9E3471}" type="parTrans" cxnId="{A0154A64-BCDF-B94F-A75A-1D4DF5D5D5F3}">
      <dgm:prSet/>
      <dgm:spPr/>
      <dgm:t>
        <a:bodyPr/>
        <a:lstStyle/>
        <a:p>
          <a:endParaRPr lang="en-GB"/>
        </a:p>
      </dgm:t>
    </dgm:pt>
    <dgm:pt modelId="{9C334821-FF1F-D64E-BEA4-C43136794EBB}" type="sibTrans" cxnId="{A0154A64-BCDF-B94F-A75A-1D4DF5D5D5F3}">
      <dgm:prSet/>
      <dgm:spPr/>
      <dgm:t>
        <a:bodyPr/>
        <a:lstStyle/>
        <a:p>
          <a:endParaRPr lang="en-GB"/>
        </a:p>
      </dgm:t>
    </dgm:pt>
    <dgm:pt modelId="{3D655BEB-FA9E-4D4D-BCF9-83CF9DF95FDB}">
      <dgm:prSet custT="1"/>
      <dgm:spPr/>
      <dgm:t>
        <a:bodyPr/>
        <a:lstStyle/>
        <a:p>
          <a:r>
            <a:rPr lang="en-GB" sz="1200" dirty="0"/>
            <a:t>Fintech/Payment domain experience</a:t>
          </a:r>
        </a:p>
      </dgm:t>
    </dgm:pt>
    <dgm:pt modelId="{A9048BBE-3F73-CB42-87D7-C51ADF94D785}" type="parTrans" cxnId="{18D72A03-D6BD-044C-8807-4A09EAA8C15E}">
      <dgm:prSet/>
      <dgm:spPr/>
      <dgm:t>
        <a:bodyPr/>
        <a:lstStyle/>
        <a:p>
          <a:endParaRPr lang="en-GB"/>
        </a:p>
      </dgm:t>
    </dgm:pt>
    <dgm:pt modelId="{B9D26C47-5AD2-8B4A-B065-4FDE78AC5418}" type="sibTrans" cxnId="{18D72A03-D6BD-044C-8807-4A09EAA8C15E}">
      <dgm:prSet/>
      <dgm:spPr/>
      <dgm:t>
        <a:bodyPr/>
        <a:lstStyle/>
        <a:p>
          <a:endParaRPr lang="en-GB"/>
        </a:p>
      </dgm:t>
    </dgm:pt>
    <dgm:pt modelId="{8CC18A40-1B9D-6544-90EA-D796CBD3D6F8}">
      <dgm:prSet phldrT="[Text]" custT="1"/>
      <dgm:spPr/>
      <dgm:t>
        <a:bodyPr/>
        <a:lstStyle/>
        <a:p>
          <a:r>
            <a:rPr lang="en-GB" sz="1200" dirty="0"/>
            <a:t>Min 5 years front-end with </a:t>
          </a:r>
          <a:r>
            <a:rPr lang="en-GB" sz="1200" dirty="0" err="1"/>
            <a:t>NextJS</a:t>
          </a:r>
          <a:r>
            <a:rPr lang="en-GB" sz="1200" dirty="0"/>
            <a:t>/Remix, React</a:t>
          </a:r>
        </a:p>
      </dgm:t>
    </dgm:pt>
    <dgm:pt modelId="{4D38C305-4FBB-7D45-A880-E167CA6615BE}" type="parTrans" cxnId="{535628B8-717C-3D42-979B-4EE38BFE3A03}">
      <dgm:prSet/>
      <dgm:spPr/>
      <dgm:t>
        <a:bodyPr/>
        <a:lstStyle/>
        <a:p>
          <a:endParaRPr lang="en-GB"/>
        </a:p>
      </dgm:t>
    </dgm:pt>
    <dgm:pt modelId="{73A6B04B-F2C5-4A4E-9224-9681091E9A43}" type="sibTrans" cxnId="{535628B8-717C-3D42-979B-4EE38BFE3A03}">
      <dgm:prSet/>
      <dgm:spPr/>
      <dgm:t>
        <a:bodyPr/>
        <a:lstStyle/>
        <a:p>
          <a:endParaRPr lang="en-GB"/>
        </a:p>
      </dgm:t>
    </dgm:pt>
    <dgm:pt modelId="{C94173DA-F25D-1442-9F10-D7221118F499}">
      <dgm:prSet phldrT="[Text]" custT="1"/>
      <dgm:spPr/>
      <dgm:t>
        <a:bodyPr/>
        <a:lstStyle/>
        <a:p>
          <a:r>
            <a:rPr lang="en-GB" sz="1200" dirty="0"/>
            <a:t>Interfacing with API endpoints + JWT, MFA</a:t>
          </a:r>
        </a:p>
      </dgm:t>
    </dgm:pt>
    <dgm:pt modelId="{010F9A63-D0F2-2B41-AA8F-09F4DA9802F2}" type="parTrans" cxnId="{608EF77C-F1F2-0442-B932-3DDE04E345C6}">
      <dgm:prSet/>
      <dgm:spPr/>
      <dgm:t>
        <a:bodyPr/>
        <a:lstStyle/>
        <a:p>
          <a:endParaRPr lang="en-GB"/>
        </a:p>
      </dgm:t>
    </dgm:pt>
    <dgm:pt modelId="{2BCF5156-7AA5-9F42-8F80-1DA3E12E0261}" type="sibTrans" cxnId="{608EF77C-F1F2-0442-B932-3DDE04E345C6}">
      <dgm:prSet/>
      <dgm:spPr/>
      <dgm:t>
        <a:bodyPr/>
        <a:lstStyle/>
        <a:p>
          <a:endParaRPr lang="en-GB"/>
        </a:p>
      </dgm:t>
    </dgm:pt>
    <dgm:pt modelId="{914AE7B2-C94F-D344-8893-69D71457C5B5}">
      <dgm:prSet phldrT="[Text]" custT="1"/>
      <dgm:spPr/>
      <dgm:t>
        <a:bodyPr/>
        <a:lstStyle/>
        <a:p>
          <a:r>
            <a:rPr lang="en-GB" sz="1200" dirty="0"/>
            <a:t>Front-end testing frameworks</a:t>
          </a:r>
        </a:p>
      </dgm:t>
    </dgm:pt>
    <dgm:pt modelId="{55E3DE03-0FC8-434E-AFE3-5DEAB305C291}" type="parTrans" cxnId="{397FBA2A-BCD7-4647-8BF0-A047F20E3CFB}">
      <dgm:prSet/>
      <dgm:spPr/>
      <dgm:t>
        <a:bodyPr/>
        <a:lstStyle/>
        <a:p>
          <a:endParaRPr lang="en-GB"/>
        </a:p>
      </dgm:t>
    </dgm:pt>
    <dgm:pt modelId="{94AD79D5-2B41-CE4B-9388-996535D04905}" type="sibTrans" cxnId="{397FBA2A-BCD7-4647-8BF0-A047F20E3CFB}">
      <dgm:prSet/>
      <dgm:spPr/>
      <dgm:t>
        <a:bodyPr/>
        <a:lstStyle/>
        <a:p>
          <a:endParaRPr lang="en-GB"/>
        </a:p>
      </dgm:t>
    </dgm:pt>
    <dgm:pt modelId="{D607C930-9EFF-024B-90C2-C9A7F1983B65}">
      <dgm:prSet phldrT="[Text]" custT="1"/>
      <dgm:spPr/>
      <dgm:t>
        <a:bodyPr/>
        <a:lstStyle/>
        <a:p>
          <a:r>
            <a:rPr lang="en-GB" sz="1200" dirty="0"/>
            <a:t> Fintech/Payment domain experience</a:t>
          </a:r>
        </a:p>
      </dgm:t>
    </dgm:pt>
    <dgm:pt modelId="{EE466E76-91E3-B14F-AFEE-B067383510AF}" type="parTrans" cxnId="{2F02812E-8F78-5E4A-AF7E-52F91B6CD934}">
      <dgm:prSet/>
      <dgm:spPr/>
      <dgm:t>
        <a:bodyPr/>
        <a:lstStyle/>
        <a:p>
          <a:endParaRPr lang="en-GB"/>
        </a:p>
      </dgm:t>
    </dgm:pt>
    <dgm:pt modelId="{AE2894F3-5F85-9040-91B4-22DF2CF0BDB8}" type="sibTrans" cxnId="{2F02812E-8F78-5E4A-AF7E-52F91B6CD934}">
      <dgm:prSet/>
      <dgm:spPr/>
      <dgm:t>
        <a:bodyPr/>
        <a:lstStyle/>
        <a:p>
          <a:endParaRPr lang="en-GB"/>
        </a:p>
      </dgm:t>
    </dgm:pt>
    <dgm:pt modelId="{51C76E81-7821-5841-9ECB-94BB095CB24F}">
      <dgm:prSet phldrT="[Text]" custT="1"/>
      <dgm:spPr/>
      <dgm:t>
        <a:bodyPr/>
        <a:lstStyle/>
        <a:p>
          <a:r>
            <a:rPr lang="en-GB" sz="1200" dirty="0"/>
            <a:t>Solid CI/CD, </a:t>
          </a:r>
          <a:r>
            <a:rPr lang="en-GB" sz="1200" dirty="0" err="1"/>
            <a:t>IaC</a:t>
          </a:r>
          <a:r>
            <a:rPr lang="en-GB" sz="1200" dirty="0"/>
            <a:t>, build Automation, Terraform</a:t>
          </a:r>
        </a:p>
      </dgm:t>
    </dgm:pt>
    <dgm:pt modelId="{2EA20B34-1482-594A-B6EB-0C4ED7A8D0BE}" type="parTrans" cxnId="{1CD97704-7D5C-9A43-8B4F-A1893486B088}">
      <dgm:prSet/>
      <dgm:spPr/>
      <dgm:t>
        <a:bodyPr/>
        <a:lstStyle/>
        <a:p>
          <a:endParaRPr lang="en-GB"/>
        </a:p>
      </dgm:t>
    </dgm:pt>
    <dgm:pt modelId="{91BC72C1-8C1C-A441-83CF-9BF5BE045EC7}" type="sibTrans" cxnId="{1CD97704-7D5C-9A43-8B4F-A1893486B088}">
      <dgm:prSet/>
      <dgm:spPr/>
      <dgm:t>
        <a:bodyPr/>
        <a:lstStyle/>
        <a:p>
          <a:endParaRPr lang="en-GB"/>
        </a:p>
      </dgm:t>
    </dgm:pt>
    <dgm:pt modelId="{D6E813B3-F7C1-FA4F-9FD4-F9508599D324}">
      <dgm:prSet phldrT="[Text]" custT="1"/>
      <dgm:spPr/>
      <dgm:t>
        <a:bodyPr/>
        <a:lstStyle/>
        <a:p>
          <a:r>
            <a:rPr lang="en-GB" sz="1200" dirty="0"/>
            <a:t>ECS, S3, Serverless, API Gateway, SQS, </a:t>
          </a:r>
          <a:r>
            <a:rPr lang="en-GB" sz="1200" dirty="0" err="1"/>
            <a:t>EventBridge</a:t>
          </a:r>
          <a:endParaRPr lang="en-GB" sz="1200" dirty="0"/>
        </a:p>
      </dgm:t>
    </dgm:pt>
    <dgm:pt modelId="{20B50624-1678-344D-8605-B5BD7484C865}" type="parTrans" cxnId="{3FAF7684-1BD7-1943-9559-43C7F7532383}">
      <dgm:prSet/>
      <dgm:spPr/>
      <dgm:t>
        <a:bodyPr/>
        <a:lstStyle/>
        <a:p>
          <a:endParaRPr lang="en-GB"/>
        </a:p>
      </dgm:t>
    </dgm:pt>
    <dgm:pt modelId="{B8AB88D2-0A78-0E4E-9004-04702C61B2A6}" type="sibTrans" cxnId="{3FAF7684-1BD7-1943-9559-43C7F7532383}">
      <dgm:prSet/>
      <dgm:spPr/>
      <dgm:t>
        <a:bodyPr/>
        <a:lstStyle/>
        <a:p>
          <a:endParaRPr lang="en-GB"/>
        </a:p>
      </dgm:t>
    </dgm:pt>
    <dgm:pt modelId="{33DF16E0-FE65-9441-A711-282011EA75CE}">
      <dgm:prSet custT="1"/>
      <dgm:spPr/>
      <dgm:t>
        <a:bodyPr/>
        <a:lstStyle/>
        <a:p>
          <a:r>
            <a:rPr lang="en-GB" sz="1200" dirty="0"/>
            <a:t>Solid server-side experience with Node.js</a:t>
          </a:r>
        </a:p>
      </dgm:t>
    </dgm:pt>
    <dgm:pt modelId="{B32A7CD9-A257-B547-9215-BF90F6EF7D45}" type="parTrans" cxnId="{74DD0BD0-2463-5249-A90F-F3F7A8870B80}">
      <dgm:prSet/>
      <dgm:spPr/>
      <dgm:t>
        <a:bodyPr/>
        <a:lstStyle/>
        <a:p>
          <a:endParaRPr lang="en-GB"/>
        </a:p>
      </dgm:t>
    </dgm:pt>
    <dgm:pt modelId="{2172FC5C-788C-2F46-819D-CEF5A3F2FEE1}" type="sibTrans" cxnId="{74DD0BD0-2463-5249-A90F-F3F7A8870B80}">
      <dgm:prSet/>
      <dgm:spPr/>
      <dgm:t>
        <a:bodyPr/>
        <a:lstStyle/>
        <a:p>
          <a:endParaRPr lang="en-GB"/>
        </a:p>
      </dgm:t>
    </dgm:pt>
    <dgm:pt modelId="{A978ACCB-669D-FB4A-9DC5-2D54A49FB938}">
      <dgm:prSet custT="1"/>
      <dgm:spPr/>
      <dgm:t>
        <a:bodyPr/>
        <a:lstStyle/>
        <a:p>
          <a:r>
            <a:rPr lang="en-GB" sz="1200" dirty="0"/>
            <a:t>Workflow and Business process orchestration</a:t>
          </a:r>
        </a:p>
      </dgm:t>
    </dgm:pt>
    <dgm:pt modelId="{733A2751-15AD-F543-9878-2E7D2355DEC0}" type="parTrans" cxnId="{1219FDD2-F7EB-9F4C-9521-2C255908BEB2}">
      <dgm:prSet/>
      <dgm:spPr/>
      <dgm:t>
        <a:bodyPr/>
        <a:lstStyle/>
        <a:p>
          <a:endParaRPr lang="en-GB"/>
        </a:p>
      </dgm:t>
    </dgm:pt>
    <dgm:pt modelId="{954991B4-54A3-0E4D-8165-D32304D84B92}" type="sibTrans" cxnId="{1219FDD2-F7EB-9F4C-9521-2C255908BEB2}">
      <dgm:prSet/>
      <dgm:spPr/>
      <dgm:t>
        <a:bodyPr/>
        <a:lstStyle/>
        <a:p>
          <a:endParaRPr lang="en-GB"/>
        </a:p>
      </dgm:t>
    </dgm:pt>
    <dgm:pt modelId="{0141C07B-71C6-6849-81DD-D444D2CAB4D8}">
      <dgm:prSet custT="1"/>
      <dgm:spPr/>
      <dgm:t>
        <a:bodyPr/>
        <a:lstStyle/>
        <a:p>
          <a:r>
            <a:rPr lang="en-GB" sz="1200" dirty="0"/>
            <a:t>Expertise in schema design, SQL optimal coding</a:t>
          </a:r>
        </a:p>
      </dgm:t>
    </dgm:pt>
    <dgm:pt modelId="{1987E5BE-CFED-2A43-AFB2-E63049BDC835}" type="parTrans" cxnId="{3BC7F9A6-3055-5C4A-87A4-DF2F68A57880}">
      <dgm:prSet/>
      <dgm:spPr/>
      <dgm:t>
        <a:bodyPr/>
        <a:lstStyle/>
        <a:p>
          <a:endParaRPr lang="en-GB"/>
        </a:p>
      </dgm:t>
    </dgm:pt>
    <dgm:pt modelId="{4132CDE6-5DBF-B24A-80D6-53F4D5D0824F}" type="sibTrans" cxnId="{3BC7F9A6-3055-5C4A-87A4-DF2F68A57880}">
      <dgm:prSet/>
      <dgm:spPr/>
      <dgm:t>
        <a:bodyPr/>
        <a:lstStyle/>
        <a:p>
          <a:endParaRPr lang="en-GB"/>
        </a:p>
      </dgm:t>
    </dgm:pt>
    <dgm:pt modelId="{D736BBEF-7925-184A-B8E4-6878324B9053}">
      <dgm:prSet/>
      <dgm:spPr/>
      <dgm:t>
        <a:bodyPr/>
        <a:lstStyle/>
        <a:p>
          <a:r>
            <a:rPr lang="en-GB" dirty="0"/>
            <a:t>Senior Software Engineer</a:t>
          </a:r>
        </a:p>
      </dgm:t>
    </dgm:pt>
    <dgm:pt modelId="{78B039C2-672E-7342-BB9F-DECC8EDCCB28}" type="parTrans" cxnId="{98F52827-3E06-5040-9255-9B57C2548960}">
      <dgm:prSet/>
      <dgm:spPr/>
      <dgm:t>
        <a:bodyPr/>
        <a:lstStyle/>
        <a:p>
          <a:endParaRPr lang="en-GB"/>
        </a:p>
      </dgm:t>
    </dgm:pt>
    <dgm:pt modelId="{DB038639-F597-744A-89D0-74F35C230AA9}" type="sibTrans" cxnId="{98F52827-3E06-5040-9255-9B57C2548960}">
      <dgm:prSet/>
      <dgm:spPr/>
      <dgm:t>
        <a:bodyPr/>
        <a:lstStyle/>
        <a:p>
          <a:endParaRPr lang="en-GB"/>
        </a:p>
      </dgm:t>
    </dgm:pt>
    <dgm:pt modelId="{FF813951-2478-2D49-AA2A-6B05BA1EA891}">
      <dgm:prSet custT="1"/>
      <dgm:spPr/>
      <dgm:t>
        <a:bodyPr/>
        <a:lstStyle/>
        <a:p>
          <a:r>
            <a:rPr lang="en-GB" sz="1200" dirty="0"/>
            <a:t>Experience of high-performance systems development</a:t>
          </a:r>
        </a:p>
      </dgm:t>
    </dgm:pt>
    <dgm:pt modelId="{3B1104F2-55FB-6D45-B8FF-D9665F0F649A}" type="parTrans" cxnId="{7AA12B0D-6CB4-D94C-ADF6-C311DEFD5E62}">
      <dgm:prSet/>
      <dgm:spPr/>
      <dgm:t>
        <a:bodyPr/>
        <a:lstStyle/>
        <a:p>
          <a:endParaRPr lang="en-GB"/>
        </a:p>
      </dgm:t>
    </dgm:pt>
    <dgm:pt modelId="{EEE47AE0-127B-8443-B080-96FF69A1A549}" type="sibTrans" cxnId="{7AA12B0D-6CB4-D94C-ADF6-C311DEFD5E62}">
      <dgm:prSet/>
      <dgm:spPr/>
      <dgm:t>
        <a:bodyPr/>
        <a:lstStyle/>
        <a:p>
          <a:endParaRPr lang="en-GB"/>
        </a:p>
      </dgm:t>
    </dgm:pt>
    <dgm:pt modelId="{55ADB518-A8C5-DB49-A3A3-1283896689D8}">
      <dgm:prSet custT="1"/>
      <dgm:spPr/>
      <dgm:t>
        <a:bodyPr/>
        <a:lstStyle/>
        <a:p>
          <a:r>
            <a:rPr lang="en-GB" sz="1200" dirty="0"/>
            <a:t>Solid Rust or C++ experience</a:t>
          </a:r>
        </a:p>
      </dgm:t>
    </dgm:pt>
    <dgm:pt modelId="{24F552C0-77EE-B44C-9E2C-2F5AD4B1BBB7}" type="parTrans" cxnId="{7B3F6E46-824A-E54F-B4B8-E26E0B9C42AE}">
      <dgm:prSet/>
      <dgm:spPr/>
      <dgm:t>
        <a:bodyPr/>
        <a:lstStyle/>
        <a:p>
          <a:endParaRPr lang="en-GB"/>
        </a:p>
      </dgm:t>
    </dgm:pt>
    <dgm:pt modelId="{881C0F1E-76CC-DA4F-BD30-E7019DEC09EE}" type="sibTrans" cxnId="{7B3F6E46-824A-E54F-B4B8-E26E0B9C42AE}">
      <dgm:prSet/>
      <dgm:spPr/>
      <dgm:t>
        <a:bodyPr/>
        <a:lstStyle/>
        <a:p>
          <a:endParaRPr lang="en-GB"/>
        </a:p>
      </dgm:t>
    </dgm:pt>
    <dgm:pt modelId="{EE866898-89D2-7E41-BFF7-3DE5296644D9}">
      <dgm:prSet custT="1"/>
      <dgm:spPr/>
      <dgm:t>
        <a:bodyPr/>
        <a:lstStyle/>
        <a:p>
          <a:r>
            <a:rPr lang="en-GB" sz="1200" dirty="0"/>
            <a:t>Design and build complex backend system/database technologies</a:t>
          </a:r>
        </a:p>
      </dgm:t>
    </dgm:pt>
    <dgm:pt modelId="{FBEDA169-9C63-FE40-B749-498A45C38314}" type="parTrans" cxnId="{24603138-8928-0A49-9B87-180C3DB0425D}">
      <dgm:prSet/>
      <dgm:spPr/>
      <dgm:t>
        <a:bodyPr/>
        <a:lstStyle/>
        <a:p>
          <a:endParaRPr lang="en-GB"/>
        </a:p>
      </dgm:t>
    </dgm:pt>
    <dgm:pt modelId="{DC42CF83-BC48-7549-8C18-8C40460757F7}" type="sibTrans" cxnId="{24603138-8928-0A49-9B87-180C3DB0425D}">
      <dgm:prSet/>
      <dgm:spPr/>
      <dgm:t>
        <a:bodyPr/>
        <a:lstStyle/>
        <a:p>
          <a:endParaRPr lang="en-GB"/>
        </a:p>
      </dgm:t>
    </dgm:pt>
    <dgm:pt modelId="{DB2136D7-21B7-5D40-98EC-041E2A25BD5B}">
      <dgm:prSet custT="1"/>
      <dgm:spPr/>
      <dgm:t>
        <a:bodyPr/>
        <a:lstStyle/>
        <a:p>
          <a:r>
            <a:rPr lang="en-GB" sz="1200" dirty="0"/>
            <a:t>REST API design and integration with Postgres and Redis</a:t>
          </a:r>
        </a:p>
      </dgm:t>
    </dgm:pt>
    <dgm:pt modelId="{0EE99311-5B43-7841-A8E9-0C4D1D3A7455}" type="parTrans" cxnId="{916EEF04-D59A-564C-ADEF-A119206BF128}">
      <dgm:prSet/>
      <dgm:spPr/>
      <dgm:t>
        <a:bodyPr/>
        <a:lstStyle/>
        <a:p>
          <a:endParaRPr lang="en-GB"/>
        </a:p>
      </dgm:t>
    </dgm:pt>
    <dgm:pt modelId="{81AF5DAB-2A31-CA4F-846B-30A5A1EE1DD7}" type="sibTrans" cxnId="{916EEF04-D59A-564C-ADEF-A119206BF128}">
      <dgm:prSet/>
      <dgm:spPr/>
      <dgm:t>
        <a:bodyPr/>
        <a:lstStyle/>
        <a:p>
          <a:endParaRPr lang="en-GB"/>
        </a:p>
      </dgm:t>
    </dgm:pt>
    <dgm:pt modelId="{CFA42147-87E4-DE4B-A6A4-AD4AA0514864}" type="pres">
      <dgm:prSet presAssocID="{AA03A2D2-7E36-B74D-9A30-E0580E5702E2}" presName="theList" presStyleCnt="0">
        <dgm:presLayoutVars>
          <dgm:dir/>
          <dgm:animLvl val="lvl"/>
          <dgm:resizeHandles val="exact"/>
        </dgm:presLayoutVars>
      </dgm:prSet>
      <dgm:spPr/>
    </dgm:pt>
    <dgm:pt modelId="{10DF0A46-AFD5-5C41-BB08-7CC065BDA78D}" type="pres">
      <dgm:prSet presAssocID="{2A174A4E-D185-924E-A589-DFFA8620E659}" presName="compNode" presStyleCnt="0"/>
      <dgm:spPr/>
    </dgm:pt>
    <dgm:pt modelId="{354C2E20-46C8-6745-9FD5-8DD84784205A}" type="pres">
      <dgm:prSet presAssocID="{2A174A4E-D185-924E-A589-DFFA8620E659}" presName="aNode" presStyleLbl="bgShp" presStyleIdx="0" presStyleCnt="6"/>
      <dgm:spPr/>
    </dgm:pt>
    <dgm:pt modelId="{692CC44A-A62A-4A4A-B3F8-4EACD2E059CE}" type="pres">
      <dgm:prSet presAssocID="{2A174A4E-D185-924E-A589-DFFA8620E659}" presName="textNode" presStyleLbl="bgShp" presStyleIdx="0" presStyleCnt="6"/>
      <dgm:spPr/>
    </dgm:pt>
    <dgm:pt modelId="{5F163B73-D136-4547-A1C6-49531F346E73}" type="pres">
      <dgm:prSet presAssocID="{2A174A4E-D185-924E-A589-DFFA8620E659}" presName="compChildNode" presStyleCnt="0"/>
      <dgm:spPr/>
    </dgm:pt>
    <dgm:pt modelId="{231FBD53-7401-5F4F-95F9-6CC3C4FCC3E0}" type="pres">
      <dgm:prSet presAssocID="{2A174A4E-D185-924E-A589-DFFA8620E659}" presName="theInnerList" presStyleCnt="0"/>
      <dgm:spPr/>
    </dgm:pt>
    <dgm:pt modelId="{BAF46A09-C053-3E40-8EE6-AC20CBD21F28}" type="pres">
      <dgm:prSet presAssocID="{15969BE2-D3CD-8746-AAEB-78788BEF5E6E}" presName="childNode" presStyleLbl="node1" presStyleIdx="0" presStyleCnt="26">
        <dgm:presLayoutVars>
          <dgm:bulletEnabled val="1"/>
        </dgm:presLayoutVars>
      </dgm:prSet>
      <dgm:spPr/>
    </dgm:pt>
    <dgm:pt modelId="{995D1052-B7EA-D744-A67E-68910E5249B8}" type="pres">
      <dgm:prSet presAssocID="{15969BE2-D3CD-8746-AAEB-78788BEF5E6E}" presName="aSpace2" presStyleCnt="0"/>
      <dgm:spPr/>
    </dgm:pt>
    <dgm:pt modelId="{C3B21A66-1F1E-F648-AAF8-50B498F2121D}" type="pres">
      <dgm:prSet presAssocID="{745ED640-EB6A-D14E-B931-DB7AE77231A1}" presName="childNode" presStyleLbl="node1" presStyleIdx="1" presStyleCnt="26">
        <dgm:presLayoutVars>
          <dgm:bulletEnabled val="1"/>
        </dgm:presLayoutVars>
      </dgm:prSet>
      <dgm:spPr/>
    </dgm:pt>
    <dgm:pt modelId="{D943FFF7-2253-B941-9594-5F27F74FE72B}" type="pres">
      <dgm:prSet presAssocID="{745ED640-EB6A-D14E-B931-DB7AE77231A1}" presName="aSpace2" presStyleCnt="0"/>
      <dgm:spPr/>
    </dgm:pt>
    <dgm:pt modelId="{B27FCF80-0234-5D48-8AB0-4C4A5E2E17D7}" type="pres">
      <dgm:prSet presAssocID="{75265647-3A07-D342-9E35-488E527B5954}" presName="childNode" presStyleLbl="node1" presStyleIdx="2" presStyleCnt="26">
        <dgm:presLayoutVars>
          <dgm:bulletEnabled val="1"/>
        </dgm:presLayoutVars>
      </dgm:prSet>
      <dgm:spPr/>
    </dgm:pt>
    <dgm:pt modelId="{16100702-1DAD-624B-9DBA-0C216863D20B}" type="pres">
      <dgm:prSet presAssocID="{75265647-3A07-D342-9E35-488E527B5954}" presName="aSpace2" presStyleCnt="0"/>
      <dgm:spPr/>
    </dgm:pt>
    <dgm:pt modelId="{8B969EB1-44FE-014D-977C-D132AE68A5C6}" type="pres">
      <dgm:prSet presAssocID="{0085D5DD-2A1A-5147-BC82-1A7CF48EB909}" presName="childNode" presStyleLbl="node1" presStyleIdx="3" presStyleCnt="26">
        <dgm:presLayoutVars>
          <dgm:bulletEnabled val="1"/>
        </dgm:presLayoutVars>
      </dgm:prSet>
      <dgm:spPr/>
    </dgm:pt>
    <dgm:pt modelId="{1C9A3470-EB62-A948-B457-6CBD59E9071F}" type="pres">
      <dgm:prSet presAssocID="{0085D5DD-2A1A-5147-BC82-1A7CF48EB909}" presName="aSpace2" presStyleCnt="0"/>
      <dgm:spPr/>
    </dgm:pt>
    <dgm:pt modelId="{7FDC8604-EF4D-E349-B4EA-B183934E2F2A}" type="pres">
      <dgm:prSet presAssocID="{3D655BEB-FA9E-4D4D-BCF9-83CF9DF95FDB}" presName="childNode" presStyleLbl="node1" presStyleIdx="4" presStyleCnt="26">
        <dgm:presLayoutVars>
          <dgm:bulletEnabled val="1"/>
        </dgm:presLayoutVars>
      </dgm:prSet>
      <dgm:spPr/>
    </dgm:pt>
    <dgm:pt modelId="{892D93CD-130A-3B48-B78A-54930B05B4D5}" type="pres">
      <dgm:prSet presAssocID="{2A174A4E-D185-924E-A589-DFFA8620E659}" presName="aSpace" presStyleCnt="0"/>
      <dgm:spPr/>
    </dgm:pt>
    <dgm:pt modelId="{F063CD99-E9D0-0C48-90BB-807F295B4B27}" type="pres">
      <dgm:prSet presAssocID="{9F60443C-C3C0-634F-BDAA-23F815C06E54}" presName="compNode" presStyleCnt="0"/>
      <dgm:spPr/>
    </dgm:pt>
    <dgm:pt modelId="{63EF72D1-2ACA-8D41-A5DC-52AEB1008C3E}" type="pres">
      <dgm:prSet presAssocID="{9F60443C-C3C0-634F-BDAA-23F815C06E54}" presName="aNode" presStyleLbl="bgShp" presStyleIdx="1" presStyleCnt="6"/>
      <dgm:spPr/>
    </dgm:pt>
    <dgm:pt modelId="{9F4CA664-FCFA-5E42-B52C-55A956282347}" type="pres">
      <dgm:prSet presAssocID="{9F60443C-C3C0-634F-BDAA-23F815C06E54}" presName="textNode" presStyleLbl="bgShp" presStyleIdx="1" presStyleCnt="6"/>
      <dgm:spPr/>
    </dgm:pt>
    <dgm:pt modelId="{EB44A3B8-C35C-D643-BD41-4198ED02EB55}" type="pres">
      <dgm:prSet presAssocID="{9F60443C-C3C0-634F-BDAA-23F815C06E54}" presName="compChildNode" presStyleCnt="0"/>
      <dgm:spPr/>
    </dgm:pt>
    <dgm:pt modelId="{4F84810D-82D9-8B41-841E-91CCFB236C6F}" type="pres">
      <dgm:prSet presAssocID="{9F60443C-C3C0-634F-BDAA-23F815C06E54}" presName="theInnerList" presStyleCnt="0"/>
      <dgm:spPr/>
    </dgm:pt>
    <dgm:pt modelId="{198380F5-2A23-1A4E-97F7-2BBEB5755FEF}" type="pres">
      <dgm:prSet presAssocID="{A5C4CD07-7F67-124F-A974-F5D2B00C9C88}" presName="childNode" presStyleLbl="node1" presStyleIdx="5" presStyleCnt="26">
        <dgm:presLayoutVars>
          <dgm:bulletEnabled val="1"/>
        </dgm:presLayoutVars>
      </dgm:prSet>
      <dgm:spPr/>
    </dgm:pt>
    <dgm:pt modelId="{D345B0D5-5177-0249-86F8-3177619EC476}" type="pres">
      <dgm:prSet presAssocID="{A5C4CD07-7F67-124F-A974-F5D2B00C9C88}" presName="aSpace2" presStyleCnt="0"/>
      <dgm:spPr/>
    </dgm:pt>
    <dgm:pt modelId="{7BD8AACE-ED6F-1F46-A6FE-80973D9E78A8}" type="pres">
      <dgm:prSet presAssocID="{D6E813B3-F7C1-FA4F-9FD4-F9508599D324}" presName="childNode" presStyleLbl="node1" presStyleIdx="6" presStyleCnt="26">
        <dgm:presLayoutVars>
          <dgm:bulletEnabled val="1"/>
        </dgm:presLayoutVars>
      </dgm:prSet>
      <dgm:spPr/>
    </dgm:pt>
    <dgm:pt modelId="{717C5C2C-CA35-9F4D-83B1-7BBD5633F3D5}" type="pres">
      <dgm:prSet presAssocID="{D6E813B3-F7C1-FA4F-9FD4-F9508599D324}" presName="aSpace2" presStyleCnt="0"/>
      <dgm:spPr/>
    </dgm:pt>
    <dgm:pt modelId="{F5AC81F1-A51C-804B-9B01-3E79A0AC1022}" type="pres">
      <dgm:prSet presAssocID="{51C76E81-7821-5841-9ECB-94BB095CB24F}" presName="childNode" presStyleLbl="node1" presStyleIdx="7" presStyleCnt="26">
        <dgm:presLayoutVars>
          <dgm:bulletEnabled val="1"/>
        </dgm:presLayoutVars>
      </dgm:prSet>
      <dgm:spPr/>
    </dgm:pt>
    <dgm:pt modelId="{62DE0E76-6BC1-C349-B3DC-04A4DB439B17}" type="pres">
      <dgm:prSet presAssocID="{51C76E81-7821-5841-9ECB-94BB095CB24F}" presName="aSpace2" presStyleCnt="0"/>
      <dgm:spPr/>
    </dgm:pt>
    <dgm:pt modelId="{6403C0E9-17FA-D341-90EA-BEB22BE49FB5}" type="pres">
      <dgm:prSet presAssocID="{64914170-24CD-B344-8B7F-294F147549BA}" presName="childNode" presStyleLbl="node1" presStyleIdx="8" presStyleCnt="26">
        <dgm:presLayoutVars>
          <dgm:bulletEnabled val="1"/>
        </dgm:presLayoutVars>
      </dgm:prSet>
      <dgm:spPr/>
    </dgm:pt>
    <dgm:pt modelId="{3A521EDA-C028-674C-979D-A7E0B09E3DEA}" type="pres">
      <dgm:prSet presAssocID="{9F60443C-C3C0-634F-BDAA-23F815C06E54}" presName="aSpace" presStyleCnt="0"/>
      <dgm:spPr/>
    </dgm:pt>
    <dgm:pt modelId="{BC6254C5-9059-1146-B1A5-8A4013A1D849}" type="pres">
      <dgm:prSet presAssocID="{B5A143F0-EA5F-7F4E-8F55-7C78090B551E}" presName="compNode" presStyleCnt="0"/>
      <dgm:spPr/>
    </dgm:pt>
    <dgm:pt modelId="{8AFAB680-2F36-3D4E-A6CF-48428E0FB1E1}" type="pres">
      <dgm:prSet presAssocID="{B5A143F0-EA5F-7F4E-8F55-7C78090B551E}" presName="aNode" presStyleLbl="bgShp" presStyleIdx="2" presStyleCnt="6"/>
      <dgm:spPr/>
    </dgm:pt>
    <dgm:pt modelId="{33E5A9C8-380A-5246-ABBF-7ED2CF1C7D45}" type="pres">
      <dgm:prSet presAssocID="{B5A143F0-EA5F-7F4E-8F55-7C78090B551E}" presName="textNode" presStyleLbl="bgShp" presStyleIdx="2" presStyleCnt="6"/>
      <dgm:spPr/>
    </dgm:pt>
    <dgm:pt modelId="{77CCF505-A663-624E-8BFF-EB6624461A4A}" type="pres">
      <dgm:prSet presAssocID="{B5A143F0-EA5F-7F4E-8F55-7C78090B551E}" presName="compChildNode" presStyleCnt="0"/>
      <dgm:spPr/>
    </dgm:pt>
    <dgm:pt modelId="{3BF5B116-8D5B-5F4B-B787-E74F64ED52DE}" type="pres">
      <dgm:prSet presAssocID="{B5A143F0-EA5F-7F4E-8F55-7C78090B551E}" presName="theInnerList" presStyleCnt="0"/>
      <dgm:spPr/>
    </dgm:pt>
    <dgm:pt modelId="{E1F2251A-35B3-7045-A82F-0589D639E024}" type="pres">
      <dgm:prSet presAssocID="{E15A265B-0ADA-7E41-B22F-5B03AB93A9D0}" presName="childNode" presStyleLbl="node1" presStyleIdx="9" presStyleCnt="26">
        <dgm:presLayoutVars>
          <dgm:bulletEnabled val="1"/>
        </dgm:presLayoutVars>
      </dgm:prSet>
      <dgm:spPr/>
    </dgm:pt>
    <dgm:pt modelId="{3D0CCF2A-5483-8242-B242-59138BF9556A}" type="pres">
      <dgm:prSet presAssocID="{E15A265B-0ADA-7E41-B22F-5B03AB93A9D0}" presName="aSpace2" presStyleCnt="0"/>
      <dgm:spPr/>
    </dgm:pt>
    <dgm:pt modelId="{1625032E-19CD-754C-9D89-59F891601B9A}" type="pres">
      <dgm:prSet presAssocID="{8CC18A40-1B9D-6544-90EA-D796CBD3D6F8}" presName="childNode" presStyleLbl="node1" presStyleIdx="10" presStyleCnt="26">
        <dgm:presLayoutVars>
          <dgm:bulletEnabled val="1"/>
        </dgm:presLayoutVars>
      </dgm:prSet>
      <dgm:spPr/>
    </dgm:pt>
    <dgm:pt modelId="{B0E3367D-885C-5C48-A0E9-F03D6FB54987}" type="pres">
      <dgm:prSet presAssocID="{8CC18A40-1B9D-6544-90EA-D796CBD3D6F8}" presName="aSpace2" presStyleCnt="0"/>
      <dgm:spPr/>
    </dgm:pt>
    <dgm:pt modelId="{71204230-9CED-824D-82F2-66550DB56AE0}" type="pres">
      <dgm:prSet presAssocID="{C94173DA-F25D-1442-9F10-D7221118F499}" presName="childNode" presStyleLbl="node1" presStyleIdx="11" presStyleCnt="26">
        <dgm:presLayoutVars>
          <dgm:bulletEnabled val="1"/>
        </dgm:presLayoutVars>
      </dgm:prSet>
      <dgm:spPr/>
    </dgm:pt>
    <dgm:pt modelId="{C37CCA6B-3674-B445-88F2-430CD2833B67}" type="pres">
      <dgm:prSet presAssocID="{C94173DA-F25D-1442-9F10-D7221118F499}" presName="aSpace2" presStyleCnt="0"/>
      <dgm:spPr/>
    </dgm:pt>
    <dgm:pt modelId="{071F4820-A6F4-FE48-97B8-0F24278C3907}" type="pres">
      <dgm:prSet presAssocID="{914AE7B2-C94F-D344-8893-69D71457C5B5}" presName="childNode" presStyleLbl="node1" presStyleIdx="12" presStyleCnt="26">
        <dgm:presLayoutVars>
          <dgm:bulletEnabled val="1"/>
        </dgm:presLayoutVars>
      </dgm:prSet>
      <dgm:spPr/>
    </dgm:pt>
    <dgm:pt modelId="{D750C95C-03ED-AF4A-8237-B8627AB3F730}" type="pres">
      <dgm:prSet presAssocID="{914AE7B2-C94F-D344-8893-69D71457C5B5}" presName="aSpace2" presStyleCnt="0"/>
      <dgm:spPr/>
    </dgm:pt>
    <dgm:pt modelId="{11044344-D6B1-964E-815E-C65E484399AB}" type="pres">
      <dgm:prSet presAssocID="{D607C930-9EFF-024B-90C2-C9A7F1983B65}" presName="childNode" presStyleLbl="node1" presStyleIdx="13" presStyleCnt="26">
        <dgm:presLayoutVars>
          <dgm:bulletEnabled val="1"/>
        </dgm:presLayoutVars>
      </dgm:prSet>
      <dgm:spPr/>
    </dgm:pt>
    <dgm:pt modelId="{32D80168-EC54-5846-8658-4034B3F217EA}" type="pres">
      <dgm:prSet presAssocID="{B5A143F0-EA5F-7F4E-8F55-7C78090B551E}" presName="aSpace" presStyleCnt="0"/>
      <dgm:spPr/>
    </dgm:pt>
    <dgm:pt modelId="{48C805F0-644F-7449-A3A5-5FB914CA9986}" type="pres">
      <dgm:prSet presAssocID="{4C26A78B-8882-154A-89C8-8621B1A31962}" presName="compNode" presStyleCnt="0"/>
      <dgm:spPr/>
    </dgm:pt>
    <dgm:pt modelId="{6CF75C26-FF89-C04A-BD66-737235D1A539}" type="pres">
      <dgm:prSet presAssocID="{4C26A78B-8882-154A-89C8-8621B1A31962}" presName="aNode" presStyleLbl="bgShp" presStyleIdx="3" presStyleCnt="6"/>
      <dgm:spPr/>
    </dgm:pt>
    <dgm:pt modelId="{017CAA1B-0D78-C84E-A888-03B82E223F58}" type="pres">
      <dgm:prSet presAssocID="{4C26A78B-8882-154A-89C8-8621B1A31962}" presName="textNode" presStyleLbl="bgShp" presStyleIdx="3" presStyleCnt="6"/>
      <dgm:spPr/>
    </dgm:pt>
    <dgm:pt modelId="{D044FB17-417A-D849-B5D8-10075477D7D2}" type="pres">
      <dgm:prSet presAssocID="{4C26A78B-8882-154A-89C8-8621B1A31962}" presName="compChildNode" presStyleCnt="0"/>
      <dgm:spPr/>
    </dgm:pt>
    <dgm:pt modelId="{ABAFCDD0-DB8D-4A4F-A102-82B120A1886B}" type="pres">
      <dgm:prSet presAssocID="{4C26A78B-8882-154A-89C8-8621B1A31962}" presName="theInnerList" presStyleCnt="0"/>
      <dgm:spPr/>
    </dgm:pt>
    <dgm:pt modelId="{CC3A3771-9911-1649-8007-400B06DC5385}" type="pres">
      <dgm:prSet presAssocID="{33DF16E0-FE65-9441-A711-282011EA75CE}" presName="childNode" presStyleLbl="node1" presStyleIdx="14" presStyleCnt="26">
        <dgm:presLayoutVars>
          <dgm:bulletEnabled val="1"/>
        </dgm:presLayoutVars>
      </dgm:prSet>
      <dgm:spPr/>
    </dgm:pt>
    <dgm:pt modelId="{6D07F4A3-69FB-1C4E-952C-0BA6A0B05E74}" type="pres">
      <dgm:prSet presAssocID="{33DF16E0-FE65-9441-A711-282011EA75CE}" presName="aSpace2" presStyleCnt="0"/>
      <dgm:spPr/>
    </dgm:pt>
    <dgm:pt modelId="{6E91F482-E877-E344-B7B3-CAB4ED664ADF}" type="pres">
      <dgm:prSet presAssocID="{A978ACCB-669D-FB4A-9DC5-2D54A49FB938}" presName="childNode" presStyleLbl="node1" presStyleIdx="15" presStyleCnt="26">
        <dgm:presLayoutVars>
          <dgm:bulletEnabled val="1"/>
        </dgm:presLayoutVars>
      </dgm:prSet>
      <dgm:spPr/>
    </dgm:pt>
    <dgm:pt modelId="{05FC60F1-4FAA-F746-96EA-AC1C69B44C9A}" type="pres">
      <dgm:prSet presAssocID="{A978ACCB-669D-FB4A-9DC5-2D54A49FB938}" presName="aSpace2" presStyleCnt="0"/>
      <dgm:spPr/>
    </dgm:pt>
    <dgm:pt modelId="{50D6CA8A-9913-4648-A80D-C8902735F760}" type="pres">
      <dgm:prSet presAssocID="{D9059024-BE23-5C46-A132-8515FCECAFDA}" presName="childNode" presStyleLbl="node1" presStyleIdx="16" presStyleCnt="26">
        <dgm:presLayoutVars>
          <dgm:bulletEnabled val="1"/>
        </dgm:presLayoutVars>
      </dgm:prSet>
      <dgm:spPr/>
    </dgm:pt>
    <dgm:pt modelId="{3B522DAA-E0BA-DE44-8BB4-03BB768877ED}" type="pres">
      <dgm:prSet presAssocID="{D9059024-BE23-5C46-A132-8515FCECAFDA}" presName="aSpace2" presStyleCnt="0"/>
      <dgm:spPr/>
    </dgm:pt>
    <dgm:pt modelId="{DDDDE447-A7DD-5041-AB5C-B874ED1C0198}" type="pres">
      <dgm:prSet presAssocID="{8523B69C-3A52-2746-83E3-89D2553E1C75}" presName="childNode" presStyleLbl="node1" presStyleIdx="17" presStyleCnt="26">
        <dgm:presLayoutVars>
          <dgm:bulletEnabled val="1"/>
        </dgm:presLayoutVars>
      </dgm:prSet>
      <dgm:spPr/>
    </dgm:pt>
    <dgm:pt modelId="{16863F96-4C89-9741-B6D7-66DDD36821DE}" type="pres">
      <dgm:prSet presAssocID="{8523B69C-3A52-2746-83E3-89D2553E1C75}" presName="aSpace2" presStyleCnt="0"/>
      <dgm:spPr/>
    </dgm:pt>
    <dgm:pt modelId="{83CE26B9-E75C-4649-80FB-FEB184389031}" type="pres">
      <dgm:prSet presAssocID="{6D0961C4-1FE9-E745-B073-D4740FE4C189}" presName="childNode" presStyleLbl="node1" presStyleIdx="18" presStyleCnt="26">
        <dgm:presLayoutVars>
          <dgm:bulletEnabled val="1"/>
        </dgm:presLayoutVars>
      </dgm:prSet>
      <dgm:spPr/>
    </dgm:pt>
    <dgm:pt modelId="{1012F286-89CE-4E44-A6B5-7E683CFEA8DD}" type="pres">
      <dgm:prSet presAssocID="{4C26A78B-8882-154A-89C8-8621B1A31962}" presName="aSpace" presStyleCnt="0"/>
      <dgm:spPr/>
    </dgm:pt>
    <dgm:pt modelId="{3D0A2176-9582-1043-BBE1-75CFA13A2ED1}" type="pres">
      <dgm:prSet presAssocID="{44E6CDD5-4791-714D-BE87-5840E3C3B754}" presName="compNode" presStyleCnt="0"/>
      <dgm:spPr/>
    </dgm:pt>
    <dgm:pt modelId="{E0022AE6-AA1A-EE45-85DF-9F1BAB5FC7BE}" type="pres">
      <dgm:prSet presAssocID="{44E6CDD5-4791-714D-BE87-5840E3C3B754}" presName="aNode" presStyleLbl="bgShp" presStyleIdx="4" presStyleCnt="6"/>
      <dgm:spPr/>
    </dgm:pt>
    <dgm:pt modelId="{3ABA3575-6821-164C-99F5-3A027469ABEE}" type="pres">
      <dgm:prSet presAssocID="{44E6CDD5-4791-714D-BE87-5840E3C3B754}" presName="textNode" presStyleLbl="bgShp" presStyleIdx="4" presStyleCnt="6"/>
      <dgm:spPr/>
    </dgm:pt>
    <dgm:pt modelId="{9122854C-5140-1249-8A21-B527C59425F9}" type="pres">
      <dgm:prSet presAssocID="{44E6CDD5-4791-714D-BE87-5840E3C3B754}" presName="compChildNode" presStyleCnt="0"/>
      <dgm:spPr/>
    </dgm:pt>
    <dgm:pt modelId="{CD4EC1AD-E319-2A4A-8545-7CDD3D26F576}" type="pres">
      <dgm:prSet presAssocID="{44E6CDD5-4791-714D-BE87-5840E3C3B754}" presName="theInnerList" presStyleCnt="0"/>
      <dgm:spPr/>
    </dgm:pt>
    <dgm:pt modelId="{E6D5E998-9FBA-F947-8EC5-0B9220C3613E}" type="pres">
      <dgm:prSet presAssocID="{67B3709E-B9A5-BF45-AAD6-92C26BA4CDB2}" presName="childNode" presStyleLbl="node1" presStyleIdx="19" presStyleCnt="26">
        <dgm:presLayoutVars>
          <dgm:bulletEnabled val="1"/>
        </dgm:presLayoutVars>
      </dgm:prSet>
      <dgm:spPr/>
    </dgm:pt>
    <dgm:pt modelId="{E360B268-7357-0E4A-8D64-CCD087E8D3BC}" type="pres">
      <dgm:prSet presAssocID="{67B3709E-B9A5-BF45-AAD6-92C26BA4CDB2}" presName="aSpace2" presStyleCnt="0"/>
      <dgm:spPr/>
    </dgm:pt>
    <dgm:pt modelId="{4D5302DC-1240-7F41-9184-2BC7BA6151FF}" type="pres">
      <dgm:prSet presAssocID="{0141C07B-71C6-6849-81DD-D444D2CAB4D8}" presName="childNode" presStyleLbl="node1" presStyleIdx="20" presStyleCnt="26">
        <dgm:presLayoutVars>
          <dgm:bulletEnabled val="1"/>
        </dgm:presLayoutVars>
      </dgm:prSet>
      <dgm:spPr/>
    </dgm:pt>
    <dgm:pt modelId="{8AFF2559-5707-2349-808F-40D42B6D3CA4}" type="pres">
      <dgm:prSet presAssocID="{0141C07B-71C6-6849-81DD-D444D2CAB4D8}" presName="aSpace2" presStyleCnt="0"/>
      <dgm:spPr/>
    </dgm:pt>
    <dgm:pt modelId="{B224E1BA-A666-EA4B-9799-F1E8082AE773}" type="pres">
      <dgm:prSet presAssocID="{C7C94BD5-738D-B446-8BC5-AAF94D502D52}" presName="childNode" presStyleLbl="node1" presStyleIdx="21" presStyleCnt="26">
        <dgm:presLayoutVars>
          <dgm:bulletEnabled val="1"/>
        </dgm:presLayoutVars>
      </dgm:prSet>
      <dgm:spPr/>
    </dgm:pt>
    <dgm:pt modelId="{86C5940F-3EF7-044E-B8B1-354C0F56D9A5}" type="pres">
      <dgm:prSet presAssocID="{44E6CDD5-4791-714D-BE87-5840E3C3B754}" presName="aSpace" presStyleCnt="0"/>
      <dgm:spPr/>
    </dgm:pt>
    <dgm:pt modelId="{688B14BC-61C2-AB40-9BDA-B54B2DC55AEA}" type="pres">
      <dgm:prSet presAssocID="{D736BBEF-7925-184A-B8E4-6878324B9053}" presName="compNode" presStyleCnt="0"/>
      <dgm:spPr/>
    </dgm:pt>
    <dgm:pt modelId="{4B0C0AA9-15BA-104D-BA39-A5F6595E7A9C}" type="pres">
      <dgm:prSet presAssocID="{D736BBEF-7925-184A-B8E4-6878324B9053}" presName="aNode" presStyleLbl="bgShp" presStyleIdx="5" presStyleCnt="6" custLinFactNeighborX="-2058"/>
      <dgm:spPr/>
    </dgm:pt>
    <dgm:pt modelId="{760A4BAE-0905-E94D-BB21-0C1CBB08322B}" type="pres">
      <dgm:prSet presAssocID="{D736BBEF-7925-184A-B8E4-6878324B9053}" presName="textNode" presStyleLbl="bgShp" presStyleIdx="5" presStyleCnt="6"/>
      <dgm:spPr/>
    </dgm:pt>
    <dgm:pt modelId="{7DA718F5-E871-0345-A364-E82857470405}" type="pres">
      <dgm:prSet presAssocID="{D736BBEF-7925-184A-B8E4-6878324B9053}" presName="compChildNode" presStyleCnt="0"/>
      <dgm:spPr/>
    </dgm:pt>
    <dgm:pt modelId="{3E655E9B-B1E0-274E-8D6C-1C1439C11F55}" type="pres">
      <dgm:prSet presAssocID="{D736BBEF-7925-184A-B8E4-6878324B9053}" presName="theInnerList" presStyleCnt="0"/>
      <dgm:spPr/>
    </dgm:pt>
    <dgm:pt modelId="{40A4AF03-069E-FC41-8117-9B68A24A9FC2}" type="pres">
      <dgm:prSet presAssocID="{FF813951-2478-2D49-AA2A-6B05BA1EA891}" presName="childNode" presStyleLbl="node1" presStyleIdx="22" presStyleCnt="26">
        <dgm:presLayoutVars>
          <dgm:bulletEnabled val="1"/>
        </dgm:presLayoutVars>
      </dgm:prSet>
      <dgm:spPr/>
    </dgm:pt>
    <dgm:pt modelId="{BFF50A93-0FC4-C347-9983-50FFDC3D1471}" type="pres">
      <dgm:prSet presAssocID="{FF813951-2478-2D49-AA2A-6B05BA1EA891}" presName="aSpace2" presStyleCnt="0"/>
      <dgm:spPr/>
    </dgm:pt>
    <dgm:pt modelId="{BE78A7C4-64DC-E24B-87B8-EE5AADA7974D}" type="pres">
      <dgm:prSet presAssocID="{55ADB518-A8C5-DB49-A3A3-1283896689D8}" presName="childNode" presStyleLbl="node1" presStyleIdx="23" presStyleCnt="26">
        <dgm:presLayoutVars>
          <dgm:bulletEnabled val="1"/>
        </dgm:presLayoutVars>
      </dgm:prSet>
      <dgm:spPr/>
    </dgm:pt>
    <dgm:pt modelId="{442942B6-CE43-E842-9553-138CEDC25390}" type="pres">
      <dgm:prSet presAssocID="{55ADB518-A8C5-DB49-A3A3-1283896689D8}" presName="aSpace2" presStyleCnt="0"/>
      <dgm:spPr/>
    </dgm:pt>
    <dgm:pt modelId="{C6E9A034-8285-924D-9CEF-AB7E31D7B849}" type="pres">
      <dgm:prSet presAssocID="{EE866898-89D2-7E41-BFF7-3DE5296644D9}" presName="childNode" presStyleLbl="node1" presStyleIdx="24" presStyleCnt="26">
        <dgm:presLayoutVars>
          <dgm:bulletEnabled val="1"/>
        </dgm:presLayoutVars>
      </dgm:prSet>
      <dgm:spPr/>
    </dgm:pt>
    <dgm:pt modelId="{DBBDA6BB-2486-3B49-8E62-38B21A4B2A1B}" type="pres">
      <dgm:prSet presAssocID="{EE866898-89D2-7E41-BFF7-3DE5296644D9}" presName="aSpace2" presStyleCnt="0"/>
      <dgm:spPr/>
    </dgm:pt>
    <dgm:pt modelId="{BD28C97F-2CA3-F846-8D16-6D7B53439E5C}" type="pres">
      <dgm:prSet presAssocID="{DB2136D7-21B7-5D40-98EC-041E2A25BD5B}" presName="childNode" presStyleLbl="node1" presStyleIdx="25" presStyleCnt="26">
        <dgm:presLayoutVars>
          <dgm:bulletEnabled val="1"/>
        </dgm:presLayoutVars>
      </dgm:prSet>
      <dgm:spPr/>
    </dgm:pt>
  </dgm:ptLst>
  <dgm:cxnLst>
    <dgm:cxn modelId="{18D72A03-D6BD-044C-8807-4A09EAA8C15E}" srcId="{2A174A4E-D185-924E-A589-DFFA8620E659}" destId="{3D655BEB-FA9E-4D4D-BCF9-83CF9DF95FDB}" srcOrd="4" destOrd="0" parTransId="{A9048BBE-3F73-CB42-87D7-C51ADF94D785}" sibTransId="{B9D26C47-5AD2-8B4A-B065-4FDE78AC5418}"/>
    <dgm:cxn modelId="{1CD97704-7D5C-9A43-8B4F-A1893486B088}" srcId="{9F60443C-C3C0-634F-BDAA-23F815C06E54}" destId="{51C76E81-7821-5841-9ECB-94BB095CB24F}" srcOrd="2" destOrd="0" parTransId="{2EA20B34-1482-594A-B6EB-0C4ED7A8D0BE}" sibTransId="{91BC72C1-8C1C-A441-83CF-9BF5BE045EC7}"/>
    <dgm:cxn modelId="{916EEF04-D59A-564C-ADEF-A119206BF128}" srcId="{D736BBEF-7925-184A-B8E4-6878324B9053}" destId="{DB2136D7-21B7-5D40-98EC-041E2A25BD5B}" srcOrd="3" destOrd="0" parTransId="{0EE99311-5B43-7841-A8E9-0C4D1D3A7455}" sibTransId="{81AF5DAB-2A31-CA4F-846B-30A5A1EE1DD7}"/>
    <dgm:cxn modelId="{7AA12B0D-6CB4-D94C-ADF6-C311DEFD5E62}" srcId="{D736BBEF-7925-184A-B8E4-6878324B9053}" destId="{FF813951-2478-2D49-AA2A-6B05BA1EA891}" srcOrd="0" destOrd="0" parTransId="{3B1104F2-55FB-6D45-B8FF-D9665F0F649A}" sibTransId="{EEE47AE0-127B-8443-B080-96FF69A1A549}"/>
    <dgm:cxn modelId="{F288B317-93B5-B24F-9595-1051F0F730B2}" type="presOf" srcId="{E15A265B-0ADA-7E41-B22F-5B03AB93A9D0}" destId="{E1F2251A-35B3-7045-A82F-0589D639E024}" srcOrd="0" destOrd="0" presId="urn:microsoft.com/office/officeart/2005/8/layout/lProcess2"/>
    <dgm:cxn modelId="{BC90F919-E95C-DC47-9747-E781669490BB}" type="presOf" srcId="{EE866898-89D2-7E41-BFF7-3DE5296644D9}" destId="{C6E9A034-8285-924D-9CEF-AB7E31D7B849}" srcOrd="0" destOrd="0" presId="urn:microsoft.com/office/officeart/2005/8/layout/lProcess2"/>
    <dgm:cxn modelId="{3F1ED81D-CB35-3A46-8F18-2A7E9BFA26D5}" srcId="{4C26A78B-8882-154A-89C8-8621B1A31962}" destId="{8523B69C-3A52-2746-83E3-89D2553E1C75}" srcOrd="3" destOrd="0" parTransId="{57A25A7E-6386-0648-8E89-4DD78E459B2A}" sibTransId="{BD9904DA-E960-0744-966F-ED2E3315CB86}"/>
    <dgm:cxn modelId="{D3B71F1E-E7F8-044C-A439-9B0C14A88847}" type="presOf" srcId="{D736BBEF-7925-184A-B8E4-6878324B9053}" destId="{760A4BAE-0905-E94D-BB21-0C1CBB08322B}" srcOrd="1" destOrd="0" presId="urn:microsoft.com/office/officeart/2005/8/layout/lProcess2"/>
    <dgm:cxn modelId="{5887C91E-5E62-E24D-AE13-33E662E1F7DF}" type="presOf" srcId="{67B3709E-B9A5-BF45-AAD6-92C26BA4CDB2}" destId="{E6D5E998-9FBA-F947-8EC5-0B9220C3613E}" srcOrd="0" destOrd="0" presId="urn:microsoft.com/office/officeart/2005/8/layout/lProcess2"/>
    <dgm:cxn modelId="{F4AB9C21-EFBA-DA4E-B884-87501D05C4F9}" srcId="{2A174A4E-D185-924E-A589-DFFA8620E659}" destId="{0085D5DD-2A1A-5147-BC82-1A7CF48EB909}" srcOrd="3" destOrd="0" parTransId="{05723620-2CF6-8249-B4AA-4FCF762F8DEF}" sibTransId="{268968AC-E8D8-3142-BB8A-30C497F2E0CC}"/>
    <dgm:cxn modelId="{359C9925-E490-AD46-9AD3-112E5D137935}" type="presOf" srcId="{C94173DA-F25D-1442-9F10-D7221118F499}" destId="{71204230-9CED-824D-82F2-66550DB56AE0}" srcOrd="0" destOrd="0" presId="urn:microsoft.com/office/officeart/2005/8/layout/lProcess2"/>
    <dgm:cxn modelId="{EEC33C26-45F5-7448-8429-A046A6A2DAA2}" type="presOf" srcId="{75265647-3A07-D342-9E35-488E527B5954}" destId="{B27FCF80-0234-5D48-8AB0-4C4A5E2E17D7}" srcOrd="0" destOrd="0" presId="urn:microsoft.com/office/officeart/2005/8/layout/lProcess2"/>
    <dgm:cxn modelId="{98F52827-3E06-5040-9255-9B57C2548960}" srcId="{AA03A2D2-7E36-B74D-9A30-E0580E5702E2}" destId="{D736BBEF-7925-184A-B8E4-6878324B9053}" srcOrd="5" destOrd="0" parTransId="{78B039C2-672E-7342-BB9F-DECC8EDCCB28}" sibTransId="{DB038639-F597-744A-89D0-74F35C230AA9}"/>
    <dgm:cxn modelId="{BA56A527-EA11-F240-9E94-4282F9EBB68B}" srcId="{AA03A2D2-7E36-B74D-9A30-E0580E5702E2}" destId="{4C26A78B-8882-154A-89C8-8621B1A31962}" srcOrd="3" destOrd="0" parTransId="{22D4BDAF-D6FC-7F47-889C-56411E91C588}" sibTransId="{9C13776D-E464-1241-A321-2F43B80AFF52}"/>
    <dgm:cxn modelId="{397FBA2A-BCD7-4647-8BF0-A047F20E3CFB}" srcId="{B5A143F0-EA5F-7F4E-8F55-7C78090B551E}" destId="{914AE7B2-C94F-D344-8893-69D71457C5B5}" srcOrd="3" destOrd="0" parTransId="{55E3DE03-0FC8-434E-AFE3-5DEAB305C291}" sibTransId="{94AD79D5-2B41-CE4B-9388-996535D04905}"/>
    <dgm:cxn modelId="{2F02812E-8F78-5E4A-AF7E-52F91B6CD934}" srcId="{B5A143F0-EA5F-7F4E-8F55-7C78090B551E}" destId="{D607C930-9EFF-024B-90C2-C9A7F1983B65}" srcOrd="4" destOrd="0" parTransId="{EE466E76-91E3-B14F-AFEE-B067383510AF}" sibTransId="{AE2894F3-5F85-9040-91B4-22DF2CF0BDB8}"/>
    <dgm:cxn modelId="{071D2A31-12C6-0547-9992-343289304A90}" srcId="{44E6CDD5-4791-714D-BE87-5840E3C3B754}" destId="{67B3709E-B9A5-BF45-AAD6-92C26BA4CDB2}" srcOrd="0" destOrd="0" parTransId="{DC0C74E5-7799-2C4D-98B4-585045108556}" sibTransId="{CF510041-7AD4-2A40-A15C-B104985B0B23}"/>
    <dgm:cxn modelId="{24603138-8928-0A49-9B87-180C3DB0425D}" srcId="{D736BBEF-7925-184A-B8E4-6878324B9053}" destId="{EE866898-89D2-7E41-BFF7-3DE5296644D9}" srcOrd="2" destOrd="0" parTransId="{FBEDA169-9C63-FE40-B749-498A45C38314}" sibTransId="{DC42CF83-BC48-7549-8C18-8C40460757F7}"/>
    <dgm:cxn modelId="{0796243B-456A-AD48-A5EC-58971E4EF7E5}" srcId="{AA03A2D2-7E36-B74D-9A30-E0580E5702E2}" destId="{9F60443C-C3C0-634F-BDAA-23F815C06E54}" srcOrd="1" destOrd="0" parTransId="{035FA40B-D7C5-5C4B-9F7A-3DA1E5262D6C}" sibTransId="{A71F7CF9-A33D-9949-8EBF-854A5C2A850A}"/>
    <dgm:cxn modelId="{9466253C-5EE7-374B-900D-E38081A319C1}" srcId="{AA03A2D2-7E36-B74D-9A30-E0580E5702E2}" destId="{B5A143F0-EA5F-7F4E-8F55-7C78090B551E}" srcOrd="2" destOrd="0" parTransId="{9AEA693C-549A-6045-9D51-0AA45985E00E}" sibTransId="{42BEF2B1-F563-124A-BCB1-18DF27DEAD7F}"/>
    <dgm:cxn modelId="{F6BD3046-F205-E042-95F9-439C04D9CB5D}" srcId="{4C26A78B-8882-154A-89C8-8621B1A31962}" destId="{D9059024-BE23-5C46-A132-8515FCECAFDA}" srcOrd="2" destOrd="0" parTransId="{F7FB5281-F6AD-3B4D-B6BF-1352B8100023}" sibTransId="{3B0E0F65-0087-7540-8BA1-86FDA42E1846}"/>
    <dgm:cxn modelId="{7B3F6E46-824A-E54F-B4B8-E26E0B9C42AE}" srcId="{D736BBEF-7925-184A-B8E4-6878324B9053}" destId="{55ADB518-A8C5-DB49-A3A3-1283896689D8}" srcOrd="1" destOrd="0" parTransId="{24F552C0-77EE-B44C-9E2C-2F5AD4B1BBB7}" sibTransId="{881C0F1E-76CC-DA4F-BD30-E7019DEC09EE}"/>
    <dgm:cxn modelId="{9612E64C-368A-B345-9C09-6BCCFA55358F}" srcId="{9F60443C-C3C0-634F-BDAA-23F815C06E54}" destId="{64914170-24CD-B344-8B7F-294F147549BA}" srcOrd="3" destOrd="0" parTransId="{9382828D-F93A-5944-9A64-F5500A95246F}" sibTransId="{C2794BE7-A01A-0245-A8A3-B3408C7430E9}"/>
    <dgm:cxn modelId="{B60E5B53-8457-7344-9107-D058D7FC5E8A}" type="presOf" srcId="{9F60443C-C3C0-634F-BDAA-23F815C06E54}" destId="{63EF72D1-2ACA-8D41-A5DC-52AEB1008C3E}" srcOrd="0" destOrd="0" presId="urn:microsoft.com/office/officeart/2005/8/layout/lProcess2"/>
    <dgm:cxn modelId="{97EFC656-AB2C-3F43-8F64-22224289F96F}" type="presOf" srcId="{AA03A2D2-7E36-B74D-9A30-E0580E5702E2}" destId="{CFA42147-87E4-DE4B-A6A4-AD4AA0514864}" srcOrd="0" destOrd="0" presId="urn:microsoft.com/office/officeart/2005/8/layout/lProcess2"/>
    <dgm:cxn modelId="{B72D3258-7ECA-2340-868E-94881D2D081A}" type="presOf" srcId="{D6E813B3-F7C1-FA4F-9FD4-F9508599D324}" destId="{7BD8AACE-ED6F-1F46-A6FE-80973D9E78A8}" srcOrd="0" destOrd="0" presId="urn:microsoft.com/office/officeart/2005/8/layout/lProcess2"/>
    <dgm:cxn modelId="{6868315D-EA52-6142-B396-3E5C4661E176}" type="presOf" srcId="{A978ACCB-669D-FB4A-9DC5-2D54A49FB938}" destId="{6E91F482-E877-E344-B7B3-CAB4ED664ADF}" srcOrd="0" destOrd="0" presId="urn:microsoft.com/office/officeart/2005/8/layout/lProcess2"/>
    <dgm:cxn modelId="{A0154A64-BCDF-B94F-A75A-1D4DF5D5D5F3}" srcId="{2A174A4E-D185-924E-A589-DFFA8620E659}" destId="{15969BE2-D3CD-8746-AAEB-78788BEF5E6E}" srcOrd="0" destOrd="0" parTransId="{8346AFCD-D3AA-D24F-A9AB-209DBA9E3471}" sibTransId="{9C334821-FF1F-D64E-BEA4-C43136794EBB}"/>
    <dgm:cxn modelId="{87F65968-430E-C14C-8C77-DAE7B1518D2E}" type="presOf" srcId="{2A174A4E-D185-924E-A589-DFFA8620E659}" destId="{692CC44A-A62A-4A4A-B3F8-4EACD2E059CE}" srcOrd="1" destOrd="0" presId="urn:microsoft.com/office/officeart/2005/8/layout/lProcess2"/>
    <dgm:cxn modelId="{40AE0D69-66DC-7446-9BB7-097F7694EB9C}" type="presOf" srcId="{D736BBEF-7925-184A-B8E4-6878324B9053}" destId="{4B0C0AA9-15BA-104D-BA39-A5F6595E7A9C}" srcOrd="0" destOrd="0" presId="urn:microsoft.com/office/officeart/2005/8/layout/lProcess2"/>
    <dgm:cxn modelId="{D595196C-1EF1-D548-8712-C93C68E3AF7D}" type="presOf" srcId="{B5A143F0-EA5F-7F4E-8F55-7C78090B551E}" destId="{33E5A9C8-380A-5246-ABBF-7ED2CF1C7D45}" srcOrd="1" destOrd="0" presId="urn:microsoft.com/office/officeart/2005/8/layout/lProcess2"/>
    <dgm:cxn modelId="{C991C26C-2E0B-5240-B121-971FEFC9A6AA}" type="presOf" srcId="{745ED640-EB6A-D14E-B931-DB7AE77231A1}" destId="{C3B21A66-1F1E-F648-AAF8-50B498F2121D}" srcOrd="0" destOrd="0" presId="urn:microsoft.com/office/officeart/2005/8/layout/lProcess2"/>
    <dgm:cxn modelId="{71C5126D-6A27-B846-9014-95BCE428721E}" srcId="{AA03A2D2-7E36-B74D-9A30-E0580E5702E2}" destId="{44E6CDD5-4791-714D-BE87-5840E3C3B754}" srcOrd="4" destOrd="0" parTransId="{BE3180A0-C5DC-C844-B69E-5C3E3A3DB112}" sibTransId="{B723AF30-5FEB-9A47-8A9D-1FAD8667109F}"/>
    <dgm:cxn modelId="{AE7BB96D-CD98-A04D-AA09-81F18BC52055}" type="presOf" srcId="{B5A143F0-EA5F-7F4E-8F55-7C78090B551E}" destId="{8AFAB680-2F36-3D4E-A6CF-48428E0FB1E1}" srcOrd="0" destOrd="0" presId="urn:microsoft.com/office/officeart/2005/8/layout/lProcess2"/>
    <dgm:cxn modelId="{1E897472-6E85-8A40-B108-CB03C40818DD}" type="presOf" srcId="{0141C07B-71C6-6849-81DD-D444D2CAB4D8}" destId="{4D5302DC-1240-7F41-9184-2BC7BA6151FF}" srcOrd="0" destOrd="0" presId="urn:microsoft.com/office/officeart/2005/8/layout/lProcess2"/>
    <dgm:cxn modelId="{77A01F75-C3C0-9949-8D92-E1D8199A2B36}" type="presOf" srcId="{64914170-24CD-B344-8B7F-294F147549BA}" destId="{6403C0E9-17FA-D341-90EA-BEB22BE49FB5}" srcOrd="0" destOrd="0" presId="urn:microsoft.com/office/officeart/2005/8/layout/lProcess2"/>
    <dgm:cxn modelId="{5228C27C-2638-B44D-9164-C1E2A17357FF}" type="presOf" srcId="{D607C930-9EFF-024B-90C2-C9A7F1983B65}" destId="{11044344-D6B1-964E-815E-C65E484399AB}" srcOrd="0" destOrd="0" presId="urn:microsoft.com/office/officeart/2005/8/layout/lProcess2"/>
    <dgm:cxn modelId="{608EF77C-F1F2-0442-B932-3DDE04E345C6}" srcId="{B5A143F0-EA5F-7F4E-8F55-7C78090B551E}" destId="{C94173DA-F25D-1442-9F10-D7221118F499}" srcOrd="2" destOrd="0" parTransId="{010F9A63-D0F2-2B41-AA8F-09F4DA9802F2}" sibTransId="{2BCF5156-7AA5-9F42-8F80-1DA3E12E0261}"/>
    <dgm:cxn modelId="{56C0787F-CBE8-604B-BA4E-D2B8724D316B}" type="presOf" srcId="{8523B69C-3A52-2746-83E3-89D2553E1C75}" destId="{DDDDE447-A7DD-5041-AB5C-B874ED1C0198}" srcOrd="0" destOrd="0" presId="urn:microsoft.com/office/officeart/2005/8/layout/lProcess2"/>
    <dgm:cxn modelId="{374D6380-BF85-3544-B3A7-507A58B76A8D}" type="presOf" srcId="{C7C94BD5-738D-B446-8BC5-AAF94D502D52}" destId="{B224E1BA-A666-EA4B-9799-F1E8082AE773}" srcOrd="0" destOrd="0" presId="urn:microsoft.com/office/officeart/2005/8/layout/lProcess2"/>
    <dgm:cxn modelId="{AC3D6F84-E5AC-E240-A29D-9FF8EC03E14C}" srcId="{9F60443C-C3C0-634F-BDAA-23F815C06E54}" destId="{A5C4CD07-7F67-124F-A974-F5D2B00C9C88}" srcOrd="0" destOrd="0" parTransId="{4C3076A2-A141-304B-BC69-1693E6B96471}" sibTransId="{161F1713-93D8-3842-9721-3A6283BEDD85}"/>
    <dgm:cxn modelId="{3FAF7684-1BD7-1943-9559-43C7F7532383}" srcId="{9F60443C-C3C0-634F-BDAA-23F815C06E54}" destId="{D6E813B3-F7C1-FA4F-9FD4-F9508599D324}" srcOrd="1" destOrd="0" parTransId="{20B50624-1678-344D-8605-B5BD7484C865}" sibTransId="{B8AB88D2-0A78-0E4E-9004-04702C61B2A6}"/>
    <dgm:cxn modelId="{F98A3786-7946-E24D-9105-AF1E1F51DBA5}" type="presOf" srcId="{4C26A78B-8882-154A-89C8-8621B1A31962}" destId="{6CF75C26-FF89-C04A-BD66-737235D1A539}" srcOrd="0" destOrd="0" presId="urn:microsoft.com/office/officeart/2005/8/layout/lProcess2"/>
    <dgm:cxn modelId="{3384168A-51B3-6849-AE07-606FA2CC5F30}" srcId="{B5A143F0-EA5F-7F4E-8F55-7C78090B551E}" destId="{E15A265B-0ADA-7E41-B22F-5B03AB93A9D0}" srcOrd="0" destOrd="0" parTransId="{791E04AF-BD1C-744E-9507-6D334C5BA1C2}" sibTransId="{3B2D5693-AFCE-4247-9AE7-10F3093477C0}"/>
    <dgm:cxn modelId="{B88A208E-2D7F-E441-AD00-595ED2E2B0AB}" type="presOf" srcId="{44E6CDD5-4791-714D-BE87-5840E3C3B754}" destId="{E0022AE6-AA1A-EE45-85DF-9F1BAB5FC7BE}" srcOrd="0" destOrd="0" presId="urn:microsoft.com/office/officeart/2005/8/layout/lProcess2"/>
    <dgm:cxn modelId="{74EA0391-9BB3-C340-A84F-4F15F8F6FB1C}" type="presOf" srcId="{A5C4CD07-7F67-124F-A974-F5D2B00C9C88}" destId="{198380F5-2A23-1A4E-97F7-2BBEB5755FEF}" srcOrd="0" destOrd="0" presId="urn:microsoft.com/office/officeart/2005/8/layout/lProcess2"/>
    <dgm:cxn modelId="{C3104592-2F71-1147-89BB-068FBADFC615}" type="presOf" srcId="{51C76E81-7821-5841-9ECB-94BB095CB24F}" destId="{F5AC81F1-A51C-804B-9B01-3E79A0AC1022}" srcOrd="0" destOrd="0" presId="urn:microsoft.com/office/officeart/2005/8/layout/lProcess2"/>
    <dgm:cxn modelId="{D72C8B93-D66D-9949-B892-6FE23E620C1D}" type="presOf" srcId="{914AE7B2-C94F-D344-8893-69D71457C5B5}" destId="{071F4820-A6F4-FE48-97B8-0F24278C3907}" srcOrd="0" destOrd="0" presId="urn:microsoft.com/office/officeart/2005/8/layout/lProcess2"/>
    <dgm:cxn modelId="{39E91999-1AFF-0547-8156-BD0FEC397945}" srcId="{4C26A78B-8882-154A-89C8-8621B1A31962}" destId="{6D0961C4-1FE9-E745-B073-D4740FE4C189}" srcOrd="4" destOrd="0" parTransId="{5B7D0BD9-3ECA-7F4C-BDF2-A0CE357750ED}" sibTransId="{78F1B715-3041-2E4F-8A94-D6E74A6D137C}"/>
    <dgm:cxn modelId="{17CC9E9B-4694-124D-8EA5-F9A5E36040A2}" type="presOf" srcId="{DB2136D7-21B7-5D40-98EC-041E2A25BD5B}" destId="{BD28C97F-2CA3-F846-8D16-6D7B53439E5C}" srcOrd="0" destOrd="0" presId="urn:microsoft.com/office/officeart/2005/8/layout/lProcess2"/>
    <dgm:cxn modelId="{2F1DBF9C-6FCE-D14B-9243-C81870CBFCB3}" type="presOf" srcId="{D9059024-BE23-5C46-A132-8515FCECAFDA}" destId="{50D6CA8A-9913-4648-A80D-C8902735F760}" srcOrd="0" destOrd="0" presId="urn:microsoft.com/office/officeart/2005/8/layout/lProcess2"/>
    <dgm:cxn modelId="{D1ACACA3-DDA2-564F-AC11-D7DA76159E7A}" srcId="{AA03A2D2-7E36-B74D-9A30-E0580E5702E2}" destId="{2A174A4E-D185-924E-A589-DFFA8620E659}" srcOrd="0" destOrd="0" parTransId="{874EFD8B-0C39-9B42-AF33-3616366AB468}" sibTransId="{2C1862E0-1813-634D-A4DF-3C80BB9B5996}"/>
    <dgm:cxn modelId="{CB710EA4-9E00-984E-8A48-7888F571382E}" type="presOf" srcId="{2A174A4E-D185-924E-A589-DFFA8620E659}" destId="{354C2E20-46C8-6745-9FD5-8DD84784205A}" srcOrd="0" destOrd="0" presId="urn:microsoft.com/office/officeart/2005/8/layout/lProcess2"/>
    <dgm:cxn modelId="{A7F13DA5-3AAE-7549-825B-0BEFBE8BCE73}" type="presOf" srcId="{33DF16E0-FE65-9441-A711-282011EA75CE}" destId="{CC3A3771-9911-1649-8007-400B06DC5385}" srcOrd="0" destOrd="0" presId="urn:microsoft.com/office/officeart/2005/8/layout/lProcess2"/>
    <dgm:cxn modelId="{3BC7F9A6-3055-5C4A-87A4-DF2F68A57880}" srcId="{44E6CDD5-4791-714D-BE87-5840E3C3B754}" destId="{0141C07B-71C6-6849-81DD-D444D2CAB4D8}" srcOrd="1" destOrd="0" parTransId="{1987E5BE-CFED-2A43-AFB2-E63049BDC835}" sibTransId="{4132CDE6-5DBF-B24A-80D6-53F4D5D0824F}"/>
    <dgm:cxn modelId="{0C2343A7-2F4A-E74D-9306-17C464282B25}" type="presOf" srcId="{4C26A78B-8882-154A-89C8-8621B1A31962}" destId="{017CAA1B-0D78-C84E-A888-03B82E223F58}" srcOrd="1" destOrd="0" presId="urn:microsoft.com/office/officeart/2005/8/layout/lProcess2"/>
    <dgm:cxn modelId="{942C0FB6-4422-F846-B071-AD6469D6DA12}" srcId="{2A174A4E-D185-924E-A589-DFFA8620E659}" destId="{745ED640-EB6A-D14E-B931-DB7AE77231A1}" srcOrd="1" destOrd="0" parTransId="{6B0F797D-0E0F-644C-9404-772DF6643122}" sibTransId="{EE082D67-72D1-E24F-970B-CE75CCAAC235}"/>
    <dgm:cxn modelId="{535628B8-717C-3D42-979B-4EE38BFE3A03}" srcId="{B5A143F0-EA5F-7F4E-8F55-7C78090B551E}" destId="{8CC18A40-1B9D-6544-90EA-D796CBD3D6F8}" srcOrd="1" destOrd="0" parTransId="{4D38C305-4FBB-7D45-A880-E167CA6615BE}" sibTransId="{73A6B04B-F2C5-4A4E-9224-9681091E9A43}"/>
    <dgm:cxn modelId="{8F77DCBC-AE3D-9D42-84F7-66FFE0FFE988}" type="presOf" srcId="{15969BE2-D3CD-8746-AAEB-78788BEF5E6E}" destId="{BAF46A09-C053-3E40-8EE6-AC20CBD21F28}" srcOrd="0" destOrd="0" presId="urn:microsoft.com/office/officeart/2005/8/layout/lProcess2"/>
    <dgm:cxn modelId="{2FE598C2-07FB-CC4B-B57F-1F4D749CDF71}" type="presOf" srcId="{55ADB518-A8C5-DB49-A3A3-1283896689D8}" destId="{BE78A7C4-64DC-E24B-87B8-EE5AADA7974D}" srcOrd="0" destOrd="0" presId="urn:microsoft.com/office/officeart/2005/8/layout/lProcess2"/>
    <dgm:cxn modelId="{C794A2CA-BC0A-4740-B710-C78CA7D825A3}" srcId="{44E6CDD5-4791-714D-BE87-5840E3C3B754}" destId="{C7C94BD5-738D-B446-8BC5-AAF94D502D52}" srcOrd="2" destOrd="0" parTransId="{4F7985C6-3577-9A48-98C0-8699DF769C27}" sibTransId="{934A22ED-D06E-424D-95F6-9DD497498EBF}"/>
    <dgm:cxn modelId="{74DD0BD0-2463-5249-A90F-F3F7A8870B80}" srcId="{4C26A78B-8882-154A-89C8-8621B1A31962}" destId="{33DF16E0-FE65-9441-A711-282011EA75CE}" srcOrd="0" destOrd="0" parTransId="{B32A7CD9-A257-B547-9215-BF90F6EF7D45}" sibTransId="{2172FC5C-788C-2F46-819D-CEF5A3F2FEE1}"/>
    <dgm:cxn modelId="{1219FDD2-F7EB-9F4C-9521-2C255908BEB2}" srcId="{4C26A78B-8882-154A-89C8-8621B1A31962}" destId="{A978ACCB-669D-FB4A-9DC5-2D54A49FB938}" srcOrd="1" destOrd="0" parTransId="{733A2751-15AD-F543-9878-2E7D2355DEC0}" sibTransId="{954991B4-54A3-0E4D-8165-D32304D84B92}"/>
    <dgm:cxn modelId="{EACEC1D3-6F40-E845-AE91-A887DFA0ADBE}" type="presOf" srcId="{0085D5DD-2A1A-5147-BC82-1A7CF48EB909}" destId="{8B969EB1-44FE-014D-977C-D132AE68A5C6}" srcOrd="0" destOrd="0" presId="urn:microsoft.com/office/officeart/2005/8/layout/lProcess2"/>
    <dgm:cxn modelId="{E1C9DCD8-C718-1E40-A9C9-39D78C385A6C}" type="presOf" srcId="{FF813951-2478-2D49-AA2A-6B05BA1EA891}" destId="{40A4AF03-069E-FC41-8117-9B68A24A9FC2}" srcOrd="0" destOrd="0" presId="urn:microsoft.com/office/officeart/2005/8/layout/lProcess2"/>
    <dgm:cxn modelId="{17CBEAE0-9097-3640-9F5F-DA8C6033715D}" type="presOf" srcId="{8CC18A40-1B9D-6544-90EA-D796CBD3D6F8}" destId="{1625032E-19CD-754C-9D89-59F891601B9A}" srcOrd="0" destOrd="0" presId="urn:microsoft.com/office/officeart/2005/8/layout/lProcess2"/>
    <dgm:cxn modelId="{5CFE4EE2-DDE2-0649-A41C-86C6A9B8574C}" type="presOf" srcId="{6D0961C4-1FE9-E745-B073-D4740FE4C189}" destId="{83CE26B9-E75C-4649-80FB-FEB184389031}" srcOrd="0" destOrd="0" presId="urn:microsoft.com/office/officeart/2005/8/layout/lProcess2"/>
    <dgm:cxn modelId="{B8F96BE3-F5BD-0B46-BCB7-4E5673070DF7}" type="presOf" srcId="{9F60443C-C3C0-634F-BDAA-23F815C06E54}" destId="{9F4CA664-FCFA-5E42-B52C-55A956282347}" srcOrd="1" destOrd="0" presId="urn:microsoft.com/office/officeart/2005/8/layout/lProcess2"/>
    <dgm:cxn modelId="{5D5AFBED-1458-7E4A-AAF6-08957BBD4364}" type="presOf" srcId="{3D655BEB-FA9E-4D4D-BCF9-83CF9DF95FDB}" destId="{7FDC8604-EF4D-E349-B4EA-B183934E2F2A}" srcOrd="0" destOrd="0" presId="urn:microsoft.com/office/officeart/2005/8/layout/lProcess2"/>
    <dgm:cxn modelId="{DBCAB3F0-447F-3F48-BC6C-9F35EACFBEAE}" type="presOf" srcId="{44E6CDD5-4791-714D-BE87-5840E3C3B754}" destId="{3ABA3575-6821-164C-99F5-3A027469ABEE}" srcOrd="1" destOrd="0" presId="urn:microsoft.com/office/officeart/2005/8/layout/lProcess2"/>
    <dgm:cxn modelId="{9D9EC7FF-4221-5646-9F3D-C00AB903BF41}" srcId="{2A174A4E-D185-924E-A589-DFFA8620E659}" destId="{75265647-3A07-D342-9E35-488E527B5954}" srcOrd="2" destOrd="0" parTransId="{59007E7E-EC7A-0F48-9F15-8476FEBAC11D}" sibTransId="{DFBCE3A7-F6A7-844A-9387-DE581DF53CFC}"/>
    <dgm:cxn modelId="{DA41CE21-E498-4C43-AD60-1624A89BF366}" type="presParOf" srcId="{CFA42147-87E4-DE4B-A6A4-AD4AA0514864}" destId="{10DF0A46-AFD5-5C41-BB08-7CC065BDA78D}" srcOrd="0" destOrd="0" presId="urn:microsoft.com/office/officeart/2005/8/layout/lProcess2"/>
    <dgm:cxn modelId="{E7FB38C3-B4B9-164E-99C2-1C20E7F0CB4D}" type="presParOf" srcId="{10DF0A46-AFD5-5C41-BB08-7CC065BDA78D}" destId="{354C2E20-46C8-6745-9FD5-8DD84784205A}" srcOrd="0" destOrd="0" presId="urn:microsoft.com/office/officeart/2005/8/layout/lProcess2"/>
    <dgm:cxn modelId="{D7B06584-94EF-DD4F-9C9D-31DECD84D9A7}" type="presParOf" srcId="{10DF0A46-AFD5-5C41-BB08-7CC065BDA78D}" destId="{692CC44A-A62A-4A4A-B3F8-4EACD2E059CE}" srcOrd="1" destOrd="0" presId="urn:microsoft.com/office/officeart/2005/8/layout/lProcess2"/>
    <dgm:cxn modelId="{BFF997E0-F3FF-8F46-BB77-2563C1884699}" type="presParOf" srcId="{10DF0A46-AFD5-5C41-BB08-7CC065BDA78D}" destId="{5F163B73-D136-4547-A1C6-49531F346E73}" srcOrd="2" destOrd="0" presId="urn:microsoft.com/office/officeart/2005/8/layout/lProcess2"/>
    <dgm:cxn modelId="{CE88CF37-9902-1D4A-A1AD-7EDCCCD9917E}" type="presParOf" srcId="{5F163B73-D136-4547-A1C6-49531F346E73}" destId="{231FBD53-7401-5F4F-95F9-6CC3C4FCC3E0}" srcOrd="0" destOrd="0" presId="urn:microsoft.com/office/officeart/2005/8/layout/lProcess2"/>
    <dgm:cxn modelId="{BAF59815-2DE3-CE4B-AB8E-BB40910AFFAE}" type="presParOf" srcId="{231FBD53-7401-5F4F-95F9-6CC3C4FCC3E0}" destId="{BAF46A09-C053-3E40-8EE6-AC20CBD21F28}" srcOrd="0" destOrd="0" presId="urn:microsoft.com/office/officeart/2005/8/layout/lProcess2"/>
    <dgm:cxn modelId="{BD0F470F-88E8-DF46-AFFF-0799EC919653}" type="presParOf" srcId="{231FBD53-7401-5F4F-95F9-6CC3C4FCC3E0}" destId="{995D1052-B7EA-D744-A67E-68910E5249B8}" srcOrd="1" destOrd="0" presId="urn:microsoft.com/office/officeart/2005/8/layout/lProcess2"/>
    <dgm:cxn modelId="{6D5A558D-9332-FD4C-94EE-05ED9762BF6B}" type="presParOf" srcId="{231FBD53-7401-5F4F-95F9-6CC3C4FCC3E0}" destId="{C3B21A66-1F1E-F648-AAF8-50B498F2121D}" srcOrd="2" destOrd="0" presId="urn:microsoft.com/office/officeart/2005/8/layout/lProcess2"/>
    <dgm:cxn modelId="{C1D0E364-C6B4-5744-86E0-368A910D7D5C}" type="presParOf" srcId="{231FBD53-7401-5F4F-95F9-6CC3C4FCC3E0}" destId="{D943FFF7-2253-B941-9594-5F27F74FE72B}" srcOrd="3" destOrd="0" presId="urn:microsoft.com/office/officeart/2005/8/layout/lProcess2"/>
    <dgm:cxn modelId="{9674963A-ABD8-AC48-AC78-D21424D245AB}" type="presParOf" srcId="{231FBD53-7401-5F4F-95F9-6CC3C4FCC3E0}" destId="{B27FCF80-0234-5D48-8AB0-4C4A5E2E17D7}" srcOrd="4" destOrd="0" presId="urn:microsoft.com/office/officeart/2005/8/layout/lProcess2"/>
    <dgm:cxn modelId="{28E3A118-61B5-4B4C-A8A2-1587207D70B1}" type="presParOf" srcId="{231FBD53-7401-5F4F-95F9-6CC3C4FCC3E0}" destId="{16100702-1DAD-624B-9DBA-0C216863D20B}" srcOrd="5" destOrd="0" presId="urn:microsoft.com/office/officeart/2005/8/layout/lProcess2"/>
    <dgm:cxn modelId="{AA62FE1C-172A-0243-B90E-A14CFDE34D76}" type="presParOf" srcId="{231FBD53-7401-5F4F-95F9-6CC3C4FCC3E0}" destId="{8B969EB1-44FE-014D-977C-D132AE68A5C6}" srcOrd="6" destOrd="0" presId="urn:microsoft.com/office/officeart/2005/8/layout/lProcess2"/>
    <dgm:cxn modelId="{1110C18E-7EF8-FF4D-B7AC-ADD8B8399152}" type="presParOf" srcId="{231FBD53-7401-5F4F-95F9-6CC3C4FCC3E0}" destId="{1C9A3470-EB62-A948-B457-6CBD59E9071F}" srcOrd="7" destOrd="0" presId="urn:microsoft.com/office/officeart/2005/8/layout/lProcess2"/>
    <dgm:cxn modelId="{DCC7DD19-5CB5-BB4F-A3A0-431932DB80DC}" type="presParOf" srcId="{231FBD53-7401-5F4F-95F9-6CC3C4FCC3E0}" destId="{7FDC8604-EF4D-E349-B4EA-B183934E2F2A}" srcOrd="8" destOrd="0" presId="urn:microsoft.com/office/officeart/2005/8/layout/lProcess2"/>
    <dgm:cxn modelId="{D43D9CD3-7859-2C4C-98E0-00BA9CD9D7FB}" type="presParOf" srcId="{CFA42147-87E4-DE4B-A6A4-AD4AA0514864}" destId="{892D93CD-130A-3B48-B78A-54930B05B4D5}" srcOrd="1" destOrd="0" presId="urn:microsoft.com/office/officeart/2005/8/layout/lProcess2"/>
    <dgm:cxn modelId="{0651C6B4-51FB-CB45-A593-055F027AAA26}" type="presParOf" srcId="{CFA42147-87E4-DE4B-A6A4-AD4AA0514864}" destId="{F063CD99-E9D0-0C48-90BB-807F295B4B27}" srcOrd="2" destOrd="0" presId="urn:microsoft.com/office/officeart/2005/8/layout/lProcess2"/>
    <dgm:cxn modelId="{E6CCBF5D-CD19-8F41-A9BB-7BD7E4588993}" type="presParOf" srcId="{F063CD99-E9D0-0C48-90BB-807F295B4B27}" destId="{63EF72D1-2ACA-8D41-A5DC-52AEB1008C3E}" srcOrd="0" destOrd="0" presId="urn:microsoft.com/office/officeart/2005/8/layout/lProcess2"/>
    <dgm:cxn modelId="{56B5AB7A-6D87-1D42-8DFE-517C40271786}" type="presParOf" srcId="{F063CD99-E9D0-0C48-90BB-807F295B4B27}" destId="{9F4CA664-FCFA-5E42-B52C-55A956282347}" srcOrd="1" destOrd="0" presId="urn:microsoft.com/office/officeart/2005/8/layout/lProcess2"/>
    <dgm:cxn modelId="{4972CBCF-6C2E-F841-8E99-9694795ECDB7}" type="presParOf" srcId="{F063CD99-E9D0-0C48-90BB-807F295B4B27}" destId="{EB44A3B8-C35C-D643-BD41-4198ED02EB55}" srcOrd="2" destOrd="0" presId="urn:microsoft.com/office/officeart/2005/8/layout/lProcess2"/>
    <dgm:cxn modelId="{8C69F507-47AA-A34F-AA60-122504D79E3E}" type="presParOf" srcId="{EB44A3B8-C35C-D643-BD41-4198ED02EB55}" destId="{4F84810D-82D9-8B41-841E-91CCFB236C6F}" srcOrd="0" destOrd="0" presId="urn:microsoft.com/office/officeart/2005/8/layout/lProcess2"/>
    <dgm:cxn modelId="{20526B84-9754-BB49-AEB1-D61943F141DF}" type="presParOf" srcId="{4F84810D-82D9-8B41-841E-91CCFB236C6F}" destId="{198380F5-2A23-1A4E-97F7-2BBEB5755FEF}" srcOrd="0" destOrd="0" presId="urn:microsoft.com/office/officeart/2005/8/layout/lProcess2"/>
    <dgm:cxn modelId="{DCC5587D-3AD9-7945-99BE-F58AD7517385}" type="presParOf" srcId="{4F84810D-82D9-8B41-841E-91CCFB236C6F}" destId="{D345B0D5-5177-0249-86F8-3177619EC476}" srcOrd="1" destOrd="0" presId="urn:microsoft.com/office/officeart/2005/8/layout/lProcess2"/>
    <dgm:cxn modelId="{CF3A6E1D-3E59-B949-BDB9-818F34C8AAD4}" type="presParOf" srcId="{4F84810D-82D9-8B41-841E-91CCFB236C6F}" destId="{7BD8AACE-ED6F-1F46-A6FE-80973D9E78A8}" srcOrd="2" destOrd="0" presId="urn:microsoft.com/office/officeart/2005/8/layout/lProcess2"/>
    <dgm:cxn modelId="{5CA2C8F7-210A-784E-9759-2710FB13217E}" type="presParOf" srcId="{4F84810D-82D9-8B41-841E-91CCFB236C6F}" destId="{717C5C2C-CA35-9F4D-83B1-7BBD5633F3D5}" srcOrd="3" destOrd="0" presId="urn:microsoft.com/office/officeart/2005/8/layout/lProcess2"/>
    <dgm:cxn modelId="{04079E6B-5543-1946-9FEB-A0F48E56B729}" type="presParOf" srcId="{4F84810D-82D9-8B41-841E-91CCFB236C6F}" destId="{F5AC81F1-A51C-804B-9B01-3E79A0AC1022}" srcOrd="4" destOrd="0" presId="urn:microsoft.com/office/officeart/2005/8/layout/lProcess2"/>
    <dgm:cxn modelId="{E68B5827-80F3-5D44-9EEC-D9B17589AB57}" type="presParOf" srcId="{4F84810D-82D9-8B41-841E-91CCFB236C6F}" destId="{62DE0E76-6BC1-C349-B3DC-04A4DB439B17}" srcOrd="5" destOrd="0" presId="urn:microsoft.com/office/officeart/2005/8/layout/lProcess2"/>
    <dgm:cxn modelId="{FC3F1F9D-CA82-AA4B-9240-EDF2DE32324D}" type="presParOf" srcId="{4F84810D-82D9-8B41-841E-91CCFB236C6F}" destId="{6403C0E9-17FA-D341-90EA-BEB22BE49FB5}" srcOrd="6" destOrd="0" presId="urn:microsoft.com/office/officeart/2005/8/layout/lProcess2"/>
    <dgm:cxn modelId="{3EB76142-2201-614F-9630-FCE3A79BD27B}" type="presParOf" srcId="{CFA42147-87E4-DE4B-A6A4-AD4AA0514864}" destId="{3A521EDA-C028-674C-979D-A7E0B09E3DEA}" srcOrd="3" destOrd="0" presId="urn:microsoft.com/office/officeart/2005/8/layout/lProcess2"/>
    <dgm:cxn modelId="{76BDD6AD-FA3A-8844-91CA-D5F20DD41C5B}" type="presParOf" srcId="{CFA42147-87E4-DE4B-A6A4-AD4AA0514864}" destId="{BC6254C5-9059-1146-B1A5-8A4013A1D849}" srcOrd="4" destOrd="0" presId="urn:microsoft.com/office/officeart/2005/8/layout/lProcess2"/>
    <dgm:cxn modelId="{855F2BE3-59E6-CF42-B062-D82C7A6935E5}" type="presParOf" srcId="{BC6254C5-9059-1146-B1A5-8A4013A1D849}" destId="{8AFAB680-2F36-3D4E-A6CF-48428E0FB1E1}" srcOrd="0" destOrd="0" presId="urn:microsoft.com/office/officeart/2005/8/layout/lProcess2"/>
    <dgm:cxn modelId="{E1BB2C44-1E11-6948-B0B8-A4520FE54849}" type="presParOf" srcId="{BC6254C5-9059-1146-B1A5-8A4013A1D849}" destId="{33E5A9C8-380A-5246-ABBF-7ED2CF1C7D45}" srcOrd="1" destOrd="0" presId="urn:microsoft.com/office/officeart/2005/8/layout/lProcess2"/>
    <dgm:cxn modelId="{1252B7BA-BF81-A74C-9B35-FFA486FC0081}" type="presParOf" srcId="{BC6254C5-9059-1146-B1A5-8A4013A1D849}" destId="{77CCF505-A663-624E-8BFF-EB6624461A4A}" srcOrd="2" destOrd="0" presId="urn:microsoft.com/office/officeart/2005/8/layout/lProcess2"/>
    <dgm:cxn modelId="{2D841F38-7C74-7742-8324-D7267DACF911}" type="presParOf" srcId="{77CCF505-A663-624E-8BFF-EB6624461A4A}" destId="{3BF5B116-8D5B-5F4B-B787-E74F64ED52DE}" srcOrd="0" destOrd="0" presId="urn:microsoft.com/office/officeart/2005/8/layout/lProcess2"/>
    <dgm:cxn modelId="{20ADD867-AB03-CA42-B4C7-B7F76BC6789F}" type="presParOf" srcId="{3BF5B116-8D5B-5F4B-B787-E74F64ED52DE}" destId="{E1F2251A-35B3-7045-A82F-0589D639E024}" srcOrd="0" destOrd="0" presId="urn:microsoft.com/office/officeart/2005/8/layout/lProcess2"/>
    <dgm:cxn modelId="{2DEFD3D8-AAC4-D645-89FB-6F54C5D06589}" type="presParOf" srcId="{3BF5B116-8D5B-5F4B-B787-E74F64ED52DE}" destId="{3D0CCF2A-5483-8242-B242-59138BF9556A}" srcOrd="1" destOrd="0" presId="urn:microsoft.com/office/officeart/2005/8/layout/lProcess2"/>
    <dgm:cxn modelId="{83CC09DA-2C6A-2348-88E1-37E8EA62EBC7}" type="presParOf" srcId="{3BF5B116-8D5B-5F4B-B787-E74F64ED52DE}" destId="{1625032E-19CD-754C-9D89-59F891601B9A}" srcOrd="2" destOrd="0" presId="urn:microsoft.com/office/officeart/2005/8/layout/lProcess2"/>
    <dgm:cxn modelId="{5DD39BEC-FE69-6E4E-BE99-7B18E412E87D}" type="presParOf" srcId="{3BF5B116-8D5B-5F4B-B787-E74F64ED52DE}" destId="{B0E3367D-885C-5C48-A0E9-F03D6FB54987}" srcOrd="3" destOrd="0" presId="urn:microsoft.com/office/officeart/2005/8/layout/lProcess2"/>
    <dgm:cxn modelId="{634932A9-A9A1-3D44-9474-A8AEFC7BE673}" type="presParOf" srcId="{3BF5B116-8D5B-5F4B-B787-E74F64ED52DE}" destId="{71204230-9CED-824D-82F2-66550DB56AE0}" srcOrd="4" destOrd="0" presId="urn:microsoft.com/office/officeart/2005/8/layout/lProcess2"/>
    <dgm:cxn modelId="{88D24B20-37B0-1B46-B5ED-E9D15363B10A}" type="presParOf" srcId="{3BF5B116-8D5B-5F4B-B787-E74F64ED52DE}" destId="{C37CCA6B-3674-B445-88F2-430CD2833B67}" srcOrd="5" destOrd="0" presId="urn:microsoft.com/office/officeart/2005/8/layout/lProcess2"/>
    <dgm:cxn modelId="{4F57D371-1B20-844E-84CE-F9AA7E257A6E}" type="presParOf" srcId="{3BF5B116-8D5B-5F4B-B787-E74F64ED52DE}" destId="{071F4820-A6F4-FE48-97B8-0F24278C3907}" srcOrd="6" destOrd="0" presId="urn:microsoft.com/office/officeart/2005/8/layout/lProcess2"/>
    <dgm:cxn modelId="{394278E5-9290-9B46-BF05-088B28792595}" type="presParOf" srcId="{3BF5B116-8D5B-5F4B-B787-E74F64ED52DE}" destId="{D750C95C-03ED-AF4A-8237-B8627AB3F730}" srcOrd="7" destOrd="0" presId="urn:microsoft.com/office/officeart/2005/8/layout/lProcess2"/>
    <dgm:cxn modelId="{6B3D4D33-69F8-FF44-B3D4-0BF17D170FB3}" type="presParOf" srcId="{3BF5B116-8D5B-5F4B-B787-E74F64ED52DE}" destId="{11044344-D6B1-964E-815E-C65E484399AB}" srcOrd="8" destOrd="0" presId="urn:microsoft.com/office/officeart/2005/8/layout/lProcess2"/>
    <dgm:cxn modelId="{CBBEB6E7-6D75-994A-9FD8-8A325CCA232E}" type="presParOf" srcId="{CFA42147-87E4-DE4B-A6A4-AD4AA0514864}" destId="{32D80168-EC54-5846-8658-4034B3F217EA}" srcOrd="5" destOrd="0" presId="urn:microsoft.com/office/officeart/2005/8/layout/lProcess2"/>
    <dgm:cxn modelId="{7964BBB5-89D1-F44B-A533-B2B7F9662D3F}" type="presParOf" srcId="{CFA42147-87E4-DE4B-A6A4-AD4AA0514864}" destId="{48C805F0-644F-7449-A3A5-5FB914CA9986}" srcOrd="6" destOrd="0" presId="urn:microsoft.com/office/officeart/2005/8/layout/lProcess2"/>
    <dgm:cxn modelId="{4A31AC45-E11A-6947-BB19-8E405C22903C}" type="presParOf" srcId="{48C805F0-644F-7449-A3A5-5FB914CA9986}" destId="{6CF75C26-FF89-C04A-BD66-737235D1A539}" srcOrd="0" destOrd="0" presId="urn:microsoft.com/office/officeart/2005/8/layout/lProcess2"/>
    <dgm:cxn modelId="{7A128161-E03D-F542-82EF-6F3DBEB2D44D}" type="presParOf" srcId="{48C805F0-644F-7449-A3A5-5FB914CA9986}" destId="{017CAA1B-0D78-C84E-A888-03B82E223F58}" srcOrd="1" destOrd="0" presId="urn:microsoft.com/office/officeart/2005/8/layout/lProcess2"/>
    <dgm:cxn modelId="{6E15D99A-4B76-4D41-9CEF-86A6145EB269}" type="presParOf" srcId="{48C805F0-644F-7449-A3A5-5FB914CA9986}" destId="{D044FB17-417A-D849-B5D8-10075477D7D2}" srcOrd="2" destOrd="0" presId="urn:microsoft.com/office/officeart/2005/8/layout/lProcess2"/>
    <dgm:cxn modelId="{C89E4C00-9546-2A4C-92CF-67D9B0D2F080}" type="presParOf" srcId="{D044FB17-417A-D849-B5D8-10075477D7D2}" destId="{ABAFCDD0-DB8D-4A4F-A102-82B120A1886B}" srcOrd="0" destOrd="0" presId="urn:microsoft.com/office/officeart/2005/8/layout/lProcess2"/>
    <dgm:cxn modelId="{9E59029D-48B1-CD42-9142-A732FF18D88F}" type="presParOf" srcId="{ABAFCDD0-DB8D-4A4F-A102-82B120A1886B}" destId="{CC3A3771-9911-1649-8007-400B06DC5385}" srcOrd="0" destOrd="0" presId="urn:microsoft.com/office/officeart/2005/8/layout/lProcess2"/>
    <dgm:cxn modelId="{9FA6A500-AA21-4C4C-BFD4-85F6128D7D18}" type="presParOf" srcId="{ABAFCDD0-DB8D-4A4F-A102-82B120A1886B}" destId="{6D07F4A3-69FB-1C4E-952C-0BA6A0B05E74}" srcOrd="1" destOrd="0" presId="urn:microsoft.com/office/officeart/2005/8/layout/lProcess2"/>
    <dgm:cxn modelId="{98C02CCB-09F5-514D-BA7C-9BE3E2552F17}" type="presParOf" srcId="{ABAFCDD0-DB8D-4A4F-A102-82B120A1886B}" destId="{6E91F482-E877-E344-B7B3-CAB4ED664ADF}" srcOrd="2" destOrd="0" presId="urn:microsoft.com/office/officeart/2005/8/layout/lProcess2"/>
    <dgm:cxn modelId="{0BFD5890-5ADC-2A43-A744-C74D8FA4FEDB}" type="presParOf" srcId="{ABAFCDD0-DB8D-4A4F-A102-82B120A1886B}" destId="{05FC60F1-4FAA-F746-96EA-AC1C69B44C9A}" srcOrd="3" destOrd="0" presId="urn:microsoft.com/office/officeart/2005/8/layout/lProcess2"/>
    <dgm:cxn modelId="{A95485BE-3E16-074C-8BC7-86B73F8A401C}" type="presParOf" srcId="{ABAFCDD0-DB8D-4A4F-A102-82B120A1886B}" destId="{50D6CA8A-9913-4648-A80D-C8902735F760}" srcOrd="4" destOrd="0" presId="urn:microsoft.com/office/officeart/2005/8/layout/lProcess2"/>
    <dgm:cxn modelId="{20DF5B25-050D-9049-929D-0F37A5F41020}" type="presParOf" srcId="{ABAFCDD0-DB8D-4A4F-A102-82B120A1886B}" destId="{3B522DAA-E0BA-DE44-8BB4-03BB768877ED}" srcOrd="5" destOrd="0" presId="urn:microsoft.com/office/officeart/2005/8/layout/lProcess2"/>
    <dgm:cxn modelId="{5388B72D-9733-E849-8270-F65F2B035520}" type="presParOf" srcId="{ABAFCDD0-DB8D-4A4F-A102-82B120A1886B}" destId="{DDDDE447-A7DD-5041-AB5C-B874ED1C0198}" srcOrd="6" destOrd="0" presId="urn:microsoft.com/office/officeart/2005/8/layout/lProcess2"/>
    <dgm:cxn modelId="{B467B173-F48F-204D-A034-EF0510434721}" type="presParOf" srcId="{ABAFCDD0-DB8D-4A4F-A102-82B120A1886B}" destId="{16863F96-4C89-9741-B6D7-66DDD36821DE}" srcOrd="7" destOrd="0" presId="urn:microsoft.com/office/officeart/2005/8/layout/lProcess2"/>
    <dgm:cxn modelId="{E9AD5B43-05DE-824F-AC10-FFCEE5D8EBF3}" type="presParOf" srcId="{ABAFCDD0-DB8D-4A4F-A102-82B120A1886B}" destId="{83CE26B9-E75C-4649-80FB-FEB184389031}" srcOrd="8" destOrd="0" presId="urn:microsoft.com/office/officeart/2005/8/layout/lProcess2"/>
    <dgm:cxn modelId="{B875E74D-5D53-D648-8796-884281AF222A}" type="presParOf" srcId="{CFA42147-87E4-DE4B-A6A4-AD4AA0514864}" destId="{1012F286-89CE-4E44-A6B5-7E683CFEA8DD}" srcOrd="7" destOrd="0" presId="urn:microsoft.com/office/officeart/2005/8/layout/lProcess2"/>
    <dgm:cxn modelId="{9702CCBC-BEE0-9641-8BFB-682A3CB1971D}" type="presParOf" srcId="{CFA42147-87E4-DE4B-A6A4-AD4AA0514864}" destId="{3D0A2176-9582-1043-BBE1-75CFA13A2ED1}" srcOrd="8" destOrd="0" presId="urn:microsoft.com/office/officeart/2005/8/layout/lProcess2"/>
    <dgm:cxn modelId="{8F816804-18F2-1740-B27A-F1B23932829F}" type="presParOf" srcId="{3D0A2176-9582-1043-BBE1-75CFA13A2ED1}" destId="{E0022AE6-AA1A-EE45-85DF-9F1BAB5FC7BE}" srcOrd="0" destOrd="0" presId="urn:microsoft.com/office/officeart/2005/8/layout/lProcess2"/>
    <dgm:cxn modelId="{8F68B353-C5FD-AD47-8556-7E7286151C5C}" type="presParOf" srcId="{3D0A2176-9582-1043-BBE1-75CFA13A2ED1}" destId="{3ABA3575-6821-164C-99F5-3A027469ABEE}" srcOrd="1" destOrd="0" presId="urn:microsoft.com/office/officeart/2005/8/layout/lProcess2"/>
    <dgm:cxn modelId="{4CC173CE-95F6-3843-BA68-D0B4EBCCD35A}" type="presParOf" srcId="{3D0A2176-9582-1043-BBE1-75CFA13A2ED1}" destId="{9122854C-5140-1249-8A21-B527C59425F9}" srcOrd="2" destOrd="0" presId="urn:microsoft.com/office/officeart/2005/8/layout/lProcess2"/>
    <dgm:cxn modelId="{151F8E6C-F606-8844-9ECA-8C5829025FC8}" type="presParOf" srcId="{9122854C-5140-1249-8A21-B527C59425F9}" destId="{CD4EC1AD-E319-2A4A-8545-7CDD3D26F576}" srcOrd="0" destOrd="0" presId="urn:microsoft.com/office/officeart/2005/8/layout/lProcess2"/>
    <dgm:cxn modelId="{B376FAF6-683E-DF4D-8D4B-D053A35AE63A}" type="presParOf" srcId="{CD4EC1AD-E319-2A4A-8545-7CDD3D26F576}" destId="{E6D5E998-9FBA-F947-8EC5-0B9220C3613E}" srcOrd="0" destOrd="0" presId="urn:microsoft.com/office/officeart/2005/8/layout/lProcess2"/>
    <dgm:cxn modelId="{992203A4-BE1B-4E4D-B7DC-569FCBCA3E1E}" type="presParOf" srcId="{CD4EC1AD-E319-2A4A-8545-7CDD3D26F576}" destId="{E360B268-7357-0E4A-8D64-CCD087E8D3BC}" srcOrd="1" destOrd="0" presId="urn:microsoft.com/office/officeart/2005/8/layout/lProcess2"/>
    <dgm:cxn modelId="{D963F7DA-E8DB-6D45-B896-AFCDF221CB49}" type="presParOf" srcId="{CD4EC1AD-E319-2A4A-8545-7CDD3D26F576}" destId="{4D5302DC-1240-7F41-9184-2BC7BA6151FF}" srcOrd="2" destOrd="0" presId="urn:microsoft.com/office/officeart/2005/8/layout/lProcess2"/>
    <dgm:cxn modelId="{470EE906-6B95-B74F-A4AC-9A3ED394DD64}" type="presParOf" srcId="{CD4EC1AD-E319-2A4A-8545-7CDD3D26F576}" destId="{8AFF2559-5707-2349-808F-40D42B6D3CA4}" srcOrd="3" destOrd="0" presId="urn:microsoft.com/office/officeart/2005/8/layout/lProcess2"/>
    <dgm:cxn modelId="{6334DB0D-18F2-C742-AA9E-70FED17EBCAD}" type="presParOf" srcId="{CD4EC1AD-E319-2A4A-8545-7CDD3D26F576}" destId="{B224E1BA-A666-EA4B-9799-F1E8082AE773}" srcOrd="4" destOrd="0" presId="urn:microsoft.com/office/officeart/2005/8/layout/lProcess2"/>
    <dgm:cxn modelId="{F4FB4B56-9DF5-6A47-855F-5A98F34CB148}" type="presParOf" srcId="{CFA42147-87E4-DE4B-A6A4-AD4AA0514864}" destId="{86C5940F-3EF7-044E-B8B1-354C0F56D9A5}" srcOrd="9" destOrd="0" presId="urn:microsoft.com/office/officeart/2005/8/layout/lProcess2"/>
    <dgm:cxn modelId="{1A51907B-1947-CF41-BB61-5E800D30AF75}" type="presParOf" srcId="{CFA42147-87E4-DE4B-A6A4-AD4AA0514864}" destId="{688B14BC-61C2-AB40-9BDA-B54B2DC55AEA}" srcOrd="10" destOrd="0" presId="urn:microsoft.com/office/officeart/2005/8/layout/lProcess2"/>
    <dgm:cxn modelId="{BD6B48A7-D93A-4943-A81C-A7102828766C}" type="presParOf" srcId="{688B14BC-61C2-AB40-9BDA-B54B2DC55AEA}" destId="{4B0C0AA9-15BA-104D-BA39-A5F6595E7A9C}" srcOrd="0" destOrd="0" presId="urn:microsoft.com/office/officeart/2005/8/layout/lProcess2"/>
    <dgm:cxn modelId="{A24C7031-5DDA-484D-83C4-80B7A37800F2}" type="presParOf" srcId="{688B14BC-61C2-AB40-9BDA-B54B2DC55AEA}" destId="{760A4BAE-0905-E94D-BB21-0C1CBB08322B}" srcOrd="1" destOrd="0" presId="urn:microsoft.com/office/officeart/2005/8/layout/lProcess2"/>
    <dgm:cxn modelId="{B0E86A57-2CF5-4140-A94C-9F66CBB91E94}" type="presParOf" srcId="{688B14BC-61C2-AB40-9BDA-B54B2DC55AEA}" destId="{7DA718F5-E871-0345-A364-E82857470405}" srcOrd="2" destOrd="0" presId="urn:microsoft.com/office/officeart/2005/8/layout/lProcess2"/>
    <dgm:cxn modelId="{A9E22220-7BC3-844A-9CF3-FA02AD43156A}" type="presParOf" srcId="{7DA718F5-E871-0345-A364-E82857470405}" destId="{3E655E9B-B1E0-274E-8D6C-1C1439C11F55}" srcOrd="0" destOrd="0" presId="urn:microsoft.com/office/officeart/2005/8/layout/lProcess2"/>
    <dgm:cxn modelId="{3B3B6DC5-F48E-BF49-A983-5145894484C5}" type="presParOf" srcId="{3E655E9B-B1E0-274E-8D6C-1C1439C11F55}" destId="{40A4AF03-069E-FC41-8117-9B68A24A9FC2}" srcOrd="0" destOrd="0" presId="urn:microsoft.com/office/officeart/2005/8/layout/lProcess2"/>
    <dgm:cxn modelId="{7FC92CE5-51EF-8942-B2F5-0A6B5D1C0D47}" type="presParOf" srcId="{3E655E9B-B1E0-274E-8D6C-1C1439C11F55}" destId="{BFF50A93-0FC4-C347-9983-50FFDC3D1471}" srcOrd="1" destOrd="0" presId="urn:microsoft.com/office/officeart/2005/8/layout/lProcess2"/>
    <dgm:cxn modelId="{ED5F0244-BBAB-0F4D-93F0-237F343F0CD0}" type="presParOf" srcId="{3E655E9B-B1E0-274E-8D6C-1C1439C11F55}" destId="{BE78A7C4-64DC-E24B-87B8-EE5AADA7974D}" srcOrd="2" destOrd="0" presId="urn:microsoft.com/office/officeart/2005/8/layout/lProcess2"/>
    <dgm:cxn modelId="{37693076-1334-E142-8169-1B78D4F5D7CD}" type="presParOf" srcId="{3E655E9B-B1E0-274E-8D6C-1C1439C11F55}" destId="{442942B6-CE43-E842-9553-138CEDC25390}" srcOrd="3" destOrd="0" presId="urn:microsoft.com/office/officeart/2005/8/layout/lProcess2"/>
    <dgm:cxn modelId="{4D7555EE-6638-1349-831B-981F1C7223D5}" type="presParOf" srcId="{3E655E9B-B1E0-274E-8D6C-1C1439C11F55}" destId="{C6E9A034-8285-924D-9CEF-AB7E31D7B849}" srcOrd="4" destOrd="0" presId="urn:microsoft.com/office/officeart/2005/8/layout/lProcess2"/>
    <dgm:cxn modelId="{1E3983F1-EFA6-7C4F-BF20-D4B3FCC8836F}" type="presParOf" srcId="{3E655E9B-B1E0-274E-8D6C-1C1439C11F55}" destId="{DBBDA6BB-2486-3B49-8E62-38B21A4B2A1B}" srcOrd="5" destOrd="0" presId="urn:microsoft.com/office/officeart/2005/8/layout/lProcess2"/>
    <dgm:cxn modelId="{2A4FFE8C-3435-7D4E-8A5F-FF46A616B4B3}" type="presParOf" srcId="{3E655E9B-B1E0-274E-8D6C-1C1439C11F55}" destId="{BD28C97F-2CA3-F846-8D16-6D7B53439E5C}" srcOrd="6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CB71688F-862B-0040-A836-C00BD4BE1161}" type="doc">
      <dgm:prSet loTypeId="urn:microsoft.com/office/officeart/2005/8/layout/hProcess11" loCatId="" qsTypeId="urn:microsoft.com/office/officeart/2005/8/quickstyle/simple1" qsCatId="simple" csTypeId="urn:microsoft.com/office/officeart/2005/8/colors/accent1_2" csCatId="accent1" phldr="1"/>
      <dgm:spPr/>
    </dgm:pt>
    <dgm:pt modelId="{8D92B031-C952-234B-B34D-4904E740E1CF}">
      <dgm:prSet phldrT="[Text]"/>
      <dgm:spPr/>
      <dgm:t>
        <a:bodyPr/>
        <a:lstStyle/>
        <a:p>
          <a:r>
            <a:rPr lang="en-GB" dirty="0"/>
            <a:t>Ledger Database (31/03)</a:t>
          </a:r>
        </a:p>
      </dgm:t>
    </dgm:pt>
    <dgm:pt modelId="{9D89AFCE-D4A5-5048-81AE-6FEF1C220782}" type="parTrans" cxnId="{A0833299-C489-C941-990C-E4813779201F}">
      <dgm:prSet/>
      <dgm:spPr/>
      <dgm:t>
        <a:bodyPr/>
        <a:lstStyle/>
        <a:p>
          <a:endParaRPr lang="en-GB"/>
        </a:p>
      </dgm:t>
    </dgm:pt>
    <dgm:pt modelId="{DC3AAA20-515B-7E43-9C35-FE2BA5D06CFE}" type="sibTrans" cxnId="{A0833299-C489-C941-990C-E4813779201F}">
      <dgm:prSet/>
      <dgm:spPr/>
      <dgm:t>
        <a:bodyPr/>
        <a:lstStyle/>
        <a:p>
          <a:endParaRPr lang="en-GB"/>
        </a:p>
      </dgm:t>
    </dgm:pt>
    <dgm:pt modelId="{5E9EA907-DE53-4E4D-B867-588A86FFFC0B}">
      <dgm:prSet phldrT="[Text]"/>
      <dgm:spPr/>
      <dgm:t>
        <a:bodyPr/>
        <a:lstStyle/>
        <a:p>
          <a:r>
            <a:rPr lang="en-GB" dirty="0"/>
            <a:t>Orchestrator  (30/06)</a:t>
          </a:r>
        </a:p>
      </dgm:t>
    </dgm:pt>
    <dgm:pt modelId="{09C44475-F4E8-C949-B679-047D0CAA91CD}" type="parTrans" cxnId="{0A981BF6-8F75-7A44-9617-15469988EFD0}">
      <dgm:prSet/>
      <dgm:spPr/>
      <dgm:t>
        <a:bodyPr/>
        <a:lstStyle/>
        <a:p>
          <a:endParaRPr lang="en-GB"/>
        </a:p>
      </dgm:t>
    </dgm:pt>
    <dgm:pt modelId="{FDAFB59A-9B69-DF4C-AC3F-F16B299664C9}" type="sibTrans" cxnId="{0A981BF6-8F75-7A44-9617-15469988EFD0}">
      <dgm:prSet/>
      <dgm:spPr/>
      <dgm:t>
        <a:bodyPr/>
        <a:lstStyle/>
        <a:p>
          <a:endParaRPr lang="en-GB"/>
        </a:p>
      </dgm:t>
    </dgm:pt>
    <dgm:pt modelId="{9B451084-3ECA-2845-A658-812CB09CDE5E}">
      <dgm:prSet phldrT="[Text]"/>
      <dgm:spPr/>
      <dgm:t>
        <a:bodyPr/>
        <a:lstStyle/>
        <a:p>
          <a:r>
            <a:rPr lang="en-GB" dirty="0"/>
            <a:t>UI (30/06)</a:t>
          </a:r>
        </a:p>
      </dgm:t>
    </dgm:pt>
    <dgm:pt modelId="{4F229034-7585-4646-8BA5-C7003A07CCAC}" type="parTrans" cxnId="{FC863FB3-7552-CD4B-B93C-ADFC5A293481}">
      <dgm:prSet/>
      <dgm:spPr/>
      <dgm:t>
        <a:bodyPr/>
        <a:lstStyle/>
        <a:p>
          <a:endParaRPr lang="en-GB"/>
        </a:p>
      </dgm:t>
    </dgm:pt>
    <dgm:pt modelId="{3EA2CB1C-32AF-1E44-BB89-A36B45D2D32D}" type="sibTrans" cxnId="{FC863FB3-7552-CD4B-B93C-ADFC5A293481}">
      <dgm:prSet/>
      <dgm:spPr/>
      <dgm:t>
        <a:bodyPr/>
        <a:lstStyle/>
        <a:p>
          <a:endParaRPr lang="en-GB"/>
        </a:p>
      </dgm:t>
    </dgm:pt>
    <dgm:pt modelId="{D72C0C96-3B08-0343-B230-A1E7ADDCF253}">
      <dgm:prSet phldrT="[Text]"/>
      <dgm:spPr/>
      <dgm:t>
        <a:bodyPr/>
        <a:lstStyle/>
        <a:p>
          <a:r>
            <a:rPr lang="en-GB" dirty="0"/>
            <a:t>Ledger API (31/05)</a:t>
          </a:r>
        </a:p>
      </dgm:t>
    </dgm:pt>
    <dgm:pt modelId="{11C969A0-CC8C-DA49-8EAA-E4F31BEECC82}" type="parTrans" cxnId="{420C480A-67B2-9E42-A394-CFD7E4C7F8F9}">
      <dgm:prSet/>
      <dgm:spPr/>
      <dgm:t>
        <a:bodyPr/>
        <a:lstStyle/>
        <a:p>
          <a:endParaRPr lang="en-GB"/>
        </a:p>
      </dgm:t>
    </dgm:pt>
    <dgm:pt modelId="{5291F849-5047-3F49-A934-7AAFBAFA668A}" type="sibTrans" cxnId="{420C480A-67B2-9E42-A394-CFD7E4C7F8F9}">
      <dgm:prSet/>
      <dgm:spPr/>
      <dgm:t>
        <a:bodyPr/>
        <a:lstStyle/>
        <a:p>
          <a:endParaRPr lang="en-GB"/>
        </a:p>
      </dgm:t>
    </dgm:pt>
    <dgm:pt modelId="{FAEBD09B-183F-B24E-97A5-A567CE1DD803}">
      <dgm:prSet phldrT="[Text]"/>
      <dgm:spPr/>
      <dgm:t>
        <a:bodyPr/>
        <a:lstStyle/>
        <a:p>
          <a:r>
            <a:rPr lang="en-GB" dirty="0"/>
            <a:t>Connectors (30/06)</a:t>
          </a:r>
        </a:p>
      </dgm:t>
    </dgm:pt>
    <dgm:pt modelId="{8C51FEBA-BFC6-3543-A0E8-A5B1C5BDACC2}" type="parTrans" cxnId="{DBE158FE-C264-6B48-9EB6-2E6D75AF347D}">
      <dgm:prSet/>
      <dgm:spPr/>
      <dgm:t>
        <a:bodyPr/>
        <a:lstStyle/>
        <a:p>
          <a:endParaRPr lang="en-GB"/>
        </a:p>
      </dgm:t>
    </dgm:pt>
    <dgm:pt modelId="{F59E3A59-DBF7-1044-80F3-E9F2B4E06C10}" type="sibTrans" cxnId="{DBE158FE-C264-6B48-9EB6-2E6D75AF347D}">
      <dgm:prSet/>
      <dgm:spPr/>
      <dgm:t>
        <a:bodyPr/>
        <a:lstStyle/>
        <a:p>
          <a:endParaRPr lang="en-GB"/>
        </a:p>
      </dgm:t>
    </dgm:pt>
    <dgm:pt modelId="{14A3F264-D2D0-BC48-B6CB-6A814AC96D96}">
      <dgm:prSet phldrT="[Text]"/>
      <dgm:spPr/>
      <dgm:t>
        <a:bodyPr/>
        <a:lstStyle/>
        <a:p>
          <a:r>
            <a:rPr lang="en-GB" dirty="0"/>
            <a:t>Orchestration (31/08)</a:t>
          </a:r>
        </a:p>
      </dgm:t>
    </dgm:pt>
    <dgm:pt modelId="{9529D19E-E7FB-F94A-8831-53D2B4F81E0F}" type="parTrans" cxnId="{6C079A8E-8EEA-BF4D-8EB6-795C371BD680}">
      <dgm:prSet/>
      <dgm:spPr/>
      <dgm:t>
        <a:bodyPr/>
        <a:lstStyle/>
        <a:p>
          <a:endParaRPr lang="en-GB"/>
        </a:p>
      </dgm:t>
    </dgm:pt>
    <dgm:pt modelId="{E281D21C-93A6-274A-88A5-1AB8A4EAF1B0}" type="sibTrans" cxnId="{6C079A8E-8EEA-BF4D-8EB6-795C371BD680}">
      <dgm:prSet/>
      <dgm:spPr/>
      <dgm:t>
        <a:bodyPr/>
        <a:lstStyle/>
        <a:p>
          <a:endParaRPr lang="en-GB"/>
        </a:p>
      </dgm:t>
    </dgm:pt>
    <dgm:pt modelId="{FC70095D-61E3-C64B-A28D-1A08CCFF4A0D}">
      <dgm:prSet phldrT="[Text]"/>
      <dgm:spPr/>
      <dgm:t>
        <a:bodyPr/>
        <a:lstStyle/>
        <a:p>
          <a:r>
            <a:rPr lang="en-GB" dirty="0"/>
            <a:t>Integration (19/09)</a:t>
          </a:r>
        </a:p>
      </dgm:t>
    </dgm:pt>
    <dgm:pt modelId="{40BC39DC-1D86-D34B-8E0D-655196443745}" type="parTrans" cxnId="{D966340F-C637-DA4A-B564-56F3C88A956A}">
      <dgm:prSet/>
      <dgm:spPr/>
      <dgm:t>
        <a:bodyPr/>
        <a:lstStyle/>
        <a:p>
          <a:endParaRPr lang="en-GB"/>
        </a:p>
      </dgm:t>
    </dgm:pt>
    <dgm:pt modelId="{41C5F9B0-701A-C346-96B6-A09F5CC84386}" type="sibTrans" cxnId="{D966340F-C637-DA4A-B564-56F3C88A956A}">
      <dgm:prSet/>
      <dgm:spPr/>
      <dgm:t>
        <a:bodyPr/>
        <a:lstStyle/>
        <a:p>
          <a:endParaRPr lang="en-GB"/>
        </a:p>
      </dgm:t>
    </dgm:pt>
    <dgm:pt modelId="{4472F214-FC23-B147-9E58-201D388A6A2A}">
      <dgm:prSet phldrT="[Text]"/>
      <dgm:spPr/>
      <dgm:t>
        <a:bodyPr/>
        <a:lstStyle/>
        <a:p>
          <a:r>
            <a:rPr lang="en-GB" dirty="0"/>
            <a:t>UAT (17/10)</a:t>
          </a:r>
        </a:p>
      </dgm:t>
    </dgm:pt>
    <dgm:pt modelId="{8F76DA9B-96B4-B748-9DC3-A6202D1BC838}" type="parTrans" cxnId="{B3795BD2-0657-9945-B19B-448991C67EDB}">
      <dgm:prSet/>
      <dgm:spPr/>
      <dgm:t>
        <a:bodyPr/>
        <a:lstStyle/>
        <a:p>
          <a:endParaRPr lang="en-GB"/>
        </a:p>
      </dgm:t>
    </dgm:pt>
    <dgm:pt modelId="{6449B118-F871-B247-A828-97BB64DF609F}" type="sibTrans" cxnId="{B3795BD2-0657-9945-B19B-448991C67EDB}">
      <dgm:prSet/>
      <dgm:spPr/>
      <dgm:t>
        <a:bodyPr/>
        <a:lstStyle/>
        <a:p>
          <a:endParaRPr lang="en-GB"/>
        </a:p>
      </dgm:t>
    </dgm:pt>
    <dgm:pt modelId="{65C60FB6-44D1-CA46-A9AB-A42F45C1B475}">
      <dgm:prSet phldrT="[Text]"/>
      <dgm:spPr/>
      <dgm:t>
        <a:bodyPr/>
        <a:lstStyle/>
        <a:p>
          <a:r>
            <a:rPr lang="en-GB" b="1" dirty="0">
              <a:solidFill>
                <a:srgbClr val="FF0000"/>
              </a:solidFill>
            </a:rPr>
            <a:t>Go Live (27/10)</a:t>
          </a:r>
        </a:p>
        <a:p>
          <a:endParaRPr lang="en-GB" dirty="0"/>
        </a:p>
      </dgm:t>
    </dgm:pt>
    <dgm:pt modelId="{0E3BC540-B451-9342-A7B5-A12A3945BBE0}" type="parTrans" cxnId="{5EACE6D2-1F88-0D4C-97A4-06D8C863CF9F}">
      <dgm:prSet/>
      <dgm:spPr/>
      <dgm:t>
        <a:bodyPr/>
        <a:lstStyle/>
        <a:p>
          <a:endParaRPr lang="en-GB"/>
        </a:p>
      </dgm:t>
    </dgm:pt>
    <dgm:pt modelId="{86C1E141-11F0-9B40-9DD6-DA488D7EFBF6}" type="sibTrans" cxnId="{5EACE6D2-1F88-0D4C-97A4-06D8C863CF9F}">
      <dgm:prSet/>
      <dgm:spPr/>
      <dgm:t>
        <a:bodyPr/>
        <a:lstStyle/>
        <a:p>
          <a:endParaRPr lang="en-GB"/>
        </a:p>
      </dgm:t>
    </dgm:pt>
    <dgm:pt modelId="{F904091C-C57C-0E4A-A718-E8E6826C3F61}" type="pres">
      <dgm:prSet presAssocID="{CB71688F-862B-0040-A836-C00BD4BE1161}" presName="Name0" presStyleCnt="0">
        <dgm:presLayoutVars>
          <dgm:dir/>
          <dgm:resizeHandles val="exact"/>
        </dgm:presLayoutVars>
      </dgm:prSet>
      <dgm:spPr/>
    </dgm:pt>
    <dgm:pt modelId="{C1D0DC47-C2C2-CB4A-85ED-9F7C8D143384}" type="pres">
      <dgm:prSet presAssocID="{CB71688F-862B-0040-A836-C00BD4BE1161}" presName="arrow" presStyleLbl="bgShp" presStyleIdx="0" presStyleCnt="1"/>
      <dgm:spPr/>
    </dgm:pt>
    <dgm:pt modelId="{7BFCAE34-9FF9-1749-B5B4-F1092605044F}" type="pres">
      <dgm:prSet presAssocID="{CB71688F-862B-0040-A836-C00BD4BE1161}" presName="points" presStyleCnt="0"/>
      <dgm:spPr/>
    </dgm:pt>
    <dgm:pt modelId="{1E8DC2FC-B102-FD4B-B8DD-F3ACEB28D193}" type="pres">
      <dgm:prSet presAssocID="{8D92B031-C952-234B-B34D-4904E740E1CF}" presName="compositeA" presStyleCnt="0"/>
      <dgm:spPr/>
    </dgm:pt>
    <dgm:pt modelId="{EC8C5B13-556B-7D4E-B3C6-987E697D8C41}" type="pres">
      <dgm:prSet presAssocID="{8D92B031-C952-234B-B34D-4904E740E1CF}" presName="textA" presStyleLbl="revTx" presStyleIdx="0" presStyleCnt="9">
        <dgm:presLayoutVars>
          <dgm:bulletEnabled val="1"/>
        </dgm:presLayoutVars>
      </dgm:prSet>
      <dgm:spPr/>
    </dgm:pt>
    <dgm:pt modelId="{4EFE5E88-4430-E148-8167-B992E9EC09F3}" type="pres">
      <dgm:prSet presAssocID="{8D92B031-C952-234B-B34D-4904E740E1CF}" presName="circleA" presStyleLbl="node1" presStyleIdx="0" presStyleCnt="9"/>
      <dgm:spPr/>
    </dgm:pt>
    <dgm:pt modelId="{54812EB2-9267-244A-9E17-5C59434A433F}" type="pres">
      <dgm:prSet presAssocID="{8D92B031-C952-234B-B34D-4904E740E1CF}" presName="spaceA" presStyleCnt="0"/>
      <dgm:spPr/>
    </dgm:pt>
    <dgm:pt modelId="{5CC5735B-19E8-6C46-9051-C20B34EFD6F2}" type="pres">
      <dgm:prSet presAssocID="{DC3AAA20-515B-7E43-9C35-FE2BA5D06CFE}" presName="space" presStyleCnt="0"/>
      <dgm:spPr/>
    </dgm:pt>
    <dgm:pt modelId="{3D55F6FC-250F-FC41-89C7-958FAB698299}" type="pres">
      <dgm:prSet presAssocID="{D72C0C96-3B08-0343-B230-A1E7ADDCF253}" presName="compositeB" presStyleCnt="0"/>
      <dgm:spPr/>
    </dgm:pt>
    <dgm:pt modelId="{979CC138-8122-BA42-9C67-A3C8B144AFBD}" type="pres">
      <dgm:prSet presAssocID="{D72C0C96-3B08-0343-B230-A1E7ADDCF253}" presName="textB" presStyleLbl="revTx" presStyleIdx="1" presStyleCnt="9">
        <dgm:presLayoutVars>
          <dgm:bulletEnabled val="1"/>
        </dgm:presLayoutVars>
      </dgm:prSet>
      <dgm:spPr/>
    </dgm:pt>
    <dgm:pt modelId="{4573C9CF-3B8B-0542-B5DE-CD2A52B6141E}" type="pres">
      <dgm:prSet presAssocID="{D72C0C96-3B08-0343-B230-A1E7ADDCF253}" presName="circleB" presStyleLbl="node1" presStyleIdx="1" presStyleCnt="9"/>
      <dgm:spPr/>
    </dgm:pt>
    <dgm:pt modelId="{DD67C4E8-35E0-E240-BAAD-A1912B5160E2}" type="pres">
      <dgm:prSet presAssocID="{D72C0C96-3B08-0343-B230-A1E7ADDCF253}" presName="spaceB" presStyleCnt="0"/>
      <dgm:spPr/>
    </dgm:pt>
    <dgm:pt modelId="{9B19269D-56ED-2945-8EBC-DBB195348D7B}" type="pres">
      <dgm:prSet presAssocID="{5291F849-5047-3F49-A934-7AAFBAFA668A}" presName="space" presStyleCnt="0"/>
      <dgm:spPr/>
    </dgm:pt>
    <dgm:pt modelId="{A34DEF9E-9847-464C-B7F0-A6DF0705848A}" type="pres">
      <dgm:prSet presAssocID="{FAEBD09B-183F-B24E-97A5-A567CE1DD803}" presName="compositeA" presStyleCnt="0"/>
      <dgm:spPr/>
    </dgm:pt>
    <dgm:pt modelId="{FDE9AC99-8C36-944C-93D4-563AC2D1BE95}" type="pres">
      <dgm:prSet presAssocID="{FAEBD09B-183F-B24E-97A5-A567CE1DD803}" presName="textA" presStyleLbl="revTx" presStyleIdx="2" presStyleCnt="9">
        <dgm:presLayoutVars>
          <dgm:bulletEnabled val="1"/>
        </dgm:presLayoutVars>
      </dgm:prSet>
      <dgm:spPr/>
    </dgm:pt>
    <dgm:pt modelId="{9361CF71-E3DF-814D-ABCD-2845AC9D86FF}" type="pres">
      <dgm:prSet presAssocID="{FAEBD09B-183F-B24E-97A5-A567CE1DD803}" presName="circleA" presStyleLbl="node1" presStyleIdx="2" presStyleCnt="9"/>
      <dgm:spPr/>
    </dgm:pt>
    <dgm:pt modelId="{365330DB-639E-B542-88E5-D75D5A9E4C66}" type="pres">
      <dgm:prSet presAssocID="{FAEBD09B-183F-B24E-97A5-A567CE1DD803}" presName="spaceA" presStyleCnt="0"/>
      <dgm:spPr/>
    </dgm:pt>
    <dgm:pt modelId="{4C0FA220-6E4F-D74A-9659-3C923D86322B}" type="pres">
      <dgm:prSet presAssocID="{F59E3A59-DBF7-1044-80F3-E9F2B4E06C10}" presName="space" presStyleCnt="0"/>
      <dgm:spPr/>
    </dgm:pt>
    <dgm:pt modelId="{E197447F-3DED-1B41-917C-2DF98E09A081}" type="pres">
      <dgm:prSet presAssocID="{5E9EA907-DE53-4E4D-B867-588A86FFFC0B}" presName="compositeB" presStyleCnt="0"/>
      <dgm:spPr/>
    </dgm:pt>
    <dgm:pt modelId="{78A38E5A-4F4A-C346-907F-B46D3352B863}" type="pres">
      <dgm:prSet presAssocID="{5E9EA907-DE53-4E4D-B867-588A86FFFC0B}" presName="textB" presStyleLbl="revTx" presStyleIdx="3" presStyleCnt="9">
        <dgm:presLayoutVars>
          <dgm:bulletEnabled val="1"/>
        </dgm:presLayoutVars>
      </dgm:prSet>
      <dgm:spPr/>
    </dgm:pt>
    <dgm:pt modelId="{2F1264A7-1F50-6647-B987-AD2D3B6B2081}" type="pres">
      <dgm:prSet presAssocID="{5E9EA907-DE53-4E4D-B867-588A86FFFC0B}" presName="circleB" presStyleLbl="node1" presStyleIdx="3" presStyleCnt="9"/>
      <dgm:spPr/>
    </dgm:pt>
    <dgm:pt modelId="{0A8BF8D9-B084-DB41-A3F6-F329B6CD5E40}" type="pres">
      <dgm:prSet presAssocID="{5E9EA907-DE53-4E4D-B867-588A86FFFC0B}" presName="spaceB" presStyleCnt="0"/>
      <dgm:spPr/>
    </dgm:pt>
    <dgm:pt modelId="{9339B45B-1877-5A40-A0A7-026BA81D94C3}" type="pres">
      <dgm:prSet presAssocID="{FDAFB59A-9B69-DF4C-AC3F-F16B299664C9}" presName="space" presStyleCnt="0"/>
      <dgm:spPr/>
    </dgm:pt>
    <dgm:pt modelId="{6EBF3695-DA7A-9B46-B9D4-B91C946AF619}" type="pres">
      <dgm:prSet presAssocID="{9B451084-3ECA-2845-A658-812CB09CDE5E}" presName="compositeA" presStyleCnt="0"/>
      <dgm:spPr/>
    </dgm:pt>
    <dgm:pt modelId="{6D31B154-FC1E-BD46-8E5F-127D159EC1C7}" type="pres">
      <dgm:prSet presAssocID="{9B451084-3ECA-2845-A658-812CB09CDE5E}" presName="textA" presStyleLbl="revTx" presStyleIdx="4" presStyleCnt="9">
        <dgm:presLayoutVars>
          <dgm:bulletEnabled val="1"/>
        </dgm:presLayoutVars>
      </dgm:prSet>
      <dgm:spPr/>
    </dgm:pt>
    <dgm:pt modelId="{35C3DA5B-EAF4-6141-B118-F38DA3396D3C}" type="pres">
      <dgm:prSet presAssocID="{9B451084-3ECA-2845-A658-812CB09CDE5E}" presName="circleA" presStyleLbl="node1" presStyleIdx="4" presStyleCnt="9"/>
      <dgm:spPr/>
    </dgm:pt>
    <dgm:pt modelId="{2B98ACBF-51FC-914E-AFEF-179D29C6FCC4}" type="pres">
      <dgm:prSet presAssocID="{9B451084-3ECA-2845-A658-812CB09CDE5E}" presName="spaceA" presStyleCnt="0"/>
      <dgm:spPr/>
    </dgm:pt>
    <dgm:pt modelId="{AAE99553-902D-E040-8AED-760A78113170}" type="pres">
      <dgm:prSet presAssocID="{3EA2CB1C-32AF-1E44-BB89-A36B45D2D32D}" presName="space" presStyleCnt="0"/>
      <dgm:spPr/>
    </dgm:pt>
    <dgm:pt modelId="{F5D9586B-E8DA-D242-9976-0D5350D64CA1}" type="pres">
      <dgm:prSet presAssocID="{14A3F264-D2D0-BC48-B6CB-6A814AC96D96}" presName="compositeB" presStyleCnt="0"/>
      <dgm:spPr/>
    </dgm:pt>
    <dgm:pt modelId="{83CD0A22-3803-D345-B2F6-D0133C3E75DB}" type="pres">
      <dgm:prSet presAssocID="{14A3F264-D2D0-BC48-B6CB-6A814AC96D96}" presName="textB" presStyleLbl="revTx" presStyleIdx="5" presStyleCnt="9">
        <dgm:presLayoutVars>
          <dgm:bulletEnabled val="1"/>
        </dgm:presLayoutVars>
      </dgm:prSet>
      <dgm:spPr/>
    </dgm:pt>
    <dgm:pt modelId="{E0D071AD-CA73-C743-9D71-177C8B2C5F77}" type="pres">
      <dgm:prSet presAssocID="{14A3F264-D2D0-BC48-B6CB-6A814AC96D96}" presName="circleB" presStyleLbl="node1" presStyleIdx="5" presStyleCnt="9"/>
      <dgm:spPr/>
    </dgm:pt>
    <dgm:pt modelId="{599D0721-62E8-2D45-BB75-2BE231AC7A47}" type="pres">
      <dgm:prSet presAssocID="{14A3F264-D2D0-BC48-B6CB-6A814AC96D96}" presName="spaceB" presStyleCnt="0"/>
      <dgm:spPr/>
    </dgm:pt>
    <dgm:pt modelId="{D4383644-F4FB-814D-B015-2064FD218860}" type="pres">
      <dgm:prSet presAssocID="{E281D21C-93A6-274A-88A5-1AB8A4EAF1B0}" presName="space" presStyleCnt="0"/>
      <dgm:spPr/>
    </dgm:pt>
    <dgm:pt modelId="{51D1D366-45FE-F14F-8D30-35F689AF7789}" type="pres">
      <dgm:prSet presAssocID="{FC70095D-61E3-C64B-A28D-1A08CCFF4A0D}" presName="compositeA" presStyleCnt="0"/>
      <dgm:spPr/>
    </dgm:pt>
    <dgm:pt modelId="{5EAC0041-16C1-554A-89A9-EAEC85729074}" type="pres">
      <dgm:prSet presAssocID="{FC70095D-61E3-C64B-A28D-1A08CCFF4A0D}" presName="textA" presStyleLbl="revTx" presStyleIdx="6" presStyleCnt="9">
        <dgm:presLayoutVars>
          <dgm:bulletEnabled val="1"/>
        </dgm:presLayoutVars>
      </dgm:prSet>
      <dgm:spPr/>
    </dgm:pt>
    <dgm:pt modelId="{C27C5EE0-866E-0A46-BAB2-72C46317584B}" type="pres">
      <dgm:prSet presAssocID="{FC70095D-61E3-C64B-A28D-1A08CCFF4A0D}" presName="circleA" presStyleLbl="node1" presStyleIdx="6" presStyleCnt="9"/>
      <dgm:spPr/>
    </dgm:pt>
    <dgm:pt modelId="{16158696-1B46-8F49-AECE-DB2656DE11B3}" type="pres">
      <dgm:prSet presAssocID="{FC70095D-61E3-C64B-A28D-1A08CCFF4A0D}" presName="spaceA" presStyleCnt="0"/>
      <dgm:spPr/>
    </dgm:pt>
    <dgm:pt modelId="{731F21E8-209D-5244-AB29-CDA21E0E0066}" type="pres">
      <dgm:prSet presAssocID="{41C5F9B0-701A-C346-96B6-A09F5CC84386}" presName="space" presStyleCnt="0"/>
      <dgm:spPr/>
    </dgm:pt>
    <dgm:pt modelId="{49757E21-C27C-404D-868B-CF5E9589505C}" type="pres">
      <dgm:prSet presAssocID="{4472F214-FC23-B147-9E58-201D388A6A2A}" presName="compositeB" presStyleCnt="0"/>
      <dgm:spPr/>
    </dgm:pt>
    <dgm:pt modelId="{ABB4FD14-BF57-3B4D-8884-239F14CFC981}" type="pres">
      <dgm:prSet presAssocID="{4472F214-FC23-B147-9E58-201D388A6A2A}" presName="textB" presStyleLbl="revTx" presStyleIdx="7" presStyleCnt="9">
        <dgm:presLayoutVars>
          <dgm:bulletEnabled val="1"/>
        </dgm:presLayoutVars>
      </dgm:prSet>
      <dgm:spPr/>
    </dgm:pt>
    <dgm:pt modelId="{6A46E540-B453-4C47-9FE2-410782E4A4B8}" type="pres">
      <dgm:prSet presAssocID="{4472F214-FC23-B147-9E58-201D388A6A2A}" presName="circleB" presStyleLbl="node1" presStyleIdx="7" presStyleCnt="9"/>
      <dgm:spPr/>
    </dgm:pt>
    <dgm:pt modelId="{15436D70-04F2-974A-948C-A471CDA0442B}" type="pres">
      <dgm:prSet presAssocID="{4472F214-FC23-B147-9E58-201D388A6A2A}" presName="spaceB" presStyleCnt="0"/>
      <dgm:spPr/>
    </dgm:pt>
    <dgm:pt modelId="{2E15B4FF-EC99-6B42-BAD7-436FA5FD9219}" type="pres">
      <dgm:prSet presAssocID="{6449B118-F871-B247-A828-97BB64DF609F}" presName="space" presStyleCnt="0"/>
      <dgm:spPr/>
    </dgm:pt>
    <dgm:pt modelId="{78E5D05B-42D5-594D-BB65-D781E0550ECC}" type="pres">
      <dgm:prSet presAssocID="{65C60FB6-44D1-CA46-A9AB-A42F45C1B475}" presName="compositeA" presStyleCnt="0"/>
      <dgm:spPr/>
    </dgm:pt>
    <dgm:pt modelId="{C812240D-4D04-CC41-8F98-F3BB584CE882}" type="pres">
      <dgm:prSet presAssocID="{65C60FB6-44D1-CA46-A9AB-A42F45C1B475}" presName="textA" presStyleLbl="revTx" presStyleIdx="8" presStyleCnt="9">
        <dgm:presLayoutVars>
          <dgm:bulletEnabled val="1"/>
        </dgm:presLayoutVars>
      </dgm:prSet>
      <dgm:spPr/>
    </dgm:pt>
    <dgm:pt modelId="{6B6C3708-2587-E742-A02D-793F856FA3FC}" type="pres">
      <dgm:prSet presAssocID="{65C60FB6-44D1-CA46-A9AB-A42F45C1B475}" presName="circleA" presStyleLbl="node1" presStyleIdx="8" presStyleCnt="9"/>
      <dgm:spPr/>
    </dgm:pt>
    <dgm:pt modelId="{4F2380E1-6CF2-4441-948D-AE2FA0F26D05}" type="pres">
      <dgm:prSet presAssocID="{65C60FB6-44D1-CA46-A9AB-A42F45C1B475}" presName="spaceA" presStyleCnt="0"/>
      <dgm:spPr/>
    </dgm:pt>
  </dgm:ptLst>
  <dgm:cxnLst>
    <dgm:cxn modelId="{EC1D6402-2738-E144-BBC3-C1C0C4B20E6B}" type="presOf" srcId="{8D92B031-C952-234B-B34D-4904E740E1CF}" destId="{EC8C5B13-556B-7D4E-B3C6-987E697D8C41}" srcOrd="0" destOrd="0" presId="urn:microsoft.com/office/officeart/2005/8/layout/hProcess11"/>
    <dgm:cxn modelId="{420C480A-67B2-9E42-A394-CFD7E4C7F8F9}" srcId="{CB71688F-862B-0040-A836-C00BD4BE1161}" destId="{D72C0C96-3B08-0343-B230-A1E7ADDCF253}" srcOrd="1" destOrd="0" parTransId="{11C969A0-CC8C-DA49-8EAA-E4F31BEECC82}" sibTransId="{5291F849-5047-3F49-A934-7AAFBAFA668A}"/>
    <dgm:cxn modelId="{D966340F-C637-DA4A-B564-56F3C88A956A}" srcId="{CB71688F-862B-0040-A836-C00BD4BE1161}" destId="{FC70095D-61E3-C64B-A28D-1A08CCFF4A0D}" srcOrd="6" destOrd="0" parTransId="{40BC39DC-1D86-D34B-8E0D-655196443745}" sibTransId="{41C5F9B0-701A-C346-96B6-A09F5CC84386}"/>
    <dgm:cxn modelId="{B62C1D15-64C4-2445-94BD-F114D346165E}" type="presOf" srcId="{9B451084-3ECA-2845-A658-812CB09CDE5E}" destId="{6D31B154-FC1E-BD46-8E5F-127D159EC1C7}" srcOrd="0" destOrd="0" presId="urn:microsoft.com/office/officeart/2005/8/layout/hProcess11"/>
    <dgm:cxn modelId="{D6916419-7968-1947-B9CC-84D527E6F9E8}" type="presOf" srcId="{FC70095D-61E3-C64B-A28D-1A08CCFF4A0D}" destId="{5EAC0041-16C1-554A-89A9-EAEC85729074}" srcOrd="0" destOrd="0" presId="urn:microsoft.com/office/officeart/2005/8/layout/hProcess11"/>
    <dgm:cxn modelId="{6A289A31-BF70-5745-A9A9-2CCF3BE538C9}" type="presOf" srcId="{5E9EA907-DE53-4E4D-B867-588A86FFFC0B}" destId="{78A38E5A-4F4A-C346-907F-B46D3352B863}" srcOrd="0" destOrd="0" presId="urn:microsoft.com/office/officeart/2005/8/layout/hProcess11"/>
    <dgm:cxn modelId="{6BE8CE41-4233-054B-81C1-3A00CBFACE45}" type="presOf" srcId="{D72C0C96-3B08-0343-B230-A1E7ADDCF253}" destId="{979CC138-8122-BA42-9C67-A3C8B144AFBD}" srcOrd="0" destOrd="0" presId="urn:microsoft.com/office/officeart/2005/8/layout/hProcess11"/>
    <dgm:cxn modelId="{F8523E76-27CF-514F-9B59-CBA43B575CA0}" type="presOf" srcId="{4472F214-FC23-B147-9E58-201D388A6A2A}" destId="{ABB4FD14-BF57-3B4D-8884-239F14CFC981}" srcOrd="0" destOrd="0" presId="urn:microsoft.com/office/officeart/2005/8/layout/hProcess11"/>
    <dgm:cxn modelId="{C0DB0B7E-8BF9-8042-9C8D-3B2540406824}" type="presOf" srcId="{65C60FB6-44D1-CA46-A9AB-A42F45C1B475}" destId="{C812240D-4D04-CC41-8F98-F3BB584CE882}" srcOrd="0" destOrd="0" presId="urn:microsoft.com/office/officeart/2005/8/layout/hProcess11"/>
    <dgm:cxn modelId="{6C079A8E-8EEA-BF4D-8EB6-795C371BD680}" srcId="{CB71688F-862B-0040-A836-C00BD4BE1161}" destId="{14A3F264-D2D0-BC48-B6CB-6A814AC96D96}" srcOrd="5" destOrd="0" parTransId="{9529D19E-E7FB-F94A-8831-53D2B4F81E0F}" sibTransId="{E281D21C-93A6-274A-88A5-1AB8A4EAF1B0}"/>
    <dgm:cxn modelId="{A0833299-C489-C941-990C-E4813779201F}" srcId="{CB71688F-862B-0040-A836-C00BD4BE1161}" destId="{8D92B031-C952-234B-B34D-4904E740E1CF}" srcOrd="0" destOrd="0" parTransId="{9D89AFCE-D4A5-5048-81AE-6FEF1C220782}" sibTransId="{DC3AAA20-515B-7E43-9C35-FE2BA5D06CFE}"/>
    <dgm:cxn modelId="{96FB5CA4-53D5-6542-977C-03E19F1E110E}" type="presOf" srcId="{FAEBD09B-183F-B24E-97A5-A567CE1DD803}" destId="{FDE9AC99-8C36-944C-93D4-563AC2D1BE95}" srcOrd="0" destOrd="0" presId="urn:microsoft.com/office/officeart/2005/8/layout/hProcess11"/>
    <dgm:cxn modelId="{FC863FB3-7552-CD4B-B93C-ADFC5A293481}" srcId="{CB71688F-862B-0040-A836-C00BD4BE1161}" destId="{9B451084-3ECA-2845-A658-812CB09CDE5E}" srcOrd="4" destOrd="0" parTransId="{4F229034-7585-4646-8BA5-C7003A07CCAC}" sibTransId="{3EA2CB1C-32AF-1E44-BB89-A36B45D2D32D}"/>
    <dgm:cxn modelId="{704E47C5-6F06-F047-9E9D-C4A9B458B258}" type="presOf" srcId="{CB71688F-862B-0040-A836-C00BD4BE1161}" destId="{F904091C-C57C-0E4A-A718-E8E6826C3F61}" srcOrd="0" destOrd="0" presId="urn:microsoft.com/office/officeart/2005/8/layout/hProcess11"/>
    <dgm:cxn modelId="{B3795BD2-0657-9945-B19B-448991C67EDB}" srcId="{CB71688F-862B-0040-A836-C00BD4BE1161}" destId="{4472F214-FC23-B147-9E58-201D388A6A2A}" srcOrd="7" destOrd="0" parTransId="{8F76DA9B-96B4-B748-9DC3-A6202D1BC838}" sibTransId="{6449B118-F871-B247-A828-97BB64DF609F}"/>
    <dgm:cxn modelId="{5EACE6D2-1F88-0D4C-97A4-06D8C863CF9F}" srcId="{CB71688F-862B-0040-A836-C00BD4BE1161}" destId="{65C60FB6-44D1-CA46-A9AB-A42F45C1B475}" srcOrd="8" destOrd="0" parTransId="{0E3BC540-B451-9342-A7B5-A12A3945BBE0}" sibTransId="{86C1E141-11F0-9B40-9DD6-DA488D7EFBF6}"/>
    <dgm:cxn modelId="{941AD5E3-6BD1-4640-B3DA-E37697E01CD9}" type="presOf" srcId="{14A3F264-D2D0-BC48-B6CB-6A814AC96D96}" destId="{83CD0A22-3803-D345-B2F6-D0133C3E75DB}" srcOrd="0" destOrd="0" presId="urn:microsoft.com/office/officeart/2005/8/layout/hProcess11"/>
    <dgm:cxn modelId="{0A981BF6-8F75-7A44-9617-15469988EFD0}" srcId="{CB71688F-862B-0040-A836-C00BD4BE1161}" destId="{5E9EA907-DE53-4E4D-B867-588A86FFFC0B}" srcOrd="3" destOrd="0" parTransId="{09C44475-F4E8-C949-B679-047D0CAA91CD}" sibTransId="{FDAFB59A-9B69-DF4C-AC3F-F16B299664C9}"/>
    <dgm:cxn modelId="{DBE158FE-C264-6B48-9EB6-2E6D75AF347D}" srcId="{CB71688F-862B-0040-A836-C00BD4BE1161}" destId="{FAEBD09B-183F-B24E-97A5-A567CE1DD803}" srcOrd="2" destOrd="0" parTransId="{8C51FEBA-BFC6-3543-A0E8-A5B1C5BDACC2}" sibTransId="{F59E3A59-DBF7-1044-80F3-E9F2B4E06C10}"/>
    <dgm:cxn modelId="{E98C4689-4A87-5643-8E6B-FDD52DF38726}" type="presParOf" srcId="{F904091C-C57C-0E4A-A718-E8E6826C3F61}" destId="{C1D0DC47-C2C2-CB4A-85ED-9F7C8D143384}" srcOrd="0" destOrd="0" presId="urn:microsoft.com/office/officeart/2005/8/layout/hProcess11"/>
    <dgm:cxn modelId="{280E9438-874C-9149-B48C-4D777A8255AD}" type="presParOf" srcId="{F904091C-C57C-0E4A-A718-E8E6826C3F61}" destId="{7BFCAE34-9FF9-1749-B5B4-F1092605044F}" srcOrd="1" destOrd="0" presId="urn:microsoft.com/office/officeart/2005/8/layout/hProcess11"/>
    <dgm:cxn modelId="{AE41D6FA-CD5C-6243-81DC-743197C03BE8}" type="presParOf" srcId="{7BFCAE34-9FF9-1749-B5B4-F1092605044F}" destId="{1E8DC2FC-B102-FD4B-B8DD-F3ACEB28D193}" srcOrd="0" destOrd="0" presId="urn:microsoft.com/office/officeart/2005/8/layout/hProcess11"/>
    <dgm:cxn modelId="{D123B7B7-7EAE-AC41-9B92-14C55DA93489}" type="presParOf" srcId="{1E8DC2FC-B102-FD4B-B8DD-F3ACEB28D193}" destId="{EC8C5B13-556B-7D4E-B3C6-987E697D8C41}" srcOrd="0" destOrd="0" presId="urn:microsoft.com/office/officeart/2005/8/layout/hProcess11"/>
    <dgm:cxn modelId="{5F8B239A-DD7F-D546-9FF6-6A81E487D33A}" type="presParOf" srcId="{1E8DC2FC-B102-FD4B-B8DD-F3ACEB28D193}" destId="{4EFE5E88-4430-E148-8167-B992E9EC09F3}" srcOrd="1" destOrd="0" presId="urn:microsoft.com/office/officeart/2005/8/layout/hProcess11"/>
    <dgm:cxn modelId="{CD98F8B0-7AC7-DE45-B1D7-BC274C004491}" type="presParOf" srcId="{1E8DC2FC-B102-FD4B-B8DD-F3ACEB28D193}" destId="{54812EB2-9267-244A-9E17-5C59434A433F}" srcOrd="2" destOrd="0" presId="urn:microsoft.com/office/officeart/2005/8/layout/hProcess11"/>
    <dgm:cxn modelId="{D0A42756-E0EA-3046-B122-E9EF023BAEA4}" type="presParOf" srcId="{7BFCAE34-9FF9-1749-B5B4-F1092605044F}" destId="{5CC5735B-19E8-6C46-9051-C20B34EFD6F2}" srcOrd="1" destOrd="0" presId="urn:microsoft.com/office/officeart/2005/8/layout/hProcess11"/>
    <dgm:cxn modelId="{89413310-BF7C-B64A-B4ED-685087325BDA}" type="presParOf" srcId="{7BFCAE34-9FF9-1749-B5B4-F1092605044F}" destId="{3D55F6FC-250F-FC41-89C7-958FAB698299}" srcOrd="2" destOrd="0" presId="urn:microsoft.com/office/officeart/2005/8/layout/hProcess11"/>
    <dgm:cxn modelId="{7ED2CD30-156F-EF4A-941A-ED1E4D083D0F}" type="presParOf" srcId="{3D55F6FC-250F-FC41-89C7-958FAB698299}" destId="{979CC138-8122-BA42-9C67-A3C8B144AFBD}" srcOrd="0" destOrd="0" presId="urn:microsoft.com/office/officeart/2005/8/layout/hProcess11"/>
    <dgm:cxn modelId="{F569B1B5-0166-DB43-B5E5-56F77D6E3923}" type="presParOf" srcId="{3D55F6FC-250F-FC41-89C7-958FAB698299}" destId="{4573C9CF-3B8B-0542-B5DE-CD2A52B6141E}" srcOrd="1" destOrd="0" presId="urn:microsoft.com/office/officeart/2005/8/layout/hProcess11"/>
    <dgm:cxn modelId="{82676530-9143-634D-8675-C5295F845CA9}" type="presParOf" srcId="{3D55F6FC-250F-FC41-89C7-958FAB698299}" destId="{DD67C4E8-35E0-E240-BAAD-A1912B5160E2}" srcOrd="2" destOrd="0" presId="urn:microsoft.com/office/officeart/2005/8/layout/hProcess11"/>
    <dgm:cxn modelId="{57AD9369-C17F-D34A-94FD-4BFB24F72C6E}" type="presParOf" srcId="{7BFCAE34-9FF9-1749-B5B4-F1092605044F}" destId="{9B19269D-56ED-2945-8EBC-DBB195348D7B}" srcOrd="3" destOrd="0" presId="urn:microsoft.com/office/officeart/2005/8/layout/hProcess11"/>
    <dgm:cxn modelId="{B5269A89-6CC0-484A-A8A9-67054AD21021}" type="presParOf" srcId="{7BFCAE34-9FF9-1749-B5B4-F1092605044F}" destId="{A34DEF9E-9847-464C-B7F0-A6DF0705848A}" srcOrd="4" destOrd="0" presId="urn:microsoft.com/office/officeart/2005/8/layout/hProcess11"/>
    <dgm:cxn modelId="{BACC5708-CC8D-D74C-9394-CF8D1AD3B2DC}" type="presParOf" srcId="{A34DEF9E-9847-464C-B7F0-A6DF0705848A}" destId="{FDE9AC99-8C36-944C-93D4-563AC2D1BE95}" srcOrd="0" destOrd="0" presId="urn:microsoft.com/office/officeart/2005/8/layout/hProcess11"/>
    <dgm:cxn modelId="{B9C467F3-E965-1849-829F-C36F0280BCB6}" type="presParOf" srcId="{A34DEF9E-9847-464C-B7F0-A6DF0705848A}" destId="{9361CF71-E3DF-814D-ABCD-2845AC9D86FF}" srcOrd="1" destOrd="0" presId="urn:microsoft.com/office/officeart/2005/8/layout/hProcess11"/>
    <dgm:cxn modelId="{0AAFC5BE-952A-D149-BB33-1E376BFD129E}" type="presParOf" srcId="{A34DEF9E-9847-464C-B7F0-A6DF0705848A}" destId="{365330DB-639E-B542-88E5-D75D5A9E4C66}" srcOrd="2" destOrd="0" presId="urn:microsoft.com/office/officeart/2005/8/layout/hProcess11"/>
    <dgm:cxn modelId="{9E784F31-E627-3D48-B760-8C8C2BC744CC}" type="presParOf" srcId="{7BFCAE34-9FF9-1749-B5B4-F1092605044F}" destId="{4C0FA220-6E4F-D74A-9659-3C923D86322B}" srcOrd="5" destOrd="0" presId="urn:microsoft.com/office/officeart/2005/8/layout/hProcess11"/>
    <dgm:cxn modelId="{B7A2A028-3443-B349-A7CE-03E28EE661E5}" type="presParOf" srcId="{7BFCAE34-9FF9-1749-B5B4-F1092605044F}" destId="{E197447F-3DED-1B41-917C-2DF98E09A081}" srcOrd="6" destOrd="0" presId="urn:microsoft.com/office/officeart/2005/8/layout/hProcess11"/>
    <dgm:cxn modelId="{1C2AB2C5-47E4-084E-A3A8-CB03E5178828}" type="presParOf" srcId="{E197447F-3DED-1B41-917C-2DF98E09A081}" destId="{78A38E5A-4F4A-C346-907F-B46D3352B863}" srcOrd="0" destOrd="0" presId="urn:microsoft.com/office/officeart/2005/8/layout/hProcess11"/>
    <dgm:cxn modelId="{4AF34416-9688-1744-AFF1-5BD103DBE3E9}" type="presParOf" srcId="{E197447F-3DED-1B41-917C-2DF98E09A081}" destId="{2F1264A7-1F50-6647-B987-AD2D3B6B2081}" srcOrd="1" destOrd="0" presId="urn:microsoft.com/office/officeart/2005/8/layout/hProcess11"/>
    <dgm:cxn modelId="{0C8D306F-032B-FF44-971F-63E07D36305A}" type="presParOf" srcId="{E197447F-3DED-1B41-917C-2DF98E09A081}" destId="{0A8BF8D9-B084-DB41-A3F6-F329B6CD5E40}" srcOrd="2" destOrd="0" presId="urn:microsoft.com/office/officeart/2005/8/layout/hProcess11"/>
    <dgm:cxn modelId="{7F209B15-A81F-0E40-B932-4B1AB013B551}" type="presParOf" srcId="{7BFCAE34-9FF9-1749-B5B4-F1092605044F}" destId="{9339B45B-1877-5A40-A0A7-026BA81D94C3}" srcOrd="7" destOrd="0" presId="urn:microsoft.com/office/officeart/2005/8/layout/hProcess11"/>
    <dgm:cxn modelId="{CABDDC17-A135-5241-9231-1C3D9F936052}" type="presParOf" srcId="{7BFCAE34-9FF9-1749-B5B4-F1092605044F}" destId="{6EBF3695-DA7A-9B46-B9D4-B91C946AF619}" srcOrd="8" destOrd="0" presId="urn:microsoft.com/office/officeart/2005/8/layout/hProcess11"/>
    <dgm:cxn modelId="{9FBA3EBA-33DF-5D41-921A-15547CD3F04C}" type="presParOf" srcId="{6EBF3695-DA7A-9B46-B9D4-B91C946AF619}" destId="{6D31B154-FC1E-BD46-8E5F-127D159EC1C7}" srcOrd="0" destOrd="0" presId="urn:microsoft.com/office/officeart/2005/8/layout/hProcess11"/>
    <dgm:cxn modelId="{D6971435-E8A6-404D-9E6A-7659CF7BE42F}" type="presParOf" srcId="{6EBF3695-DA7A-9B46-B9D4-B91C946AF619}" destId="{35C3DA5B-EAF4-6141-B118-F38DA3396D3C}" srcOrd="1" destOrd="0" presId="urn:microsoft.com/office/officeart/2005/8/layout/hProcess11"/>
    <dgm:cxn modelId="{3C0E5D37-2C49-7341-9BBD-36C321184DFC}" type="presParOf" srcId="{6EBF3695-DA7A-9B46-B9D4-B91C946AF619}" destId="{2B98ACBF-51FC-914E-AFEF-179D29C6FCC4}" srcOrd="2" destOrd="0" presId="urn:microsoft.com/office/officeart/2005/8/layout/hProcess11"/>
    <dgm:cxn modelId="{A83B3E05-97FC-7D4F-8F1A-EBC87B40FB74}" type="presParOf" srcId="{7BFCAE34-9FF9-1749-B5B4-F1092605044F}" destId="{AAE99553-902D-E040-8AED-760A78113170}" srcOrd="9" destOrd="0" presId="urn:microsoft.com/office/officeart/2005/8/layout/hProcess11"/>
    <dgm:cxn modelId="{07129429-7FB8-9D40-A605-3AAAC508A3E7}" type="presParOf" srcId="{7BFCAE34-9FF9-1749-B5B4-F1092605044F}" destId="{F5D9586B-E8DA-D242-9976-0D5350D64CA1}" srcOrd="10" destOrd="0" presId="urn:microsoft.com/office/officeart/2005/8/layout/hProcess11"/>
    <dgm:cxn modelId="{CA1A96FA-41A6-0B46-BFBD-DC4F29F399A6}" type="presParOf" srcId="{F5D9586B-E8DA-D242-9976-0D5350D64CA1}" destId="{83CD0A22-3803-D345-B2F6-D0133C3E75DB}" srcOrd="0" destOrd="0" presId="urn:microsoft.com/office/officeart/2005/8/layout/hProcess11"/>
    <dgm:cxn modelId="{1358AA0A-76C2-BF4D-BC13-F6B771993672}" type="presParOf" srcId="{F5D9586B-E8DA-D242-9976-0D5350D64CA1}" destId="{E0D071AD-CA73-C743-9D71-177C8B2C5F77}" srcOrd="1" destOrd="0" presId="urn:microsoft.com/office/officeart/2005/8/layout/hProcess11"/>
    <dgm:cxn modelId="{F29C478D-05D4-6140-B118-29B60B387C90}" type="presParOf" srcId="{F5D9586B-E8DA-D242-9976-0D5350D64CA1}" destId="{599D0721-62E8-2D45-BB75-2BE231AC7A47}" srcOrd="2" destOrd="0" presId="urn:microsoft.com/office/officeart/2005/8/layout/hProcess11"/>
    <dgm:cxn modelId="{A66BAE7D-A9DE-F04E-85EA-9256410B7A24}" type="presParOf" srcId="{7BFCAE34-9FF9-1749-B5B4-F1092605044F}" destId="{D4383644-F4FB-814D-B015-2064FD218860}" srcOrd="11" destOrd="0" presId="urn:microsoft.com/office/officeart/2005/8/layout/hProcess11"/>
    <dgm:cxn modelId="{CA377AB0-E44B-8E41-8FC8-FAA559843731}" type="presParOf" srcId="{7BFCAE34-9FF9-1749-B5B4-F1092605044F}" destId="{51D1D366-45FE-F14F-8D30-35F689AF7789}" srcOrd="12" destOrd="0" presId="urn:microsoft.com/office/officeart/2005/8/layout/hProcess11"/>
    <dgm:cxn modelId="{DAA00337-6C63-7142-8552-2D463214A1AE}" type="presParOf" srcId="{51D1D366-45FE-F14F-8D30-35F689AF7789}" destId="{5EAC0041-16C1-554A-89A9-EAEC85729074}" srcOrd="0" destOrd="0" presId="urn:microsoft.com/office/officeart/2005/8/layout/hProcess11"/>
    <dgm:cxn modelId="{4144B30C-E192-A349-92A0-018765E2C8B8}" type="presParOf" srcId="{51D1D366-45FE-F14F-8D30-35F689AF7789}" destId="{C27C5EE0-866E-0A46-BAB2-72C46317584B}" srcOrd="1" destOrd="0" presId="urn:microsoft.com/office/officeart/2005/8/layout/hProcess11"/>
    <dgm:cxn modelId="{FEB8F358-5A63-3643-B3DF-D71E028DF916}" type="presParOf" srcId="{51D1D366-45FE-F14F-8D30-35F689AF7789}" destId="{16158696-1B46-8F49-AECE-DB2656DE11B3}" srcOrd="2" destOrd="0" presId="urn:microsoft.com/office/officeart/2005/8/layout/hProcess11"/>
    <dgm:cxn modelId="{015F1B9A-1977-9D42-BD25-5E3899E42205}" type="presParOf" srcId="{7BFCAE34-9FF9-1749-B5B4-F1092605044F}" destId="{731F21E8-209D-5244-AB29-CDA21E0E0066}" srcOrd="13" destOrd="0" presId="urn:microsoft.com/office/officeart/2005/8/layout/hProcess11"/>
    <dgm:cxn modelId="{DC63822B-BC49-D24B-BD3A-12FA074F9BE5}" type="presParOf" srcId="{7BFCAE34-9FF9-1749-B5B4-F1092605044F}" destId="{49757E21-C27C-404D-868B-CF5E9589505C}" srcOrd="14" destOrd="0" presId="urn:microsoft.com/office/officeart/2005/8/layout/hProcess11"/>
    <dgm:cxn modelId="{14670060-D972-AC4D-A909-52BBDDD35CB0}" type="presParOf" srcId="{49757E21-C27C-404D-868B-CF5E9589505C}" destId="{ABB4FD14-BF57-3B4D-8884-239F14CFC981}" srcOrd="0" destOrd="0" presId="urn:microsoft.com/office/officeart/2005/8/layout/hProcess11"/>
    <dgm:cxn modelId="{7BA5DC01-9A99-A14E-B7B0-E6C50950DE6C}" type="presParOf" srcId="{49757E21-C27C-404D-868B-CF5E9589505C}" destId="{6A46E540-B453-4C47-9FE2-410782E4A4B8}" srcOrd="1" destOrd="0" presId="urn:microsoft.com/office/officeart/2005/8/layout/hProcess11"/>
    <dgm:cxn modelId="{77A97302-5F0B-9949-9D09-36560EF729E1}" type="presParOf" srcId="{49757E21-C27C-404D-868B-CF5E9589505C}" destId="{15436D70-04F2-974A-948C-A471CDA0442B}" srcOrd="2" destOrd="0" presId="urn:microsoft.com/office/officeart/2005/8/layout/hProcess11"/>
    <dgm:cxn modelId="{74C1CBF9-9244-B649-8444-FA12F4CA7E8E}" type="presParOf" srcId="{7BFCAE34-9FF9-1749-B5B4-F1092605044F}" destId="{2E15B4FF-EC99-6B42-BAD7-436FA5FD9219}" srcOrd="15" destOrd="0" presId="urn:microsoft.com/office/officeart/2005/8/layout/hProcess11"/>
    <dgm:cxn modelId="{C58D49ED-B996-7940-ABB9-9EF8FF1A4D8B}" type="presParOf" srcId="{7BFCAE34-9FF9-1749-B5B4-F1092605044F}" destId="{78E5D05B-42D5-594D-BB65-D781E0550ECC}" srcOrd="16" destOrd="0" presId="urn:microsoft.com/office/officeart/2005/8/layout/hProcess11"/>
    <dgm:cxn modelId="{33116BF4-9345-2043-A216-5FCD74D4F0B7}" type="presParOf" srcId="{78E5D05B-42D5-594D-BB65-D781E0550ECC}" destId="{C812240D-4D04-CC41-8F98-F3BB584CE882}" srcOrd="0" destOrd="0" presId="urn:microsoft.com/office/officeart/2005/8/layout/hProcess11"/>
    <dgm:cxn modelId="{D8FE415B-A8A3-664E-A708-84F2A8197411}" type="presParOf" srcId="{78E5D05B-42D5-594D-BB65-D781E0550ECC}" destId="{6B6C3708-2587-E742-A02D-793F856FA3FC}" srcOrd="1" destOrd="0" presId="urn:microsoft.com/office/officeart/2005/8/layout/hProcess11"/>
    <dgm:cxn modelId="{6750DC57-3321-CE4E-B5DE-DFFCE825CA71}" type="presParOf" srcId="{78E5D05B-42D5-594D-BB65-D781E0550ECC}" destId="{4F2380E1-6CF2-4441-948D-AE2FA0F26D05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AA03A2D2-7E36-B74D-9A30-E0580E5702E2}" type="doc">
      <dgm:prSet loTypeId="urn:microsoft.com/office/officeart/2005/8/layout/lProcess2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A5C4CD07-7F67-124F-A974-F5D2B00C9C88}">
      <dgm:prSet phldrT="[Text]" custT="1"/>
      <dgm:spPr/>
      <dgm:t>
        <a:bodyPr/>
        <a:lstStyle/>
        <a:p>
          <a:r>
            <a:rPr lang="en-GB" sz="1200" dirty="0"/>
            <a:t>DevOps/Cloud engineering AWS or Azure experience</a:t>
          </a:r>
        </a:p>
      </dgm:t>
    </dgm:pt>
    <dgm:pt modelId="{4C3076A2-A141-304B-BC69-1693E6B96471}" type="parTrans" cxnId="{AC3D6F84-E5AC-E240-A29D-9FF8EC03E14C}">
      <dgm:prSet/>
      <dgm:spPr/>
      <dgm:t>
        <a:bodyPr/>
        <a:lstStyle/>
        <a:p>
          <a:endParaRPr lang="en-GB"/>
        </a:p>
      </dgm:t>
    </dgm:pt>
    <dgm:pt modelId="{161F1713-93D8-3842-9721-3A6283BEDD85}" type="sibTrans" cxnId="{AC3D6F84-E5AC-E240-A29D-9FF8EC03E14C}">
      <dgm:prSet/>
      <dgm:spPr/>
      <dgm:t>
        <a:bodyPr/>
        <a:lstStyle/>
        <a:p>
          <a:endParaRPr lang="en-GB"/>
        </a:p>
      </dgm:t>
    </dgm:pt>
    <dgm:pt modelId="{64914170-24CD-B344-8B7F-294F147549BA}">
      <dgm:prSet phldrT="[Text]" custT="1"/>
      <dgm:spPr/>
      <dgm:t>
        <a:bodyPr/>
        <a:lstStyle/>
        <a:p>
          <a:r>
            <a:rPr lang="en-GB" sz="1200" dirty="0"/>
            <a:t>DevOps tools including Jira, Jenkins, GitHub, Docker</a:t>
          </a:r>
        </a:p>
      </dgm:t>
    </dgm:pt>
    <dgm:pt modelId="{9382828D-F93A-5944-9A64-F5500A95246F}" type="parTrans" cxnId="{9612E64C-368A-B345-9C09-6BCCFA55358F}">
      <dgm:prSet/>
      <dgm:spPr/>
      <dgm:t>
        <a:bodyPr/>
        <a:lstStyle/>
        <a:p>
          <a:endParaRPr lang="en-GB"/>
        </a:p>
      </dgm:t>
    </dgm:pt>
    <dgm:pt modelId="{C2794BE7-A01A-0245-A8A3-B3408C7430E9}" type="sibTrans" cxnId="{9612E64C-368A-B345-9C09-6BCCFA55358F}">
      <dgm:prSet/>
      <dgm:spPr/>
      <dgm:t>
        <a:bodyPr/>
        <a:lstStyle/>
        <a:p>
          <a:endParaRPr lang="en-GB"/>
        </a:p>
      </dgm:t>
    </dgm:pt>
    <dgm:pt modelId="{B5A143F0-EA5F-7F4E-8F55-7C78090B551E}">
      <dgm:prSet phldrT="[Text]" custT="1"/>
      <dgm:spPr/>
      <dgm:t>
        <a:bodyPr/>
        <a:lstStyle/>
        <a:p>
          <a:r>
            <a:rPr lang="en-GB" sz="2400" dirty="0"/>
            <a:t>Frontend Engineer</a:t>
          </a:r>
        </a:p>
      </dgm:t>
    </dgm:pt>
    <dgm:pt modelId="{9AEA693C-549A-6045-9D51-0AA45985E00E}" type="parTrans" cxnId="{9466253C-5EE7-374B-900D-E38081A319C1}">
      <dgm:prSet/>
      <dgm:spPr/>
      <dgm:t>
        <a:bodyPr/>
        <a:lstStyle/>
        <a:p>
          <a:endParaRPr lang="en-GB"/>
        </a:p>
      </dgm:t>
    </dgm:pt>
    <dgm:pt modelId="{42BEF2B1-F563-124A-BCB1-18DF27DEAD7F}" type="sibTrans" cxnId="{9466253C-5EE7-374B-900D-E38081A319C1}">
      <dgm:prSet/>
      <dgm:spPr/>
      <dgm:t>
        <a:bodyPr/>
        <a:lstStyle/>
        <a:p>
          <a:endParaRPr lang="en-GB"/>
        </a:p>
      </dgm:t>
    </dgm:pt>
    <dgm:pt modelId="{E15A265B-0ADA-7E41-B22F-5B03AB93A9D0}">
      <dgm:prSet phldrT="[Text]" custT="1"/>
      <dgm:spPr/>
      <dgm:t>
        <a:bodyPr/>
        <a:lstStyle/>
        <a:p>
          <a:r>
            <a:rPr lang="en-GB" sz="1200" dirty="0"/>
            <a:t>In-depth exp. of core web techs JS, CSS, HTML</a:t>
          </a:r>
        </a:p>
      </dgm:t>
    </dgm:pt>
    <dgm:pt modelId="{791E04AF-BD1C-744E-9507-6D334C5BA1C2}" type="parTrans" cxnId="{3384168A-51B3-6849-AE07-606FA2CC5F30}">
      <dgm:prSet/>
      <dgm:spPr/>
      <dgm:t>
        <a:bodyPr/>
        <a:lstStyle/>
        <a:p>
          <a:endParaRPr lang="en-GB"/>
        </a:p>
      </dgm:t>
    </dgm:pt>
    <dgm:pt modelId="{3B2D5693-AFCE-4247-9AE7-10F3093477C0}" type="sibTrans" cxnId="{3384168A-51B3-6849-AE07-606FA2CC5F30}">
      <dgm:prSet/>
      <dgm:spPr/>
      <dgm:t>
        <a:bodyPr/>
        <a:lstStyle/>
        <a:p>
          <a:endParaRPr lang="en-GB"/>
        </a:p>
      </dgm:t>
    </dgm:pt>
    <dgm:pt modelId="{4C26A78B-8882-154A-89C8-8621B1A31962}">
      <dgm:prSet custT="1"/>
      <dgm:spPr/>
      <dgm:t>
        <a:bodyPr/>
        <a:lstStyle/>
        <a:p>
          <a:r>
            <a:rPr lang="en-GB" sz="2400" dirty="0"/>
            <a:t>Backend Engineer</a:t>
          </a:r>
        </a:p>
      </dgm:t>
    </dgm:pt>
    <dgm:pt modelId="{22D4BDAF-D6FC-7F47-889C-56411E91C588}" type="parTrans" cxnId="{BA56A527-EA11-F240-9E94-4282F9EBB68B}">
      <dgm:prSet/>
      <dgm:spPr/>
      <dgm:t>
        <a:bodyPr/>
        <a:lstStyle/>
        <a:p>
          <a:endParaRPr lang="en-GB"/>
        </a:p>
      </dgm:t>
    </dgm:pt>
    <dgm:pt modelId="{9C13776D-E464-1241-A321-2F43B80AFF52}" type="sibTrans" cxnId="{BA56A527-EA11-F240-9E94-4282F9EBB68B}">
      <dgm:prSet/>
      <dgm:spPr/>
      <dgm:t>
        <a:bodyPr/>
        <a:lstStyle/>
        <a:p>
          <a:endParaRPr lang="en-GB"/>
        </a:p>
      </dgm:t>
    </dgm:pt>
    <dgm:pt modelId="{D9059024-BE23-5C46-A132-8515FCECAFDA}">
      <dgm:prSet custT="1"/>
      <dgm:spPr/>
      <dgm:t>
        <a:bodyPr/>
        <a:lstStyle/>
        <a:p>
          <a:r>
            <a:rPr lang="en-GB" sz="1200" dirty="0"/>
            <a:t>Consume external service provider API’s</a:t>
          </a:r>
        </a:p>
      </dgm:t>
    </dgm:pt>
    <dgm:pt modelId="{F7FB5281-F6AD-3B4D-B6BF-1352B8100023}" type="parTrans" cxnId="{F6BD3046-F205-E042-95F9-439C04D9CB5D}">
      <dgm:prSet/>
      <dgm:spPr/>
      <dgm:t>
        <a:bodyPr/>
        <a:lstStyle/>
        <a:p>
          <a:endParaRPr lang="en-GB"/>
        </a:p>
      </dgm:t>
    </dgm:pt>
    <dgm:pt modelId="{3B0E0F65-0087-7540-8BA1-86FDA42E1846}" type="sibTrans" cxnId="{F6BD3046-F205-E042-95F9-439C04D9CB5D}">
      <dgm:prSet/>
      <dgm:spPr/>
      <dgm:t>
        <a:bodyPr/>
        <a:lstStyle/>
        <a:p>
          <a:endParaRPr lang="en-GB"/>
        </a:p>
      </dgm:t>
    </dgm:pt>
    <dgm:pt modelId="{6D0961C4-1FE9-E745-B073-D4740FE4C189}">
      <dgm:prSet custT="1"/>
      <dgm:spPr/>
      <dgm:t>
        <a:bodyPr/>
        <a:lstStyle/>
        <a:p>
          <a:r>
            <a:rPr lang="en-GB" sz="1200" dirty="0"/>
            <a:t>Fintech/Payment domain experience</a:t>
          </a:r>
        </a:p>
      </dgm:t>
    </dgm:pt>
    <dgm:pt modelId="{5B7D0BD9-3ECA-7F4C-BDF2-A0CE357750ED}" type="parTrans" cxnId="{39E91999-1AFF-0547-8156-BD0FEC397945}">
      <dgm:prSet/>
      <dgm:spPr/>
      <dgm:t>
        <a:bodyPr/>
        <a:lstStyle/>
        <a:p>
          <a:endParaRPr lang="en-GB"/>
        </a:p>
      </dgm:t>
    </dgm:pt>
    <dgm:pt modelId="{78F1B715-3041-2E4F-8A94-D6E74A6D137C}" type="sibTrans" cxnId="{39E91999-1AFF-0547-8156-BD0FEC397945}">
      <dgm:prSet/>
      <dgm:spPr/>
      <dgm:t>
        <a:bodyPr/>
        <a:lstStyle/>
        <a:p>
          <a:endParaRPr lang="en-GB"/>
        </a:p>
      </dgm:t>
    </dgm:pt>
    <dgm:pt modelId="{8523B69C-3A52-2746-83E3-89D2553E1C75}">
      <dgm:prSet phldrT="[Text]" custT="1"/>
      <dgm:spPr/>
      <dgm:t>
        <a:bodyPr/>
        <a:lstStyle/>
        <a:p>
          <a:r>
            <a:rPr lang="en-GB" sz="1200" dirty="0"/>
            <a:t>Agile CI/CD and TDD</a:t>
          </a:r>
        </a:p>
      </dgm:t>
    </dgm:pt>
    <dgm:pt modelId="{57A25A7E-6386-0648-8E89-4DD78E459B2A}" type="parTrans" cxnId="{3F1ED81D-CB35-3A46-8F18-2A7E9BFA26D5}">
      <dgm:prSet/>
      <dgm:spPr/>
      <dgm:t>
        <a:bodyPr/>
        <a:lstStyle/>
        <a:p>
          <a:endParaRPr lang="en-GB"/>
        </a:p>
      </dgm:t>
    </dgm:pt>
    <dgm:pt modelId="{BD9904DA-E960-0744-966F-ED2E3315CB86}" type="sibTrans" cxnId="{3F1ED81D-CB35-3A46-8F18-2A7E9BFA26D5}">
      <dgm:prSet/>
      <dgm:spPr/>
      <dgm:t>
        <a:bodyPr/>
        <a:lstStyle/>
        <a:p>
          <a:endParaRPr lang="en-GB"/>
        </a:p>
      </dgm:t>
    </dgm:pt>
    <dgm:pt modelId="{8CC18A40-1B9D-6544-90EA-D796CBD3D6F8}">
      <dgm:prSet phldrT="[Text]" custT="1"/>
      <dgm:spPr/>
      <dgm:t>
        <a:bodyPr/>
        <a:lstStyle/>
        <a:p>
          <a:r>
            <a:rPr lang="en-GB" sz="1200" dirty="0"/>
            <a:t>Min 5 years front-end with React</a:t>
          </a:r>
        </a:p>
      </dgm:t>
    </dgm:pt>
    <dgm:pt modelId="{4D38C305-4FBB-7D45-A880-E167CA6615BE}" type="parTrans" cxnId="{535628B8-717C-3D42-979B-4EE38BFE3A03}">
      <dgm:prSet/>
      <dgm:spPr/>
      <dgm:t>
        <a:bodyPr/>
        <a:lstStyle/>
        <a:p>
          <a:endParaRPr lang="en-GB"/>
        </a:p>
      </dgm:t>
    </dgm:pt>
    <dgm:pt modelId="{73A6B04B-F2C5-4A4E-9224-9681091E9A43}" type="sibTrans" cxnId="{535628B8-717C-3D42-979B-4EE38BFE3A03}">
      <dgm:prSet/>
      <dgm:spPr/>
      <dgm:t>
        <a:bodyPr/>
        <a:lstStyle/>
        <a:p>
          <a:endParaRPr lang="en-GB"/>
        </a:p>
      </dgm:t>
    </dgm:pt>
    <dgm:pt modelId="{C94173DA-F25D-1442-9F10-D7221118F499}">
      <dgm:prSet phldrT="[Text]" custT="1"/>
      <dgm:spPr/>
      <dgm:t>
        <a:bodyPr/>
        <a:lstStyle/>
        <a:p>
          <a:r>
            <a:rPr lang="en-GB" sz="1200" dirty="0"/>
            <a:t>Interfacing with API endpoints + OAuth and MFA</a:t>
          </a:r>
        </a:p>
      </dgm:t>
    </dgm:pt>
    <dgm:pt modelId="{010F9A63-D0F2-2B41-AA8F-09F4DA9802F2}" type="parTrans" cxnId="{608EF77C-F1F2-0442-B932-3DDE04E345C6}">
      <dgm:prSet/>
      <dgm:spPr/>
      <dgm:t>
        <a:bodyPr/>
        <a:lstStyle/>
        <a:p>
          <a:endParaRPr lang="en-GB"/>
        </a:p>
      </dgm:t>
    </dgm:pt>
    <dgm:pt modelId="{2BCF5156-7AA5-9F42-8F80-1DA3E12E0261}" type="sibTrans" cxnId="{608EF77C-F1F2-0442-B932-3DDE04E345C6}">
      <dgm:prSet/>
      <dgm:spPr/>
      <dgm:t>
        <a:bodyPr/>
        <a:lstStyle/>
        <a:p>
          <a:endParaRPr lang="en-GB"/>
        </a:p>
      </dgm:t>
    </dgm:pt>
    <dgm:pt modelId="{914AE7B2-C94F-D344-8893-69D71457C5B5}">
      <dgm:prSet phldrT="[Text]" custT="1"/>
      <dgm:spPr/>
      <dgm:t>
        <a:bodyPr/>
        <a:lstStyle/>
        <a:p>
          <a:r>
            <a:rPr lang="en-GB" sz="1200" dirty="0"/>
            <a:t>Front-end testing frameworks</a:t>
          </a:r>
        </a:p>
      </dgm:t>
    </dgm:pt>
    <dgm:pt modelId="{55E3DE03-0FC8-434E-AFE3-5DEAB305C291}" type="parTrans" cxnId="{397FBA2A-BCD7-4647-8BF0-A047F20E3CFB}">
      <dgm:prSet/>
      <dgm:spPr/>
      <dgm:t>
        <a:bodyPr/>
        <a:lstStyle/>
        <a:p>
          <a:endParaRPr lang="en-GB"/>
        </a:p>
      </dgm:t>
    </dgm:pt>
    <dgm:pt modelId="{94AD79D5-2B41-CE4B-9388-996535D04905}" type="sibTrans" cxnId="{397FBA2A-BCD7-4647-8BF0-A047F20E3CFB}">
      <dgm:prSet/>
      <dgm:spPr/>
      <dgm:t>
        <a:bodyPr/>
        <a:lstStyle/>
        <a:p>
          <a:endParaRPr lang="en-GB"/>
        </a:p>
      </dgm:t>
    </dgm:pt>
    <dgm:pt modelId="{D607C930-9EFF-024B-90C2-C9A7F1983B65}">
      <dgm:prSet phldrT="[Text]" custT="1"/>
      <dgm:spPr/>
      <dgm:t>
        <a:bodyPr/>
        <a:lstStyle/>
        <a:p>
          <a:r>
            <a:rPr lang="en-GB" sz="1200" dirty="0"/>
            <a:t> Fintech/Payment domain experience</a:t>
          </a:r>
        </a:p>
      </dgm:t>
    </dgm:pt>
    <dgm:pt modelId="{EE466E76-91E3-B14F-AFEE-B067383510AF}" type="parTrans" cxnId="{2F02812E-8F78-5E4A-AF7E-52F91B6CD934}">
      <dgm:prSet/>
      <dgm:spPr/>
      <dgm:t>
        <a:bodyPr/>
        <a:lstStyle/>
        <a:p>
          <a:endParaRPr lang="en-GB"/>
        </a:p>
      </dgm:t>
    </dgm:pt>
    <dgm:pt modelId="{AE2894F3-5F85-9040-91B4-22DF2CF0BDB8}" type="sibTrans" cxnId="{2F02812E-8F78-5E4A-AF7E-52F91B6CD934}">
      <dgm:prSet/>
      <dgm:spPr/>
      <dgm:t>
        <a:bodyPr/>
        <a:lstStyle/>
        <a:p>
          <a:endParaRPr lang="en-GB"/>
        </a:p>
      </dgm:t>
    </dgm:pt>
    <dgm:pt modelId="{51C76E81-7821-5841-9ECB-94BB095CB24F}">
      <dgm:prSet phldrT="[Text]" custT="1"/>
      <dgm:spPr/>
      <dgm:t>
        <a:bodyPr/>
        <a:lstStyle/>
        <a:p>
          <a:r>
            <a:rPr lang="en-GB" sz="1200" dirty="0"/>
            <a:t>Solid CI/CD, </a:t>
          </a:r>
          <a:r>
            <a:rPr lang="en-GB" sz="1200" dirty="0" err="1"/>
            <a:t>IaC</a:t>
          </a:r>
          <a:r>
            <a:rPr lang="en-GB" sz="1200" dirty="0"/>
            <a:t>, build Automation, Terraform</a:t>
          </a:r>
        </a:p>
      </dgm:t>
    </dgm:pt>
    <dgm:pt modelId="{2EA20B34-1482-594A-B6EB-0C4ED7A8D0BE}" type="parTrans" cxnId="{1CD97704-7D5C-9A43-8B4F-A1893486B088}">
      <dgm:prSet/>
      <dgm:spPr/>
      <dgm:t>
        <a:bodyPr/>
        <a:lstStyle/>
        <a:p>
          <a:endParaRPr lang="en-GB"/>
        </a:p>
      </dgm:t>
    </dgm:pt>
    <dgm:pt modelId="{91BC72C1-8C1C-A441-83CF-9BF5BE045EC7}" type="sibTrans" cxnId="{1CD97704-7D5C-9A43-8B4F-A1893486B088}">
      <dgm:prSet/>
      <dgm:spPr/>
      <dgm:t>
        <a:bodyPr/>
        <a:lstStyle/>
        <a:p>
          <a:endParaRPr lang="en-GB"/>
        </a:p>
      </dgm:t>
    </dgm:pt>
    <dgm:pt modelId="{D6E813B3-F7C1-FA4F-9FD4-F9508599D324}">
      <dgm:prSet phldrT="[Text]" custT="1"/>
      <dgm:spPr/>
      <dgm:t>
        <a:bodyPr/>
        <a:lstStyle/>
        <a:p>
          <a:r>
            <a:rPr lang="en-GB" sz="1200" dirty="0"/>
            <a:t>ECS, S3, Serverless, API Gateway, SQS, </a:t>
          </a:r>
          <a:r>
            <a:rPr lang="en-GB" sz="1200" dirty="0" err="1"/>
            <a:t>EventBridge</a:t>
          </a:r>
          <a:endParaRPr lang="en-GB" sz="1200" dirty="0"/>
        </a:p>
      </dgm:t>
    </dgm:pt>
    <dgm:pt modelId="{20B50624-1678-344D-8605-B5BD7484C865}" type="parTrans" cxnId="{3FAF7684-1BD7-1943-9559-43C7F7532383}">
      <dgm:prSet/>
      <dgm:spPr/>
      <dgm:t>
        <a:bodyPr/>
        <a:lstStyle/>
        <a:p>
          <a:endParaRPr lang="en-GB"/>
        </a:p>
      </dgm:t>
    </dgm:pt>
    <dgm:pt modelId="{B8AB88D2-0A78-0E4E-9004-04702C61B2A6}" type="sibTrans" cxnId="{3FAF7684-1BD7-1943-9559-43C7F7532383}">
      <dgm:prSet/>
      <dgm:spPr/>
      <dgm:t>
        <a:bodyPr/>
        <a:lstStyle/>
        <a:p>
          <a:endParaRPr lang="en-GB"/>
        </a:p>
      </dgm:t>
    </dgm:pt>
    <dgm:pt modelId="{33DF16E0-FE65-9441-A711-282011EA75CE}">
      <dgm:prSet custT="1"/>
      <dgm:spPr/>
      <dgm:t>
        <a:bodyPr/>
        <a:lstStyle/>
        <a:p>
          <a:r>
            <a:rPr lang="en-GB" sz="1200" dirty="0"/>
            <a:t>Solid server-side experience with Node.js</a:t>
          </a:r>
        </a:p>
      </dgm:t>
    </dgm:pt>
    <dgm:pt modelId="{B32A7CD9-A257-B547-9215-BF90F6EF7D45}" type="parTrans" cxnId="{74DD0BD0-2463-5249-A90F-F3F7A8870B80}">
      <dgm:prSet/>
      <dgm:spPr/>
      <dgm:t>
        <a:bodyPr/>
        <a:lstStyle/>
        <a:p>
          <a:endParaRPr lang="en-GB"/>
        </a:p>
      </dgm:t>
    </dgm:pt>
    <dgm:pt modelId="{2172FC5C-788C-2F46-819D-CEF5A3F2FEE1}" type="sibTrans" cxnId="{74DD0BD0-2463-5249-A90F-F3F7A8870B80}">
      <dgm:prSet/>
      <dgm:spPr/>
      <dgm:t>
        <a:bodyPr/>
        <a:lstStyle/>
        <a:p>
          <a:endParaRPr lang="en-GB"/>
        </a:p>
      </dgm:t>
    </dgm:pt>
    <dgm:pt modelId="{A978ACCB-669D-FB4A-9DC5-2D54A49FB938}">
      <dgm:prSet custT="1"/>
      <dgm:spPr/>
      <dgm:t>
        <a:bodyPr/>
        <a:lstStyle/>
        <a:p>
          <a:r>
            <a:rPr lang="en-GB" sz="1200" dirty="0"/>
            <a:t>Workflow and Business process orchestration</a:t>
          </a:r>
        </a:p>
      </dgm:t>
    </dgm:pt>
    <dgm:pt modelId="{733A2751-15AD-F543-9878-2E7D2355DEC0}" type="parTrans" cxnId="{1219FDD2-F7EB-9F4C-9521-2C255908BEB2}">
      <dgm:prSet/>
      <dgm:spPr/>
      <dgm:t>
        <a:bodyPr/>
        <a:lstStyle/>
        <a:p>
          <a:endParaRPr lang="en-GB"/>
        </a:p>
      </dgm:t>
    </dgm:pt>
    <dgm:pt modelId="{954991B4-54A3-0E4D-8165-D32304D84B92}" type="sibTrans" cxnId="{1219FDD2-F7EB-9F4C-9521-2C255908BEB2}">
      <dgm:prSet/>
      <dgm:spPr/>
      <dgm:t>
        <a:bodyPr/>
        <a:lstStyle/>
        <a:p>
          <a:endParaRPr lang="en-GB"/>
        </a:p>
      </dgm:t>
    </dgm:pt>
    <dgm:pt modelId="{9F60443C-C3C0-634F-BDAA-23F815C06E54}">
      <dgm:prSet phldrT="[Text]" custT="1"/>
      <dgm:spPr/>
      <dgm:t>
        <a:bodyPr/>
        <a:lstStyle/>
        <a:p>
          <a:r>
            <a:rPr lang="en-GB" sz="2400" dirty="0"/>
            <a:t>Platform Engineer</a:t>
          </a:r>
        </a:p>
      </dgm:t>
    </dgm:pt>
    <dgm:pt modelId="{A71F7CF9-A33D-9949-8EBF-854A5C2A850A}" type="sibTrans" cxnId="{0796243B-456A-AD48-A5EC-58971E4EF7E5}">
      <dgm:prSet/>
      <dgm:spPr/>
      <dgm:t>
        <a:bodyPr/>
        <a:lstStyle/>
        <a:p>
          <a:endParaRPr lang="en-GB"/>
        </a:p>
      </dgm:t>
    </dgm:pt>
    <dgm:pt modelId="{035FA40B-D7C5-5C4B-9F7A-3DA1E5262D6C}" type="parTrans" cxnId="{0796243B-456A-AD48-A5EC-58971E4EF7E5}">
      <dgm:prSet/>
      <dgm:spPr/>
      <dgm:t>
        <a:bodyPr/>
        <a:lstStyle/>
        <a:p>
          <a:endParaRPr lang="en-GB"/>
        </a:p>
      </dgm:t>
    </dgm:pt>
    <dgm:pt modelId="{CFA42147-87E4-DE4B-A6A4-AD4AA0514864}" type="pres">
      <dgm:prSet presAssocID="{AA03A2D2-7E36-B74D-9A30-E0580E5702E2}" presName="theList" presStyleCnt="0">
        <dgm:presLayoutVars>
          <dgm:dir/>
          <dgm:animLvl val="lvl"/>
          <dgm:resizeHandles val="exact"/>
        </dgm:presLayoutVars>
      </dgm:prSet>
      <dgm:spPr/>
    </dgm:pt>
    <dgm:pt modelId="{F063CD99-E9D0-0C48-90BB-807F295B4B27}" type="pres">
      <dgm:prSet presAssocID="{9F60443C-C3C0-634F-BDAA-23F815C06E54}" presName="compNode" presStyleCnt="0"/>
      <dgm:spPr/>
    </dgm:pt>
    <dgm:pt modelId="{63EF72D1-2ACA-8D41-A5DC-52AEB1008C3E}" type="pres">
      <dgm:prSet presAssocID="{9F60443C-C3C0-634F-BDAA-23F815C06E54}" presName="aNode" presStyleLbl="bgShp" presStyleIdx="0" presStyleCnt="3"/>
      <dgm:spPr/>
    </dgm:pt>
    <dgm:pt modelId="{9F4CA664-FCFA-5E42-B52C-55A956282347}" type="pres">
      <dgm:prSet presAssocID="{9F60443C-C3C0-634F-BDAA-23F815C06E54}" presName="textNode" presStyleLbl="bgShp" presStyleIdx="0" presStyleCnt="3"/>
      <dgm:spPr/>
    </dgm:pt>
    <dgm:pt modelId="{EB44A3B8-C35C-D643-BD41-4198ED02EB55}" type="pres">
      <dgm:prSet presAssocID="{9F60443C-C3C0-634F-BDAA-23F815C06E54}" presName="compChildNode" presStyleCnt="0"/>
      <dgm:spPr/>
    </dgm:pt>
    <dgm:pt modelId="{4F84810D-82D9-8B41-841E-91CCFB236C6F}" type="pres">
      <dgm:prSet presAssocID="{9F60443C-C3C0-634F-BDAA-23F815C06E54}" presName="theInnerList" presStyleCnt="0"/>
      <dgm:spPr/>
    </dgm:pt>
    <dgm:pt modelId="{198380F5-2A23-1A4E-97F7-2BBEB5755FEF}" type="pres">
      <dgm:prSet presAssocID="{A5C4CD07-7F67-124F-A974-F5D2B00C9C88}" presName="childNode" presStyleLbl="node1" presStyleIdx="0" presStyleCnt="14">
        <dgm:presLayoutVars>
          <dgm:bulletEnabled val="1"/>
        </dgm:presLayoutVars>
      </dgm:prSet>
      <dgm:spPr/>
    </dgm:pt>
    <dgm:pt modelId="{D345B0D5-5177-0249-86F8-3177619EC476}" type="pres">
      <dgm:prSet presAssocID="{A5C4CD07-7F67-124F-A974-F5D2B00C9C88}" presName="aSpace2" presStyleCnt="0"/>
      <dgm:spPr/>
    </dgm:pt>
    <dgm:pt modelId="{7BD8AACE-ED6F-1F46-A6FE-80973D9E78A8}" type="pres">
      <dgm:prSet presAssocID="{D6E813B3-F7C1-FA4F-9FD4-F9508599D324}" presName="childNode" presStyleLbl="node1" presStyleIdx="1" presStyleCnt="14">
        <dgm:presLayoutVars>
          <dgm:bulletEnabled val="1"/>
        </dgm:presLayoutVars>
      </dgm:prSet>
      <dgm:spPr/>
    </dgm:pt>
    <dgm:pt modelId="{717C5C2C-CA35-9F4D-83B1-7BBD5633F3D5}" type="pres">
      <dgm:prSet presAssocID="{D6E813B3-F7C1-FA4F-9FD4-F9508599D324}" presName="aSpace2" presStyleCnt="0"/>
      <dgm:spPr/>
    </dgm:pt>
    <dgm:pt modelId="{F5AC81F1-A51C-804B-9B01-3E79A0AC1022}" type="pres">
      <dgm:prSet presAssocID="{51C76E81-7821-5841-9ECB-94BB095CB24F}" presName="childNode" presStyleLbl="node1" presStyleIdx="2" presStyleCnt="14">
        <dgm:presLayoutVars>
          <dgm:bulletEnabled val="1"/>
        </dgm:presLayoutVars>
      </dgm:prSet>
      <dgm:spPr/>
    </dgm:pt>
    <dgm:pt modelId="{62DE0E76-6BC1-C349-B3DC-04A4DB439B17}" type="pres">
      <dgm:prSet presAssocID="{51C76E81-7821-5841-9ECB-94BB095CB24F}" presName="aSpace2" presStyleCnt="0"/>
      <dgm:spPr/>
    </dgm:pt>
    <dgm:pt modelId="{6403C0E9-17FA-D341-90EA-BEB22BE49FB5}" type="pres">
      <dgm:prSet presAssocID="{64914170-24CD-B344-8B7F-294F147549BA}" presName="childNode" presStyleLbl="node1" presStyleIdx="3" presStyleCnt="14">
        <dgm:presLayoutVars>
          <dgm:bulletEnabled val="1"/>
        </dgm:presLayoutVars>
      </dgm:prSet>
      <dgm:spPr/>
    </dgm:pt>
    <dgm:pt modelId="{3A521EDA-C028-674C-979D-A7E0B09E3DEA}" type="pres">
      <dgm:prSet presAssocID="{9F60443C-C3C0-634F-BDAA-23F815C06E54}" presName="aSpace" presStyleCnt="0"/>
      <dgm:spPr/>
    </dgm:pt>
    <dgm:pt modelId="{BC6254C5-9059-1146-B1A5-8A4013A1D849}" type="pres">
      <dgm:prSet presAssocID="{B5A143F0-EA5F-7F4E-8F55-7C78090B551E}" presName="compNode" presStyleCnt="0"/>
      <dgm:spPr/>
    </dgm:pt>
    <dgm:pt modelId="{8AFAB680-2F36-3D4E-A6CF-48428E0FB1E1}" type="pres">
      <dgm:prSet presAssocID="{B5A143F0-EA5F-7F4E-8F55-7C78090B551E}" presName="aNode" presStyleLbl="bgShp" presStyleIdx="1" presStyleCnt="3"/>
      <dgm:spPr/>
    </dgm:pt>
    <dgm:pt modelId="{33E5A9C8-380A-5246-ABBF-7ED2CF1C7D45}" type="pres">
      <dgm:prSet presAssocID="{B5A143F0-EA5F-7F4E-8F55-7C78090B551E}" presName="textNode" presStyleLbl="bgShp" presStyleIdx="1" presStyleCnt="3"/>
      <dgm:spPr/>
    </dgm:pt>
    <dgm:pt modelId="{77CCF505-A663-624E-8BFF-EB6624461A4A}" type="pres">
      <dgm:prSet presAssocID="{B5A143F0-EA5F-7F4E-8F55-7C78090B551E}" presName="compChildNode" presStyleCnt="0"/>
      <dgm:spPr/>
    </dgm:pt>
    <dgm:pt modelId="{3BF5B116-8D5B-5F4B-B787-E74F64ED52DE}" type="pres">
      <dgm:prSet presAssocID="{B5A143F0-EA5F-7F4E-8F55-7C78090B551E}" presName="theInnerList" presStyleCnt="0"/>
      <dgm:spPr/>
    </dgm:pt>
    <dgm:pt modelId="{E1F2251A-35B3-7045-A82F-0589D639E024}" type="pres">
      <dgm:prSet presAssocID="{E15A265B-0ADA-7E41-B22F-5B03AB93A9D0}" presName="childNode" presStyleLbl="node1" presStyleIdx="4" presStyleCnt="14">
        <dgm:presLayoutVars>
          <dgm:bulletEnabled val="1"/>
        </dgm:presLayoutVars>
      </dgm:prSet>
      <dgm:spPr/>
    </dgm:pt>
    <dgm:pt modelId="{3D0CCF2A-5483-8242-B242-59138BF9556A}" type="pres">
      <dgm:prSet presAssocID="{E15A265B-0ADA-7E41-B22F-5B03AB93A9D0}" presName="aSpace2" presStyleCnt="0"/>
      <dgm:spPr/>
    </dgm:pt>
    <dgm:pt modelId="{1625032E-19CD-754C-9D89-59F891601B9A}" type="pres">
      <dgm:prSet presAssocID="{8CC18A40-1B9D-6544-90EA-D796CBD3D6F8}" presName="childNode" presStyleLbl="node1" presStyleIdx="5" presStyleCnt="14">
        <dgm:presLayoutVars>
          <dgm:bulletEnabled val="1"/>
        </dgm:presLayoutVars>
      </dgm:prSet>
      <dgm:spPr/>
    </dgm:pt>
    <dgm:pt modelId="{B0E3367D-885C-5C48-A0E9-F03D6FB54987}" type="pres">
      <dgm:prSet presAssocID="{8CC18A40-1B9D-6544-90EA-D796CBD3D6F8}" presName="aSpace2" presStyleCnt="0"/>
      <dgm:spPr/>
    </dgm:pt>
    <dgm:pt modelId="{71204230-9CED-824D-82F2-66550DB56AE0}" type="pres">
      <dgm:prSet presAssocID="{C94173DA-F25D-1442-9F10-D7221118F499}" presName="childNode" presStyleLbl="node1" presStyleIdx="6" presStyleCnt="14">
        <dgm:presLayoutVars>
          <dgm:bulletEnabled val="1"/>
        </dgm:presLayoutVars>
      </dgm:prSet>
      <dgm:spPr/>
    </dgm:pt>
    <dgm:pt modelId="{C37CCA6B-3674-B445-88F2-430CD2833B67}" type="pres">
      <dgm:prSet presAssocID="{C94173DA-F25D-1442-9F10-D7221118F499}" presName="aSpace2" presStyleCnt="0"/>
      <dgm:spPr/>
    </dgm:pt>
    <dgm:pt modelId="{071F4820-A6F4-FE48-97B8-0F24278C3907}" type="pres">
      <dgm:prSet presAssocID="{914AE7B2-C94F-D344-8893-69D71457C5B5}" presName="childNode" presStyleLbl="node1" presStyleIdx="7" presStyleCnt="14">
        <dgm:presLayoutVars>
          <dgm:bulletEnabled val="1"/>
        </dgm:presLayoutVars>
      </dgm:prSet>
      <dgm:spPr/>
    </dgm:pt>
    <dgm:pt modelId="{D750C95C-03ED-AF4A-8237-B8627AB3F730}" type="pres">
      <dgm:prSet presAssocID="{914AE7B2-C94F-D344-8893-69D71457C5B5}" presName="aSpace2" presStyleCnt="0"/>
      <dgm:spPr/>
    </dgm:pt>
    <dgm:pt modelId="{11044344-D6B1-964E-815E-C65E484399AB}" type="pres">
      <dgm:prSet presAssocID="{D607C930-9EFF-024B-90C2-C9A7F1983B65}" presName="childNode" presStyleLbl="node1" presStyleIdx="8" presStyleCnt="14">
        <dgm:presLayoutVars>
          <dgm:bulletEnabled val="1"/>
        </dgm:presLayoutVars>
      </dgm:prSet>
      <dgm:spPr/>
    </dgm:pt>
    <dgm:pt modelId="{32D80168-EC54-5846-8658-4034B3F217EA}" type="pres">
      <dgm:prSet presAssocID="{B5A143F0-EA5F-7F4E-8F55-7C78090B551E}" presName="aSpace" presStyleCnt="0"/>
      <dgm:spPr/>
    </dgm:pt>
    <dgm:pt modelId="{48C805F0-644F-7449-A3A5-5FB914CA9986}" type="pres">
      <dgm:prSet presAssocID="{4C26A78B-8882-154A-89C8-8621B1A31962}" presName="compNode" presStyleCnt="0"/>
      <dgm:spPr/>
    </dgm:pt>
    <dgm:pt modelId="{6CF75C26-FF89-C04A-BD66-737235D1A539}" type="pres">
      <dgm:prSet presAssocID="{4C26A78B-8882-154A-89C8-8621B1A31962}" presName="aNode" presStyleLbl="bgShp" presStyleIdx="2" presStyleCnt="3"/>
      <dgm:spPr/>
    </dgm:pt>
    <dgm:pt modelId="{017CAA1B-0D78-C84E-A888-03B82E223F58}" type="pres">
      <dgm:prSet presAssocID="{4C26A78B-8882-154A-89C8-8621B1A31962}" presName="textNode" presStyleLbl="bgShp" presStyleIdx="2" presStyleCnt="3"/>
      <dgm:spPr/>
    </dgm:pt>
    <dgm:pt modelId="{D044FB17-417A-D849-B5D8-10075477D7D2}" type="pres">
      <dgm:prSet presAssocID="{4C26A78B-8882-154A-89C8-8621B1A31962}" presName="compChildNode" presStyleCnt="0"/>
      <dgm:spPr/>
    </dgm:pt>
    <dgm:pt modelId="{ABAFCDD0-DB8D-4A4F-A102-82B120A1886B}" type="pres">
      <dgm:prSet presAssocID="{4C26A78B-8882-154A-89C8-8621B1A31962}" presName="theInnerList" presStyleCnt="0"/>
      <dgm:spPr/>
    </dgm:pt>
    <dgm:pt modelId="{CC3A3771-9911-1649-8007-400B06DC5385}" type="pres">
      <dgm:prSet presAssocID="{33DF16E0-FE65-9441-A711-282011EA75CE}" presName="childNode" presStyleLbl="node1" presStyleIdx="9" presStyleCnt="14">
        <dgm:presLayoutVars>
          <dgm:bulletEnabled val="1"/>
        </dgm:presLayoutVars>
      </dgm:prSet>
      <dgm:spPr/>
    </dgm:pt>
    <dgm:pt modelId="{6D07F4A3-69FB-1C4E-952C-0BA6A0B05E74}" type="pres">
      <dgm:prSet presAssocID="{33DF16E0-FE65-9441-A711-282011EA75CE}" presName="aSpace2" presStyleCnt="0"/>
      <dgm:spPr/>
    </dgm:pt>
    <dgm:pt modelId="{6E91F482-E877-E344-B7B3-CAB4ED664ADF}" type="pres">
      <dgm:prSet presAssocID="{A978ACCB-669D-FB4A-9DC5-2D54A49FB938}" presName="childNode" presStyleLbl="node1" presStyleIdx="10" presStyleCnt="14">
        <dgm:presLayoutVars>
          <dgm:bulletEnabled val="1"/>
        </dgm:presLayoutVars>
      </dgm:prSet>
      <dgm:spPr/>
    </dgm:pt>
    <dgm:pt modelId="{05FC60F1-4FAA-F746-96EA-AC1C69B44C9A}" type="pres">
      <dgm:prSet presAssocID="{A978ACCB-669D-FB4A-9DC5-2D54A49FB938}" presName="aSpace2" presStyleCnt="0"/>
      <dgm:spPr/>
    </dgm:pt>
    <dgm:pt modelId="{50D6CA8A-9913-4648-A80D-C8902735F760}" type="pres">
      <dgm:prSet presAssocID="{D9059024-BE23-5C46-A132-8515FCECAFDA}" presName="childNode" presStyleLbl="node1" presStyleIdx="11" presStyleCnt="14">
        <dgm:presLayoutVars>
          <dgm:bulletEnabled val="1"/>
        </dgm:presLayoutVars>
      </dgm:prSet>
      <dgm:spPr/>
    </dgm:pt>
    <dgm:pt modelId="{3B522DAA-E0BA-DE44-8BB4-03BB768877ED}" type="pres">
      <dgm:prSet presAssocID="{D9059024-BE23-5C46-A132-8515FCECAFDA}" presName="aSpace2" presStyleCnt="0"/>
      <dgm:spPr/>
    </dgm:pt>
    <dgm:pt modelId="{DDDDE447-A7DD-5041-AB5C-B874ED1C0198}" type="pres">
      <dgm:prSet presAssocID="{8523B69C-3A52-2746-83E3-89D2553E1C75}" presName="childNode" presStyleLbl="node1" presStyleIdx="12" presStyleCnt="14">
        <dgm:presLayoutVars>
          <dgm:bulletEnabled val="1"/>
        </dgm:presLayoutVars>
      </dgm:prSet>
      <dgm:spPr/>
    </dgm:pt>
    <dgm:pt modelId="{16863F96-4C89-9741-B6D7-66DDD36821DE}" type="pres">
      <dgm:prSet presAssocID="{8523B69C-3A52-2746-83E3-89D2553E1C75}" presName="aSpace2" presStyleCnt="0"/>
      <dgm:spPr/>
    </dgm:pt>
    <dgm:pt modelId="{83CE26B9-E75C-4649-80FB-FEB184389031}" type="pres">
      <dgm:prSet presAssocID="{6D0961C4-1FE9-E745-B073-D4740FE4C189}" presName="childNode" presStyleLbl="node1" presStyleIdx="13" presStyleCnt="14">
        <dgm:presLayoutVars>
          <dgm:bulletEnabled val="1"/>
        </dgm:presLayoutVars>
      </dgm:prSet>
      <dgm:spPr/>
    </dgm:pt>
  </dgm:ptLst>
  <dgm:cxnLst>
    <dgm:cxn modelId="{1CD97704-7D5C-9A43-8B4F-A1893486B088}" srcId="{9F60443C-C3C0-634F-BDAA-23F815C06E54}" destId="{51C76E81-7821-5841-9ECB-94BB095CB24F}" srcOrd="2" destOrd="0" parTransId="{2EA20B34-1482-594A-B6EB-0C4ED7A8D0BE}" sibTransId="{91BC72C1-8C1C-A441-83CF-9BF5BE045EC7}"/>
    <dgm:cxn modelId="{F288B317-93B5-B24F-9595-1051F0F730B2}" type="presOf" srcId="{E15A265B-0ADA-7E41-B22F-5B03AB93A9D0}" destId="{E1F2251A-35B3-7045-A82F-0589D639E024}" srcOrd="0" destOrd="0" presId="urn:microsoft.com/office/officeart/2005/8/layout/lProcess2"/>
    <dgm:cxn modelId="{3F1ED81D-CB35-3A46-8F18-2A7E9BFA26D5}" srcId="{4C26A78B-8882-154A-89C8-8621B1A31962}" destId="{8523B69C-3A52-2746-83E3-89D2553E1C75}" srcOrd="3" destOrd="0" parTransId="{57A25A7E-6386-0648-8E89-4DD78E459B2A}" sibTransId="{BD9904DA-E960-0744-966F-ED2E3315CB86}"/>
    <dgm:cxn modelId="{359C9925-E490-AD46-9AD3-112E5D137935}" type="presOf" srcId="{C94173DA-F25D-1442-9F10-D7221118F499}" destId="{71204230-9CED-824D-82F2-66550DB56AE0}" srcOrd="0" destOrd="0" presId="urn:microsoft.com/office/officeart/2005/8/layout/lProcess2"/>
    <dgm:cxn modelId="{BA56A527-EA11-F240-9E94-4282F9EBB68B}" srcId="{AA03A2D2-7E36-B74D-9A30-E0580E5702E2}" destId="{4C26A78B-8882-154A-89C8-8621B1A31962}" srcOrd="2" destOrd="0" parTransId="{22D4BDAF-D6FC-7F47-889C-56411E91C588}" sibTransId="{9C13776D-E464-1241-A321-2F43B80AFF52}"/>
    <dgm:cxn modelId="{397FBA2A-BCD7-4647-8BF0-A047F20E3CFB}" srcId="{B5A143F0-EA5F-7F4E-8F55-7C78090B551E}" destId="{914AE7B2-C94F-D344-8893-69D71457C5B5}" srcOrd="3" destOrd="0" parTransId="{55E3DE03-0FC8-434E-AFE3-5DEAB305C291}" sibTransId="{94AD79D5-2B41-CE4B-9388-996535D04905}"/>
    <dgm:cxn modelId="{2F02812E-8F78-5E4A-AF7E-52F91B6CD934}" srcId="{B5A143F0-EA5F-7F4E-8F55-7C78090B551E}" destId="{D607C930-9EFF-024B-90C2-C9A7F1983B65}" srcOrd="4" destOrd="0" parTransId="{EE466E76-91E3-B14F-AFEE-B067383510AF}" sibTransId="{AE2894F3-5F85-9040-91B4-22DF2CF0BDB8}"/>
    <dgm:cxn modelId="{0796243B-456A-AD48-A5EC-58971E4EF7E5}" srcId="{AA03A2D2-7E36-B74D-9A30-E0580E5702E2}" destId="{9F60443C-C3C0-634F-BDAA-23F815C06E54}" srcOrd="0" destOrd="0" parTransId="{035FA40B-D7C5-5C4B-9F7A-3DA1E5262D6C}" sibTransId="{A71F7CF9-A33D-9949-8EBF-854A5C2A850A}"/>
    <dgm:cxn modelId="{9466253C-5EE7-374B-900D-E38081A319C1}" srcId="{AA03A2D2-7E36-B74D-9A30-E0580E5702E2}" destId="{B5A143F0-EA5F-7F4E-8F55-7C78090B551E}" srcOrd="1" destOrd="0" parTransId="{9AEA693C-549A-6045-9D51-0AA45985E00E}" sibTransId="{42BEF2B1-F563-124A-BCB1-18DF27DEAD7F}"/>
    <dgm:cxn modelId="{F6BD3046-F205-E042-95F9-439C04D9CB5D}" srcId="{4C26A78B-8882-154A-89C8-8621B1A31962}" destId="{D9059024-BE23-5C46-A132-8515FCECAFDA}" srcOrd="2" destOrd="0" parTransId="{F7FB5281-F6AD-3B4D-B6BF-1352B8100023}" sibTransId="{3B0E0F65-0087-7540-8BA1-86FDA42E1846}"/>
    <dgm:cxn modelId="{9612E64C-368A-B345-9C09-6BCCFA55358F}" srcId="{9F60443C-C3C0-634F-BDAA-23F815C06E54}" destId="{64914170-24CD-B344-8B7F-294F147549BA}" srcOrd="3" destOrd="0" parTransId="{9382828D-F93A-5944-9A64-F5500A95246F}" sibTransId="{C2794BE7-A01A-0245-A8A3-B3408C7430E9}"/>
    <dgm:cxn modelId="{B60E5B53-8457-7344-9107-D058D7FC5E8A}" type="presOf" srcId="{9F60443C-C3C0-634F-BDAA-23F815C06E54}" destId="{63EF72D1-2ACA-8D41-A5DC-52AEB1008C3E}" srcOrd="0" destOrd="0" presId="urn:microsoft.com/office/officeart/2005/8/layout/lProcess2"/>
    <dgm:cxn modelId="{97EFC656-AB2C-3F43-8F64-22224289F96F}" type="presOf" srcId="{AA03A2D2-7E36-B74D-9A30-E0580E5702E2}" destId="{CFA42147-87E4-DE4B-A6A4-AD4AA0514864}" srcOrd="0" destOrd="0" presId="urn:microsoft.com/office/officeart/2005/8/layout/lProcess2"/>
    <dgm:cxn modelId="{B72D3258-7ECA-2340-868E-94881D2D081A}" type="presOf" srcId="{D6E813B3-F7C1-FA4F-9FD4-F9508599D324}" destId="{7BD8AACE-ED6F-1F46-A6FE-80973D9E78A8}" srcOrd="0" destOrd="0" presId="urn:microsoft.com/office/officeart/2005/8/layout/lProcess2"/>
    <dgm:cxn modelId="{6868315D-EA52-6142-B396-3E5C4661E176}" type="presOf" srcId="{A978ACCB-669D-FB4A-9DC5-2D54A49FB938}" destId="{6E91F482-E877-E344-B7B3-CAB4ED664ADF}" srcOrd="0" destOrd="0" presId="urn:microsoft.com/office/officeart/2005/8/layout/lProcess2"/>
    <dgm:cxn modelId="{D595196C-1EF1-D548-8712-C93C68E3AF7D}" type="presOf" srcId="{B5A143F0-EA5F-7F4E-8F55-7C78090B551E}" destId="{33E5A9C8-380A-5246-ABBF-7ED2CF1C7D45}" srcOrd="1" destOrd="0" presId="urn:microsoft.com/office/officeart/2005/8/layout/lProcess2"/>
    <dgm:cxn modelId="{AE7BB96D-CD98-A04D-AA09-81F18BC52055}" type="presOf" srcId="{B5A143F0-EA5F-7F4E-8F55-7C78090B551E}" destId="{8AFAB680-2F36-3D4E-A6CF-48428E0FB1E1}" srcOrd="0" destOrd="0" presId="urn:microsoft.com/office/officeart/2005/8/layout/lProcess2"/>
    <dgm:cxn modelId="{77A01F75-C3C0-9949-8D92-E1D8199A2B36}" type="presOf" srcId="{64914170-24CD-B344-8B7F-294F147549BA}" destId="{6403C0E9-17FA-D341-90EA-BEB22BE49FB5}" srcOrd="0" destOrd="0" presId="urn:microsoft.com/office/officeart/2005/8/layout/lProcess2"/>
    <dgm:cxn modelId="{5228C27C-2638-B44D-9164-C1E2A17357FF}" type="presOf" srcId="{D607C930-9EFF-024B-90C2-C9A7F1983B65}" destId="{11044344-D6B1-964E-815E-C65E484399AB}" srcOrd="0" destOrd="0" presId="urn:microsoft.com/office/officeart/2005/8/layout/lProcess2"/>
    <dgm:cxn modelId="{608EF77C-F1F2-0442-B932-3DDE04E345C6}" srcId="{B5A143F0-EA5F-7F4E-8F55-7C78090B551E}" destId="{C94173DA-F25D-1442-9F10-D7221118F499}" srcOrd="2" destOrd="0" parTransId="{010F9A63-D0F2-2B41-AA8F-09F4DA9802F2}" sibTransId="{2BCF5156-7AA5-9F42-8F80-1DA3E12E0261}"/>
    <dgm:cxn modelId="{56C0787F-CBE8-604B-BA4E-D2B8724D316B}" type="presOf" srcId="{8523B69C-3A52-2746-83E3-89D2553E1C75}" destId="{DDDDE447-A7DD-5041-AB5C-B874ED1C0198}" srcOrd="0" destOrd="0" presId="urn:microsoft.com/office/officeart/2005/8/layout/lProcess2"/>
    <dgm:cxn modelId="{AC3D6F84-E5AC-E240-A29D-9FF8EC03E14C}" srcId="{9F60443C-C3C0-634F-BDAA-23F815C06E54}" destId="{A5C4CD07-7F67-124F-A974-F5D2B00C9C88}" srcOrd="0" destOrd="0" parTransId="{4C3076A2-A141-304B-BC69-1693E6B96471}" sibTransId="{161F1713-93D8-3842-9721-3A6283BEDD85}"/>
    <dgm:cxn modelId="{3FAF7684-1BD7-1943-9559-43C7F7532383}" srcId="{9F60443C-C3C0-634F-BDAA-23F815C06E54}" destId="{D6E813B3-F7C1-FA4F-9FD4-F9508599D324}" srcOrd="1" destOrd="0" parTransId="{20B50624-1678-344D-8605-B5BD7484C865}" sibTransId="{B8AB88D2-0A78-0E4E-9004-04702C61B2A6}"/>
    <dgm:cxn modelId="{F98A3786-7946-E24D-9105-AF1E1F51DBA5}" type="presOf" srcId="{4C26A78B-8882-154A-89C8-8621B1A31962}" destId="{6CF75C26-FF89-C04A-BD66-737235D1A539}" srcOrd="0" destOrd="0" presId="urn:microsoft.com/office/officeart/2005/8/layout/lProcess2"/>
    <dgm:cxn modelId="{3384168A-51B3-6849-AE07-606FA2CC5F30}" srcId="{B5A143F0-EA5F-7F4E-8F55-7C78090B551E}" destId="{E15A265B-0ADA-7E41-B22F-5B03AB93A9D0}" srcOrd="0" destOrd="0" parTransId="{791E04AF-BD1C-744E-9507-6D334C5BA1C2}" sibTransId="{3B2D5693-AFCE-4247-9AE7-10F3093477C0}"/>
    <dgm:cxn modelId="{74EA0391-9BB3-C340-A84F-4F15F8F6FB1C}" type="presOf" srcId="{A5C4CD07-7F67-124F-A974-F5D2B00C9C88}" destId="{198380F5-2A23-1A4E-97F7-2BBEB5755FEF}" srcOrd="0" destOrd="0" presId="urn:microsoft.com/office/officeart/2005/8/layout/lProcess2"/>
    <dgm:cxn modelId="{C3104592-2F71-1147-89BB-068FBADFC615}" type="presOf" srcId="{51C76E81-7821-5841-9ECB-94BB095CB24F}" destId="{F5AC81F1-A51C-804B-9B01-3E79A0AC1022}" srcOrd="0" destOrd="0" presId="urn:microsoft.com/office/officeart/2005/8/layout/lProcess2"/>
    <dgm:cxn modelId="{D72C8B93-D66D-9949-B892-6FE23E620C1D}" type="presOf" srcId="{914AE7B2-C94F-D344-8893-69D71457C5B5}" destId="{071F4820-A6F4-FE48-97B8-0F24278C3907}" srcOrd="0" destOrd="0" presId="urn:microsoft.com/office/officeart/2005/8/layout/lProcess2"/>
    <dgm:cxn modelId="{39E91999-1AFF-0547-8156-BD0FEC397945}" srcId="{4C26A78B-8882-154A-89C8-8621B1A31962}" destId="{6D0961C4-1FE9-E745-B073-D4740FE4C189}" srcOrd="4" destOrd="0" parTransId="{5B7D0BD9-3ECA-7F4C-BDF2-A0CE357750ED}" sibTransId="{78F1B715-3041-2E4F-8A94-D6E74A6D137C}"/>
    <dgm:cxn modelId="{2F1DBF9C-6FCE-D14B-9243-C81870CBFCB3}" type="presOf" srcId="{D9059024-BE23-5C46-A132-8515FCECAFDA}" destId="{50D6CA8A-9913-4648-A80D-C8902735F760}" srcOrd="0" destOrd="0" presId="urn:microsoft.com/office/officeart/2005/8/layout/lProcess2"/>
    <dgm:cxn modelId="{A7F13DA5-3AAE-7549-825B-0BEFBE8BCE73}" type="presOf" srcId="{33DF16E0-FE65-9441-A711-282011EA75CE}" destId="{CC3A3771-9911-1649-8007-400B06DC5385}" srcOrd="0" destOrd="0" presId="urn:microsoft.com/office/officeart/2005/8/layout/lProcess2"/>
    <dgm:cxn modelId="{0C2343A7-2F4A-E74D-9306-17C464282B25}" type="presOf" srcId="{4C26A78B-8882-154A-89C8-8621B1A31962}" destId="{017CAA1B-0D78-C84E-A888-03B82E223F58}" srcOrd="1" destOrd="0" presId="urn:microsoft.com/office/officeart/2005/8/layout/lProcess2"/>
    <dgm:cxn modelId="{535628B8-717C-3D42-979B-4EE38BFE3A03}" srcId="{B5A143F0-EA5F-7F4E-8F55-7C78090B551E}" destId="{8CC18A40-1B9D-6544-90EA-D796CBD3D6F8}" srcOrd="1" destOrd="0" parTransId="{4D38C305-4FBB-7D45-A880-E167CA6615BE}" sibTransId="{73A6B04B-F2C5-4A4E-9224-9681091E9A43}"/>
    <dgm:cxn modelId="{74DD0BD0-2463-5249-A90F-F3F7A8870B80}" srcId="{4C26A78B-8882-154A-89C8-8621B1A31962}" destId="{33DF16E0-FE65-9441-A711-282011EA75CE}" srcOrd="0" destOrd="0" parTransId="{B32A7CD9-A257-B547-9215-BF90F6EF7D45}" sibTransId="{2172FC5C-788C-2F46-819D-CEF5A3F2FEE1}"/>
    <dgm:cxn modelId="{1219FDD2-F7EB-9F4C-9521-2C255908BEB2}" srcId="{4C26A78B-8882-154A-89C8-8621B1A31962}" destId="{A978ACCB-669D-FB4A-9DC5-2D54A49FB938}" srcOrd="1" destOrd="0" parTransId="{733A2751-15AD-F543-9878-2E7D2355DEC0}" sibTransId="{954991B4-54A3-0E4D-8165-D32304D84B92}"/>
    <dgm:cxn modelId="{17CBEAE0-9097-3640-9F5F-DA8C6033715D}" type="presOf" srcId="{8CC18A40-1B9D-6544-90EA-D796CBD3D6F8}" destId="{1625032E-19CD-754C-9D89-59F891601B9A}" srcOrd="0" destOrd="0" presId="urn:microsoft.com/office/officeart/2005/8/layout/lProcess2"/>
    <dgm:cxn modelId="{5CFE4EE2-DDE2-0649-A41C-86C6A9B8574C}" type="presOf" srcId="{6D0961C4-1FE9-E745-B073-D4740FE4C189}" destId="{83CE26B9-E75C-4649-80FB-FEB184389031}" srcOrd="0" destOrd="0" presId="urn:microsoft.com/office/officeart/2005/8/layout/lProcess2"/>
    <dgm:cxn modelId="{B8F96BE3-F5BD-0B46-BCB7-4E5673070DF7}" type="presOf" srcId="{9F60443C-C3C0-634F-BDAA-23F815C06E54}" destId="{9F4CA664-FCFA-5E42-B52C-55A956282347}" srcOrd="1" destOrd="0" presId="urn:microsoft.com/office/officeart/2005/8/layout/lProcess2"/>
    <dgm:cxn modelId="{0651C6B4-51FB-CB45-A593-055F027AAA26}" type="presParOf" srcId="{CFA42147-87E4-DE4B-A6A4-AD4AA0514864}" destId="{F063CD99-E9D0-0C48-90BB-807F295B4B27}" srcOrd="0" destOrd="0" presId="urn:microsoft.com/office/officeart/2005/8/layout/lProcess2"/>
    <dgm:cxn modelId="{E6CCBF5D-CD19-8F41-A9BB-7BD7E4588993}" type="presParOf" srcId="{F063CD99-E9D0-0C48-90BB-807F295B4B27}" destId="{63EF72D1-2ACA-8D41-A5DC-52AEB1008C3E}" srcOrd="0" destOrd="0" presId="urn:microsoft.com/office/officeart/2005/8/layout/lProcess2"/>
    <dgm:cxn modelId="{56B5AB7A-6D87-1D42-8DFE-517C40271786}" type="presParOf" srcId="{F063CD99-E9D0-0C48-90BB-807F295B4B27}" destId="{9F4CA664-FCFA-5E42-B52C-55A956282347}" srcOrd="1" destOrd="0" presId="urn:microsoft.com/office/officeart/2005/8/layout/lProcess2"/>
    <dgm:cxn modelId="{4972CBCF-6C2E-F841-8E99-9694795ECDB7}" type="presParOf" srcId="{F063CD99-E9D0-0C48-90BB-807F295B4B27}" destId="{EB44A3B8-C35C-D643-BD41-4198ED02EB55}" srcOrd="2" destOrd="0" presId="urn:microsoft.com/office/officeart/2005/8/layout/lProcess2"/>
    <dgm:cxn modelId="{8C69F507-47AA-A34F-AA60-122504D79E3E}" type="presParOf" srcId="{EB44A3B8-C35C-D643-BD41-4198ED02EB55}" destId="{4F84810D-82D9-8B41-841E-91CCFB236C6F}" srcOrd="0" destOrd="0" presId="urn:microsoft.com/office/officeart/2005/8/layout/lProcess2"/>
    <dgm:cxn modelId="{20526B84-9754-BB49-AEB1-D61943F141DF}" type="presParOf" srcId="{4F84810D-82D9-8B41-841E-91CCFB236C6F}" destId="{198380F5-2A23-1A4E-97F7-2BBEB5755FEF}" srcOrd="0" destOrd="0" presId="urn:microsoft.com/office/officeart/2005/8/layout/lProcess2"/>
    <dgm:cxn modelId="{DCC5587D-3AD9-7945-99BE-F58AD7517385}" type="presParOf" srcId="{4F84810D-82D9-8B41-841E-91CCFB236C6F}" destId="{D345B0D5-5177-0249-86F8-3177619EC476}" srcOrd="1" destOrd="0" presId="urn:microsoft.com/office/officeart/2005/8/layout/lProcess2"/>
    <dgm:cxn modelId="{CF3A6E1D-3E59-B949-BDB9-818F34C8AAD4}" type="presParOf" srcId="{4F84810D-82D9-8B41-841E-91CCFB236C6F}" destId="{7BD8AACE-ED6F-1F46-A6FE-80973D9E78A8}" srcOrd="2" destOrd="0" presId="urn:microsoft.com/office/officeart/2005/8/layout/lProcess2"/>
    <dgm:cxn modelId="{5CA2C8F7-210A-784E-9759-2710FB13217E}" type="presParOf" srcId="{4F84810D-82D9-8B41-841E-91CCFB236C6F}" destId="{717C5C2C-CA35-9F4D-83B1-7BBD5633F3D5}" srcOrd="3" destOrd="0" presId="urn:microsoft.com/office/officeart/2005/8/layout/lProcess2"/>
    <dgm:cxn modelId="{04079E6B-5543-1946-9FEB-A0F48E56B729}" type="presParOf" srcId="{4F84810D-82D9-8B41-841E-91CCFB236C6F}" destId="{F5AC81F1-A51C-804B-9B01-3E79A0AC1022}" srcOrd="4" destOrd="0" presId="urn:microsoft.com/office/officeart/2005/8/layout/lProcess2"/>
    <dgm:cxn modelId="{E68B5827-80F3-5D44-9EEC-D9B17589AB57}" type="presParOf" srcId="{4F84810D-82D9-8B41-841E-91CCFB236C6F}" destId="{62DE0E76-6BC1-C349-B3DC-04A4DB439B17}" srcOrd="5" destOrd="0" presId="urn:microsoft.com/office/officeart/2005/8/layout/lProcess2"/>
    <dgm:cxn modelId="{FC3F1F9D-CA82-AA4B-9240-EDF2DE32324D}" type="presParOf" srcId="{4F84810D-82D9-8B41-841E-91CCFB236C6F}" destId="{6403C0E9-17FA-D341-90EA-BEB22BE49FB5}" srcOrd="6" destOrd="0" presId="urn:microsoft.com/office/officeart/2005/8/layout/lProcess2"/>
    <dgm:cxn modelId="{3EB76142-2201-614F-9630-FCE3A79BD27B}" type="presParOf" srcId="{CFA42147-87E4-DE4B-A6A4-AD4AA0514864}" destId="{3A521EDA-C028-674C-979D-A7E0B09E3DEA}" srcOrd="1" destOrd="0" presId="urn:microsoft.com/office/officeart/2005/8/layout/lProcess2"/>
    <dgm:cxn modelId="{76BDD6AD-FA3A-8844-91CA-D5F20DD41C5B}" type="presParOf" srcId="{CFA42147-87E4-DE4B-A6A4-AD4AA0514864}" destId="{BC6254C5-9059-1146-B1A5-8A4013A1D849}" srcOrd="2" destOrd="0" presId="urn:microsoft.com/office/officeart/2005/8/layout/lProcess2"/>
    <dgm:cxn modelId="{855F2BE3-59E6-CF42-B062-D82C7A6935E5}" type="presParOf" srcId="{BC6254C5-9059-1146-B1A5-8A4013A1D849}" destId="{8AFAB680-2F36-3D4E-A6CF-48428E0FB1E1}" srcOrd="0" destOrd="0" presId="urn:microsoft.com/office/officeart/2005/8/layout/lProcess2"/>
    <dgm:cxn modelId="{E1BB2C44-1E11-6948-B0B8-A4520FE54849}" type="presParOf" srcId="{BC6254C5-9059-1146-B1A5-8A4013A1D849}" destId="{33E5A9C8-380A-5246-ABBF-7ED2CF1C7D45}" srcOrd="1" destOrd="0" presId="urn:microsoft.com/office/officeart/2005/8/layout/lProcess2"/>
    <dgm:cxn modelId="{1252B7BA-BF81-A74C-9B35-FFA486FC0081}" type="presParOf" srcId="{BC6254C5-9059-1146-B1A5-8A4013A1D849}" destId="{77CCF505-A663-624E-8BFF-EB6624461A4A}" srcOrd="2" destOrd="0" presId="urn:microsoft.com/office/officeart/2005/8/layout/lProcess2"/>
    <dgm:cxn modelId="{2D841F38-7C74-7742-8324-D7267DACF911}" type="presParOf" srcId="{77CCF505-A663-624E-8BFF-EB6624461A4A}" destId="{3BF5B116-8D5B-5F4B-B787-E74F64ED52DE}" srcOrd="0" destOrd="0" presId="urn:microsoft.com/office/officeart/2005/8/layout/lProcess2"/>
    <dgm:cxn modelId="{20ADD867-AB03-CA42-B4C7-B7F76BC6789F}" type="presParOf" srcId="{3BF5B116-8D5B-5F4B-B787-E74F64ED52DE}" destId="{E1F2251A-35B3-7045-A82F-0589D639E024}" srcOrd="0" destOrd="0" presId="urn:microsoft.com/office/officeart/2005/8/layout/lProcess2"/>
    <dgm:cxn modelId="{2DEFD3D8-AAC4-D645-89FB-6F54C5D06589}" type="presParOf" srcId="{3BF5B116-8D5B-5F4B-B787-E74F64ED52DE}" destId="{3D0CCF2A-5483-8242-B242-59138BF9556A}" srcOrd="1" destOrd="0" presId="urn:microsoft.com/office/officeart/2005/8/layout/lProcess2"/>
    <dgm:cxn modelId="{83CC09DA-2C6A-2348-88E1-37E8EA62EBC7}" type="presParOf" srcId="{3BF5B116-8D5B-5F4B-B787-E74F64ED52DE}" destId="{1625032E-19CD-754C-9D89-59F891601B9A}" srcOrd="2" destOrd="0" presId="urn:microsoft.com/office/officeart/2005/8/layout/lProcess2"/>
    <dgm:cxn modelId="{5DD39BEC-FE69-6E4E-BE99-7B18E412E87D}" type="presParOf" srcId="{3BF5B116-8D5B-5F4B-B787-E74F64ED52DE}" destId="{B0E3367D-885C-5C48-A0E9-F03D6FB54987}" srcOrd="3" destOrd="0" presId="urn:microsoft.com/office/officeart/2005/8/layout/lProcess2"/>
    <dgm:cxn modelId="{634932A9-A9A1-3D44-9474-A8AEFC7BE673}" type="presParOf" srcId="{3BF5B116-8D5B-5F4B-B787-E74F64ED52DE}" destId="{71204230-9CED-824D-82F2-66550DB56AE0}" srcOrd="4" destOrd="0" presId="urn:microsoft.com/office/officeart/2005/8/layout/lProcess2"/>
    <dgm:cxn modelId="{88D24B20-37B0-1B46-B5ED-E9D15363B10A}" type="presParOf" srcId="{3BF5B116-8D5B-5F4B-B787-E74F64ED52DE}" destId="{C37CCA6B-3674-B445-88F2-430CD2833B67}" srcOrd="5" destOrd="0" presId="urn:microsoft.com/office/officeart/2005/8/layout/lProcess2"/>
    <dgm:cxn modelId="{4F57D371-1B20-844E-84CE-F9AA7E257A6E}" type="presParOf" srcId="{3BF5B116-8D5B-5F4B-B787-E74F64ED52DE}" destId="{071F4820-A6F4-FE48-97B8-0F24278C3907}" srcOrd="6" destOrd="0" presId="urn:microsoft.com/office/officeart/2005/8/layout/lProcess2"/>
    <dgm:cxn modelId="{394278E5-9290-9B46-BF05-088B28792595}" type="presParOf" srcId="{3BF5B116-8D5B-5F4B-B787-E74F64ED52DE}" destId="{D750C95C-03ED-AF4A-8237-B8627AB3F730}" srcOrd="7" destOrd="0" presId="urn:microsoft.com/office/officeart/2005/8/layout/lProcess2"/>
    <dgm:cxn modelId="{6B3D4D33-69F8-FF44-B3D4-0BF17D170FB3}" type="presParOf" srcId="{3BF5B116-8D5B-5F4B-B787-E74F64ED52DE}" destId="{11044344-D6B1-964E-815E-C65E484399AB}" srcOrd="8" destOrd="0" presId="urn:microsoft.com/office/officeart/2005/8/layout/lProcess2"/>
    <dgm:cxn modelId="{CBBEB6E7-6D75-994A-9FD8-8A325CCA232E}" type="presParOf" srcId="{CFA42147-87E4-DE4B-A6A4-AD4AA0514864}" destId="{32D80168-EC54-5846-8658-4034B3F217EA}" srcOrd="3" destOrd="0" presId="urn:microsoft.com/office/officeart/2005/8/layout/lProcess2"/>
    <dgm:cxn modelId="{7964BBB5-89D1-F44B-A533-B2B7F9662D3F}" type="presParOf" srcId="{CFA42147-87E4-DE4B-A6A4-AD4AA0514864}" destId="{48C805F0-644F-7449-A3A5-5FB914CA9986}" srcOrd="4" destOrd="0" presId="urn:microsoft.com/office/officeart/2005/8/layout/lProcess2"/>
    <dgm:cxn modelId="{4A31AC45-E11A-6947-BB19-8E405C22903C}" type="presParOf" srcId="{48C805F0-644F-7449-A3A5-5FB914CA9986}" destId="{6CF75C26-FF89-C04A-BD66-737235D1A539}" srcOrd="0" destOrd="0" presId="urn:microsoft.com/office/officeart/2005/8/layout/lProcess2"/>
    <dgm:cxn modelId="{7A128161-E03D-F542-82EF-6F3DBEB2D44D}" type="presParOf" srcId="{48C805F0-644F-7449-A3A5-5FB914CA9986}" destId="{017CAA1B-0D78-C84E-A888-03B82E223F58}" srcOrd="1" destOrd="0" presId="urn:microsoft.com/office/officeart/2005/8/layout/lProcess2"/>
    <dgm:cxn modelId="{6E15D99A-4B76-4D41-9CEF-86A6145EB269}" type="presParOf" srcId="{48C805F0-644F-7449-A3A5-5FB914CA9986}" destId="{D044FB17-417A-D849-B5D8-10075477D7D2}" srcOrd="2" destOrd="0" presId="urn:microsoft.com/office/officeart/2005/8/layout/lProcess2"/>
    <dgm:cxn modelId="{C89E4C00-9546-2A4C-92CF-67D9B0D2F080}" type="presParOf" srcId="{D044FB17-417A-D849-B5D8-10075477D7D2}" destId="{ABAFCDD0-DB8D-4A4F-A102-82B120A1886B}" srcOrd="0" destOrd="0" presId="urn:microsoft.com/office/officeart/2005/8/layout/lProcess2"/>
    <dgm:cxn modelId="{9E59029D-48B1-CD42-9142-A732FF18D88F}" type="presParOf" srcId="{ABAFCDD0-DB8D-4A4F-A102-82B120A1886B}" destId="{CC3A3771-9911-1649-8007-400B06DC5385}" srcOrd="0" destOrd="0" presId="urn:microsoft.com/office/officeart/2005/8/layout/lProcess2"/>
    <dgm:cxn modelId="{9FA6A500-AA21-4C4C-BFD4-85F6128D7D18}" type="presParOf" srcId="{ABAFCDD0-DB8D-4A4F-A102-82B120A1886B}" destId="{6D07F4A3-69FB-1C4E-952C-0BA6A0B05E74}" srcOrd="1" destOrd="0" presId="urn:microsoft.com/office/officeart/2005/8/layout/lProcess2"/>
    <dgm:cxn modelId="{98C02CCB-09F5-514D-BA7C-9BE3E2552F17}" type="presParOf" srcId="{ABAFCDD0-DB8D-4A4F-A102-82B120A1886B}" destId="{6E91F482-E877-E344-B7B3-CAB4ED664ADF}" srcOrd="2" destOrd="0" presId="urn:microsoft.com/office/officeart/2005/8/layout/lProcess2"/>
    <dgm:cxn modelId="{0BFD5890-5ADC-2A43-A744-C74D8FA4FEDB}" type="presParOf" srcId="{ABAFCDD0-DB8D-4A4F-A102-82B120A1886B}" destId="{05FC60F1-4FAA-F746-96EA-AC1C69B44C9A}" srcOrd="3" destOrd="0" presId="urn:microsoft.com/office/officeart/2005/8/layout/lProcess2"/>
    <dgm:cxn modelId="{A95485BE-3E16-074C-8BC7-86B73F8A401C}" type="presParOf" srcId="{ABAFCDD0-DB8D-4A4F-A102-82B120A1886B}" destId="{50D6CA8A-9913-4648-A80D-C8902735F760}" srcOrd="4" destOrd="0" presId="urn:microsoft.com/office/officeart/2005/8/layout/lProcess2"/>
    <dgm:cxn modelId="{20DF5B25-050D-9049-929D-0F37A5F41020}" type="presParOf" srcId="{ABAFCDD0-DB8D-4A4F-A102-82B120A1886B}" destId="{3B522DAA-E0BA-DE44-8BB4-03BB768877ED}" srcOrd="5" destOrd="0" presId="urn:microsoft.com/office/officeart/2005/8/layout/lProcess2"/>
    <dgm:cxn modelId="{5388B72D-9733-E849-8270-F65F2B035520}" type="presParOf" srcId="{ABAFCDD0-DB8D-4A4F-A102-82B120A1886B}" destId="{DDDDE447-A7DD-5041-AB5C-B874ED1C0198}" srcOrd="6" destOrd="0" presId="urn:microsoft.com/office/officeart/2005/8/layout/lProcess2"/>
    <dgm:cxn modelId="{B467B173-F48F-204D-A034-EF0510434721}" type="presParOf" srcId="{ABAFCDD0-DB8D-4A4F-A102-82B120A1886B}" destId="{16863F96-4C89-9741-B6D7-66DDD36821DE}" srcOrd="7" destOrd="0" presId="urn:microsoft.com/office/officeart/2005/8/layout/lProcess2"/>
    <dgm:cxn modelId="{E9AD5B43-05DE-824F-AC10-FFCEE5D8EBF3}" type="presParOf" srcId="{ABAFCDD0-DB8D-4A4F-A102-82B120A1886B}" destId="{83CE26B9-E75C-4649-80FB-FEB184389031}" srcOrd="8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19078D0B-EB64-2D4C-8E19-B88B9EA182A9}" type="doc">
      <dgm:prSet loTypeId="urn:microsoft.com/office/officeart/2005/8/layout/orgChart1" loCatId="" qsTypeId="urn:microsoft.com/office/officeart/2005/8/quickstyle/3d4" qsCatId="3D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3BBBFA12-D12A-A849-8F32-21C795BD9677}">
      <dgm:prSet phldrT="[Text]" custT="1"/>
      <dgm:spPr/>
      <dgm:t>
        <a:bodyPr/>
        <a:lstStyle/>
        <a:p>
          <a:r>
            <a:rPr lang="en-GB" sz="1600" dirty="0"/>
            <a:t>World</a:t>
          </a:r>
        </a:p>
      </dgm:t>
    </dgm:pt>
    <dgm:pt modelId="{297E7D2A-4099-9A42-8188-6EAF8626267A}" type="parTrans" cxnId="{D9278338-37D0-EB49-B1C2-CBB0D29AE0F9}">
      <dgm:prSet/>
      <dgm:spPr/>
      <dgm:t>
        <a:bodyPr/>
        <a:lstStyle/>
        <a:p>
          <a:endParaRPr lang="en-GB"/>
        </a:p>
      </dgm:t>
    </dgm:pt>
    <dgm:pt modelId="{99ED5F35-8DC3-F147-B18E-02982A8142B2}" type="sibTrans" cxnId="{D9278338-37D0-EB49-B1C2-CBB0D29AE0F9}">
      <dgm:prSet/>
      <dgm:spPr/>
      <dgm:t>
        <a:bodyPr/>
        <a:lstStyle/>
        <a:p>
          <a:endParaRPr lang="en-GB"/>
        </a:p>
      </dgm:t>
    </dgm:pt>
    <dgm:pt modelId="{E2298AF5-53ED-A541-84B8-5AA6FC6FC0AE}">
      <dgm:prSet phldrT="[Text]" custT="1"/>
      <dgm:spPr/>
      <dgm:t>
        <a:bodyPr/>
        <a:lstStyle/>
        <a:p>
          <a:r>
            <a:rPr lang="en-GB" sz="1600" dirty="0"/>
            <a:t>Banking Partner</a:t>
          </a:r>
        </a:p>
      </dgm:t>
    </dgm:pt>
    <dgm:pt modelId="{F5A117A7-C2D7-1740-868E-9C1D691C486F}" type="parTrans" cxnId="{CFAAA33F-2CAA-6B40-9E86-46DA9E9DFDDE}">
      <dgm:prSet/>
      <dgm:spPr/>
      <dgm:t>
        <a:bodyPr/>
        <a:lstStyle/>
        <a:p>
          <a:endParaRPr lang="en-GB"/>
        </a:p>
      </dgm:t>
    </dgm:pt>
    <dgm:pt modelId="{385F89B0-F152-B14F-A2C0-5155C86E3670}" type="sibTrans" cxnId="{CFAAA33F-2CAA-6B40-9E86-46DA9E9DFDDE}">
      <dgm:prSet/>
      <dgm:spPr/>
      <dgm:t>
        <a:bodyPr/>
        <a:lstStyle/>
        <a:p>
          <a:endParaRPr lang="en-GB"/>
        </a:p>
      </dgm:t>
    </dgm:pt>
    <dgm:pt modelId="{B228E980-04D5-3848-BC52-4B7B650132C4}">
      <dgm:prSet custT="1"/>
      <dgm:spPr/>
      <dgm:t>
        <a:bodyPr/>
        <a:lstStyle/>
        <a:p>
          <a:r>
            <a:rPr lang="en-GB" sz="1600" dirty="0"/>
            <a:t>Convera</a:t>
          </a:r>
        </a:p>
      </dgm:t>
    </dgm:pt>
    <dgm:pt modelId="{C56FC11D-D3C7-9341-B37C-2F665FC57DDB}" type="parTrans" cxnId="{7321EF4A-795C-2E48-A584-108F132701EC}">
      <dgm:prSet/>
      <dgm:spPr/>
      <dgm:t>
        <a:bodyPr/>
        <a:lstStyle/>
        <a:p>
          <a:endParaRPr lang="en-GB"/>
        </a:p>
      </dgm:t>
    </dgm:pt>
    <dgm:pt modelId="{5BF91707-6930-F440-896B-75646DC5F956}" type="sibTrans" cxnId="{7321EF4A-795C-2E48-A584-108F132701EC}">
      <dgm:prSet/>
      <dgm:spPr/>
      <dgm:t>
        <a:bodyPr/>
        <a:lstStyle/>
        <a:p>
          <a:endParaRPr lang="en-GB"/>
        </a:p>
      </dgm:t>
    </dgm:pt>
    <dgm:pt modelId="{A5E105E0-39D0-4042-B6C2-804F183AA415}">
      <dgm:prSet custT="1"/>
      <dgm:spPr/>
      <dgm:t>
        <a:bodyPr/>
        <a:lstStyle/>
        <a:p>
          <a:r>
            <a:rPr lang="en-GB" sz="1600" dirty="0"/>
            <a:t>Banking Circle</a:t>
          </a:r>
        </a:p>
      </dgm:t>
    </dgm:pt>
    <dgm:pt modelId="{D7F89006-D06B-1940-B4EA-0D75801D4A71}" type="parTrans" cxnId="{55B83DAB-982E-9B47-ABBB-48B392FB9C7C}">
      <dgm:prSet/>
      <dgm:spPr/>
      <dgm:t>
        <a:bodyPr/>
        <a:lstStyle/>
        <a:p>
          <a:endParaRPr lang="en-GB"/>
        </a:p>
      </dgm:t>
    </dgm:pt>
    <dgm:pt modelId="{A9B03829-011B-534A-9FA9-8AD0F85709F0}" type="sibTrans" cxnId="{55B83DAB-982E-9B47-ABBB-48B392FB9C7C}">
      <dgm:prSet/>
      <dgm:spPr/>
      <dgm:t>
        <a:bodyPr/>
        <a:lstStyle/>
        <a:p>
          <a:endParaRPr lang="en-GB"/>
        </a:p>
      </dgm:t>
    </dgm:pt>
    <dgm:pt modelId="{D6CDE049-922A-A746-84A4-6B805C7C384E}">
      <dgm:prSet custT="1"/>
      <dgm:spPr/>
      <dgm:t>
        <a:bodyPr/>
        <a:lstStyle/>
        <a:p>
          <a:r>
            <a:rPr lang="en-GB" sz="1600" dirty="0"/>
            <a:t>Bank of London</a:t>
          </a:r>
        </a:p>
      </dgm:t>
    </dgm:pt>
    <dgm:pt modelId="{78D488D7-9601-E74D-9DE7-A7DC71F80FF5}" type="parTrans" cxnId="{110B64A4-D12D-6B48-9E77-74ECD155427A}">
      <dgm:prSet/>
      <dgm:spPr/>
      <dgm:t>
        <a:bodyPr/>
        <a:lstStyle/>
        <a:p>
          <a:endParaRPr lang="en-GB"/>
        </a:p>
      </dgm:t>
    </dgm:pt>
    <dgm:pt modelId="{82E3E0D7-3F92-9D44-B57B-5847BC222F3E}" type="sibTrans" cxnId="{110B64A4-D12D-6B48-9E77-74ECD155427A}">
      <dgm:prSet/>
      <dgm:spPr/>
      <dgm:t>
        <a:bodyPr/>
        <a:lstStyle/>
        <a:p>
          <a:endParaRPr lang="en-GB"/>
        </a:p>
      </dgm:t>
    </dgm:pt>
    <dgm:pt modelId="{EA0E9F87-D24E-BB40-9F33-D109A1E4C3E9}">
      <dgm:prSet custT="1"/>
      <dgm:spPr/>
      <dgm:t>
        <a:bodyPr/>
        <a:lstStyle/>
        <a:p>
          <a:r>
            <a:rPr lang="en-GB" sz="1600" dirty="0"/>
            <a:t>Frontier</a:t>
          </a:r>
        </a:p>
      </dgm:t>
    </dgm:pt>
    <dgm:pt modelId="{6D09031D-AA49-6E40-B47B-100DBE8A0232}" type="parTrans" cxnId="{E35245D5-B13B-A940-9465-0EA0A8F7B36F}">
      <dgm:prSet/>
      <dgm:spPr/>
      <dgm:t>
        <a:bodyPr/>
        <a:lstStyle/>
        <a:p>
          <a:endParaRPr lang="en-GB"/>
        </a:p>
      </dgm:t>
    </dgm:pt>
    <dgm:pt modelId="{37F39BCE-12F0-1F4F-B19E-6306C13AD81B}" type="sibTrans" cxnId="{E35245D5-B13B-A940-9465-0EA0A8F7B36F}">
      <dgm:prSet/>
      <dgm:spPr/>
      <dgm:t>
        <a:bodyPr/>
        <a:lstStyle/>
        <a:p>
          <a:endParaRPr lang="en-GB"/>
        </a:p>
      </dgm:t>
    </dgm:pt>
    <dgm:pt modelId="{DF448D4B-BE50-A044-A100-98470CC3FFD0}">
      <dgm:prSet custT="1"/>
      <dgm:spPr/>
      <dgm:t>
        <a:bodyPr/>
        <a:lstStyle/>
        <a:p>
          <a:r>
            <a:rPr lang="en-GB" sz="1600" dirty="0"/>
            <a:t>Customer Wallet</a:t>
          </a:r>
        </a:p>
      </dgm:t>
    </dgm:pt>
    <dgm:pt modelId="{7F7E3BE9-971B-9D47-93E1-586263D995CC}" type="parTrans" cxnId="{2EFE1346-9958-D649-8391-9A9A44D6FFD4}">
      <dgm:prSet/>
      <dgm:spPr/>
      <dgm:t>
        <a:bodyPr/>
        <a:lstStyle/>
        <a:p>
          <a:endParaRPr lang="en-GB"/>
        </a:p>
      </dgm:t>
    </dgm:pt>
    <dgm:pt modelId="{8830BD5C-4F36-9541-AB7A-81BF6D8CD7F0}" type="sibTrans" cxnId="{2EFE1346-9958-D649-8391-9A9A44D6FFD4}">
      <dgm:prSet/>
      <dgm:spPr/>
      <dgm:t>
        <a:bodyPr/>
        <a:lstStyle/>
        <a:p>
          <a:endParaRPr lang="en-GB"/>
        </a:p>
      </dgm:t>
    </dgm:pt>
    <dgm:pt modelId="{53BE5260-E464-AA45-93B0-99F8183F6C0C}">
      <dgm:prSet custT="1"/>
      <dgm:spPr/>
      <dgm:t>
        <a:bodyPr/>
        <a:lstStyle/>
        <a:p>
          <a:r>
            <a:rPr lang="en-GB" sz="1600" dirty="0"/>
            <a:t>Company Cash</a:t>
          </a:r>
        </a:p>
      </dgm:t>
    </dgm:pt>
    <dgm:pt modelId="{A7876F84-4ABD-524B-BC9D-6321E0CAD2A6}" type="parTrans" cxnId="{78F0CE49-4895-FF43-87FF-C7E703F3375A}">
      <dgm:prSet/>
      <dgm:spPr/>
      <dgm:t>
        <a:bodyPr/>
        <a:lstStyle/>
        <a:p>
          <a:endParaRPr lang="en-GB"/>
        </a:p>
      </dgm:t>
    </dgm:pt>
    <dgm:pt modelId="{B5426969-94CD-5345-8E4B-1C78A11440B2}" type="sibTrans" cxnId="{78F0CE49-4895-FF43-87FF-C7E703F3375A}">
      <dgm:prSet/>
      <dgm:spPr/>
      <dgm:t>
        <a:bodyPr/>
        <a:lstStyle/>
        <a:p>
          <a:endParaRPr lang="en-GB"/>
        </a:p>
      </dgm:t>
    </dgm:pt>
    <dgm:pt modelId="{6D9A1F4E-BEE9-8D4A-BD03-E08DF7D726C3}">
      <dgm:prSet custT="1"/>
      <dgm:spPr/>
      <dgm:t>
        <a:bodyPr/>
        <a:lstStyle/>
        <a:p>
          <a:r>
            <a:rPr lang="en-GB" sz="1600" dirty="0"/>
            <a:t>Fees </a:t>
          </a:r>
          <a:br>
            <a:rPr lang="en-GB" sz="1600" dirty="0"/>
          </a:br>
          <a:r>
            <a:rPr lang="en-GB" sz="1600" dirty="0"/>
            <a:t>Revenue</a:t>
          </a:r>
        </a:p>
      </dgm:t>
    </dgm:pt>
    <dgm:pt modelId="{A64461FA-67B5-EC49-ADA6-E816EFDA2BE3}" type="parTrans" cxnId="{6E040285-A567-294B-9A3E-798B056FDBCD}">
      <dgm:prSet/>
      <dgm:spPr/>
      <dgm:t>
        <a:bodyPr/>
        <a:lstStyle/>
        <a:p>
          <a:endParaRPr lang="en-GB"/>
        </a:p>
      </dgm:t>
    </dgm:pt>
    <dgm:pt modelId="{51B5770D-A125-674F-89F1-C664021C970C}" type="sibTrans" cxnId="{6E040285-A567-294B-9A3E-798B056FDBCD}">
      <dgm:prSet/>
      <dgm:spPr/>
      <dgm:t>
        <a:bodyPr/>
        <a:lstStyle/>
        <a:p>
          <a:endParaRPr lang="en-GB"/>
        </a:p>
      </dgm:t>
    </dgm:pt>
    <dgm:pt modelId="{37694B0C-F7AD-4F41-BE64-CD21016067F9}">
      <dgm:prSet custT="1"/>
      <dgm:spPr/>
      <dgm:t>
        <a:bodyPr/>
        <a:lstStyle/>
        <a:p>
          <a:r>
            <a:rPr lang="en-GB" sz="1600" dirty="0"/>
            <a:t>FX Fees Revenues</a:t>
          </a:r>
        </a:p>
      </dgm:t>
    </dgm:pt>
    <dgm:pt modelId="{5F8AD80E-843E-AE47-ACCD-5D4DF874FA96}" type="parTrans" cxnId="{5A3DCBFD-5E72-C649-BFF9-758745F123C2}">
      <dgm:prSet/>
      <dgm:spPr/>
      <dgm:t>
        <a:bodyPr/>
        <a:lstStyle/>
        <a:p>
          <a:endParaRPr lang="en-GB"/>
        </a:p>
      </dgm:t>
    </dgm:pt>
    <dgm:pt modelId="{145A39E3-7609-A54E-B85F-7211A9DA7B08}" type="sibTrans" cxnId="{5A3DCBFD-5E72-C649-BFF9-758745F123C2}">
      <dgm:prSet/>
      <dgm:spPr/>
      <dgm:t>
        <a:bodyPr/>
        <a:lstStyle/>
        <a:p>
          <a:endParaRPr lang="en-GB"/>
        </a:p>
      </dgm:t>
    </dgm:pt>
    <dgm:pt modelId="{FD498606-2BD7-3B45-AD46-7294D463F82C}">
      <dgm:prSet custT="1"/>
      <dgm:spPr>
        <a:solidFill>
          <a:srgbClr val="45AFB0">
            <a:hueOff val="0"/>
            <a:satOff val="0"/>
            <a:lumOff val="0"/>
            <a:alphaOff val="0"/>
          </a:srgb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gm:spPr>
      <dgm:t>
        <a:bodyPr spcFirstLastPara="0" vert="horz" wrap="square" lIns="10160" tIns="10160" rIns="10160" bIns="10160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>
              <a:solidFill>
                <a:srgbClr val="FFFFFF"/>
              </a:solidFill>
              <a:latin typeface="Gill Sans Nova"/>
              <a:ea typeface="+mn-ea"/>
              <a:cs typeface="+mn-cs"/>
            </a:rPr>
            <a:t>Expenses</a:t>
          </a:r>
        </a:p>
      </dgm:t>
    </dgm:pt>
    <dgm:pt modelId="{1B1D4064-E84A-C641-8A4D-9AC88DC9EDFD}" type="parTrans" cxnId="{1F754F66-2BB4-C14C-895D-816C2D598A22}">
      <dgm:prSet/>
      <dgm:spPr/>
      <dgm:t>
        <a:bodyPr/>
        <a:lstStyle/>
        <a:p>
          <a:endParaRPr lang="en-GB"/>
        </a:p>
      </dgm:t>
    </dgm:pt>
    <dgm:pt modelId="{DBA22D95-563F-B641-9BE5-33EB6C770AD4}" type="sibTrans" cxnId="{1F754F66-2BB4-C14C-895D-816C2D598A22}">
      <dgm:prSet/>
      <dgm:spPr/>
      <dgm:t>
        <a:bodyPr/>
        <a:lstStyle/>
        <a:p>
          <a:endParaRPr lang="en-GB"/>
        </a:p>
      </dgm:t>
    </dgm:pt>
    <dgm:pt modelId="{32EBDDF0-BE85-1E4D-B81A-18408CC66615}" type="pres">
      <dgm:prSet presAssocID="{19078D0B-EB64-2D4C-8E19-B88B9EA182A9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44D8AF97-542F-134F-91BB-30FD554431CA}" type="pres">
      <dgm:prSet presAssocID="{3BBBFA12-D12A-A849-8F32-21C795BD9677}" presName="hierRoot1" presStyleCnt="0">
        <dgm:presLayoutVars>
          <dgm:hierBranch val="init"/>
        </dgm:presLayoutVars>
      </dgm:prSet>
      <dgm:spPr/>
    </dgm:pt>
    <dgm:pt modelId="{70196ECA-0BF8-294C-94DE-B241B7DE8E81}" type="pres">
      <dgm:prSet presAssocID="{3BBBFA12-D12A-A849-8F32-21C795BD9677}" presName="rootComposite1" presStyleCnt="0"/>
      <dgm:spPr/>
    </dgm:pt>
    <dgm:pt modelId="{FAE09C74-57D6-B64E-9CF2-C4983B3CC1F4}" type="pres">
      <dgm:prSet presAssocID="{3BBBFA12-D12A-A849-8F32-21C795BD9677}" presName="rootText1" presStyleLbl="node0" presStyleIdx="0" presStyleCnt="2">
        <dgm:presLayoutVars>
          <dgm:chPref val="3"/>
        </dgm:presLayoutVars>
      </dgm:prSet>
      <dgm:spPr/>
    </dgm:pt>
    <dgm:pt modelId="{CFD40DD0-9AF9-574C-9CCF-F7B56831B424}" type="pres">
      <dgm:prSet presAssocID="{3BBBFA12-D12A-A849-8F32-21C795BD9677}" presName="rootConnector1" presStyleLbl="node1" presStyleIdx="0" presStyleCnt="0"/>
      <dgm:spPr/>
    </dgm:pt>
    <dgm:pt modelId="{0879F610-F6A6-E84F-877A-BD93E36A2D26}" type="pres">
      <dgm:prSet presAssocID="{3BBBFA12-D12A-A849-8F32-21C795BD9677}" presName="hierChild2" presStyleCnt="0"/>
      <dgm:spPr/>
    </dgm:pt>
    <dgm:pt modelId="{C82E18F8-4F0E-B54F-A48E-2C18063A8B68}" type="pres">
      <dgm:prSet presAssocID="{F5A117A7-C2D7-1740-868E-9C1D691C486F}" presName="Name37" presStyleLbl="parChTrans1D2" presStyleIdx="0" presStyleCnt="6"/>
      <dgm:spPr/>
    </dgm:pt>
    <dgm:pt modelId="{EE69402D-9B4F-4C45-A1C2-C543F1F97D34}" type="pres">
      <dgm:prSet presAssocID="{E2298AF5-53ED-A541-84B8-5AA6FC6FC0AE}" presName="hierRoot2" presStyleCnt="0">
        <dgm:presLayoutVars>
          <dgm:hierBranch val="init"/>
        </dgm:presLayoutVars>
      </dgm:prSet>
      <dgm:spPr/>
    </dgm:pt>
    <dgm:pt modelId="{6DBEC56B-32C6-FD47-916E-B78F807A3010}" type="pres">
      <dgm:prSet presAssocID="{E2298AF5-53ED-A541-84B8-5AA6FC6FC0AE}" presName="rootComposite" presStyleCnt="0"/>
      <dgm:spPr/>
    </dgm:pt>
    <dgm:pt modelId="{9AB7851C-6B05-CE40-880B-550602B35593}" type="pres">
      <dgm:prSet presAssocID="{E2298AF5-53ED-A541-84B8-5AA6FC6FC0AE}" presName="rootText" presStyleLbl="node2" presStyleIdx="0" presStyleCnt="6">
        <dgm:presLayoutVars>
          <dgm:chPref val="3"/>
        </dgm:presLayoutVars>
      </dgm:prSet>
      <dgm:spPr/>
    </dgm:pt>
    <dgm:pt modelId="{B058380A-D519-BD4A-A72C-67EC9070E257}" type="pres">
      <dgm:prSet presAssocID="{E2298AF5-53ED-A541-84B8-5AA6FC6FC0AE}" presName="rootConnector" presStyleLbl="node2" presStyleIdx="0" presStyleCnt="6"/>
      <dgm:spPr/>
    </dgm:pt>
    <dgm:pt modelId="{65AD3F91-D36A-5145-9708-70029A31783A}" type="pres">
      <dgm:prSet presAssocID="{E2298AF5-53ED-A541-84B8-5AA6FC6FC0AE}" presName="hierChild4" presStyleCnt="0"/>
      <dgm:spPr/>
    </dgm:pt>
    <dgm:pt modelId="{49C4A877-BA81-7F42-8E5F-C9A097F6EBB7}" type="pres">
      <dgm:prSet presAssocID="{C56FC11D-D3C7-9341-B37C-2F665FC57DDB}" presName="Name37" presStyleLbl="parChTrans1D3" presStyleIdx="0" presStyleCnt="3"/>
      <dgm:spPr/>
    </dgm:pt>
    <dgm:pt modelId="{C7790E65-03B0-D844-8460-6E0612D579A9}" type="pres">
      <dgm:prSet presAssocID="{B228E980-04D5-3848-BC52-4B7B650132C4}" presName="hierRoot2" presStyleCnt="0">
        <dgm:presLayoutVars>
          <dgm:hierBranch val="init"/>
        </dgm:presLayoutVars>
      </dgm:prSet>
      <dgm:spPr/>
    </dgm:pt>
    <dgm:pt modelId="{F24F6193-1C73-EB4F-82D1-420AAD598325}" type="pres">
      <dgm:prSet presAssocID="{B228E980-04D5-3848-BC52-4B7B650132C4}" presName="rootComposite" presStyleCnt="0"/>
      <dgm:spPr/>
    </dgm:pt>
    <dgm:pt modelId="{259F42DE-F2D0-7449-9682-B1BDA87E3B9D}" type="pres">
      <dgm:prSet presAssocID="{B228E980-04D5-3848-BC52-4B7B650132C4}" presName="rootText" presStyleLbl="node3" presStyleIdx="0" presStyleCnt="3">
        <dgm:presLayoutVars>
          <dgm:chPref val="3"/>
        </dgm:presLayoutVars>
      </dgm:prSet>
      <dgm:spPr/>
    </dgm:pt>
    <dgm:pt modelId="{2B2DAD48-2124-0349-B91D-5400BED781DC}" type="pres">
      <dgm:prSet presAssocID="{B228E980-04D5-3848-BC52-4B7B650132C4}" presName="rootConnector" presStyleLbl="node3" presStyleIdx="0" presStyleCnt="3"/>
      <dgm:spPr/>
    </dgm:pt>
    <dgm:pt modelId="{11300ABC-23AC-3845-B6F7-C40441849ED0}" type="pres">
      <dgm:prSet presAssocID="{B228E980-04D5-3848-BC52-4B7B650132C4}" presName="hierChild4" presStyleCnt="0"/>
      <dgm:spPr/>
    </dgm:pt>
    <dgm:pt modelId="{96542C4E-35D6-0C41-8E06-E85A4E27A210}" type="pres">
      <dgm:prSet presAssocID="{B228E980-04D5-3848-BC52-4B7B650132C4}" presName="hierChild5" presStyleCnt="0"/>
      <dgm:spPr/>
    </dgm:pt>
    <dgm:pt modelId="{FA91B370-871D-2545-A5B6-3EBA3B393484}" type="pres">
      <dgm:prSet presAssocID="{D7F89006-D06B-1940-B4EA-0D75801D4A71}" presName="Name37" presStyleLbl="parChTrans1D3" presStyleIdx="1" presStyleCnt="3"/>
      <dgm:spPr/>
    </dgm:pt>
    <dgm:pt modelId="{699FB1F7-CAC5-9D45-970B-6D4FE29B1DDC}" type="pres">
      <dgm:prSet presAssocID="{A5E105E0-39D0-4042-B6C2-804F183AA415}" presName="hierRoot2" presStyleCnt="0">
        <dgm:presLayoutVars>
          <dgm:hierBranch val="init"/>
        </dgm:presLayoutVars>
      </dgm:prSet>
      <dgm:spPr/>
    </dgm:pt>
    <dgm:pt modelId="{92C35683-B315-5247-8860-8B11872DDDDE}" type="pres">
      <dgm:prSet presAssocID="{A5E105E0-39D0-4042-B6C2-804F183AA415}" presName="rootComposite" presStyleCnt="0"/>
      <dgm:spPr/>
    </dgm:pt>
    <dgm:pt modelId="{11703AE9-603F-CC4D-8174-6954D67934A2}" type="pres">
      <dgm:prSet presAssocID="{A5E105E0-39D0-4042-B6C2-804F183AA415}" presName="rootText" presStyleLbl="node3" presStyleIdx="1" presStyleCnt="3">
        <dgm:presLayoutVars>
          <dgm:chPref val="3"/>
        </dgm:presLayoutVars>
      </dgm:prSet>
      <dgm:spPr/>
    </dgm:pt>
    <dgm:pt modelId="{C746CB85-F8EC-5E48-89C2-208FBD7DDC47}" type="pres">
      <dgm:prSet presAssocID="{A5E105E0-39D0-4042-B6C2-804F183AA415}" presName="rootConnector" presStyleLbl="node3" presStyleIdx="1" presStyleCnt="3"/>
      <dgm:spPr/>
    </dgm:pt>
    <dgm:pt modelId="{A6A609A5-528C-A847-8960-4E5853C5C628}" type="pres">
      <dgm:prSet presAssocID="{A5E105E0-39D0-4042-B6C2-804F183AA415}" presName="hierChild4" presStyleCnt="0"/>
      <dgm:spPr/>
    </dgm:pt>
    <dgm:pt modelId="{07B6D562-28FD-8C42-BBBC-5F8D45BE2B55}" type="pres">
      <dgm:prSet presAssocID="{A5E105E0-39D0-4042-B6C2-804F183AA415}" presName="hierChild5" presStyleCnt="0"/>
      <dgm:spPr/>
    </dgm:pt>
    <dgm:pt modelId="{1D4ECF05-8CEF-774B-9F05-47491710205B}" type="pres">
      <dgm:prSet presAssocID="{78D488D7-9601-E74D-9DE7-A7DC71F80FF5}" presName="Name37" presStyleLbl="parChTrans1D3" presStyleIdx="2" presStyleCnt="3"/>
      <dgm:spPr/>
    </dgm:pt>
    <dgm:pt modelId="{0A832297-EA0A-0647-8CD7-012850B43A12}" type="pres">
      <dgm:prSet presAssocID="{D6CDE049-922A-A746-84A4-6B805C7C384E}" presName="hierRoot2" presStyleCnt="0">
        <dgm:presLayoutVars>
          <dgm:hierBranch val="init"/>
        </dgm:presLayoutVars>
      </dgm:prSet>
      <dgm:spPr/>
    </dgm:pt>
    <dgm:pt modelId="{AEFC1411-5BA7-DA4E-A5AE-3E228A4FDC83}" type="pres">
      <dgm:prSet presAssocID="{D6CDE049-922A-A746-84A4-6B805C7C384E}" presName="rootComposite" presStyleCnt="0"/>
      <dgm:spPr/>
    </dgm:pt>
    <dgm:pt modelId="{894B637E-63BD-8449-A454-409EA3C1355D}" type="pres">
      <dgm:prSet presAssocID="{D6CDE049-922A-A746-84A4-6B805C7C384E}" presName="rootText" presStyleLbl="node3" presStyleIdx="2" presStyleCnt="3">
        <dgm:presLayoutVars>
          <dgm:chPref val="3"/>
        </dgm:presLayoutVars>
      </dgm:prSet>
      <dgm:spPr/>
    </dgm:pt>
    <dgm:pt modelId="{4A42BBF5-59CF-E049-A5CA-7327B039DE6C}" type="pres">
      <dgm:prSet presAssocID="{D6CDE049-922A-A746-84A4-6B805C7C384E}" presName="rootConnector" presStyleLbl="node3" presStyleIdx="2" presStyleCnt="3"/>
      <dgm:spPr/>
    </dgm:pt>
    <dgm:pt modelId="{2936F852-7E55-7247-A0E2-4405E95E338B}" type="pres">
      <dgm:prSet presAssocID="{D6CDE049-922A-A746-84A4-6B805C7C384E}" presName="hierChild4" presStyleCnt="0"/>
      <dgm:spPr/>
    </dgm:pt>
    <dgm:pt modelId="{DA6326B7-E3ED-384A-A7DE-8FE50AD564F2}" type="pres">
      <dgm:prSet presAssocID="{D6CDE049-922A-A746-84A4-6B805C7C384E}" presName="hierChild5" presStyleCnt="0"/>
      <dgm:spPr/>
    </dgm:pt>
    <dgm:pt modelId="{43121537-EC00-6745-87D9-1986BAE1DD87}" type="pres">
      <dgm:prSet presAssocID="{E2298AF5-53ED-A541-84B8-5AA6FC6FC0AE}" presName="hierChild5" presStyleCnt="0"/>
      <dgm:spPr/>
    </dgm:pt>
    <dgm:pt modelId="{841D5EEA-67F1-084F-A053-23871D982E8D}" type="pres">
      <dgm:prSet presAssocID="{3BBBFA12-D12A-A849-8F32-21C795BD9677}" presName="hierChild3" presStyleCnt="0"/>
      <dgm:spPr/>
    </dgm:pt>
    <dgm:pt modelId="{EF5972DC-365E-5D46-AD79-2C067C642317}" type="pres">
      <dgm:prSet presAssocID="{EA0E9F87-D24E-BB40-9F33-D109A1E4C3E9}" presName="hierRoot1" presStyleCnt="0">
        <dgm:presLayoutVars>
          <dgm:hierBranch val="init"/>
        </dgm:presLayoutVars>
      </dgm:prSet>
      <dgm:spPr/>
    </dgm:pt>
    <dgm:pt modelId="{9E9C3545-657A-BA44-BDD3-B0B50A11E88C}" type="pres">
      <dgm:prSet presAssocID="{EA0E9F87-D24E-BB40-9F33-D109A1E4C3E9}" presName="rootComposite1" presStyleCnt="0"/>
      <dgm:spPr/>
    </dgm:pt>
    <dgm:pt modelId="{35A70A62-CE1A-DC4C-AB34-85F918BCD9C3}" type="pres">
      <dgm:prSet presAssocID="{EA0E9F87-D24E-BB40-9F33-D109A1E4C3E9}" presName="rootText1" presStyleLbl="node0" presStyleIdx="1" presStyleCnt="2">
        <dgm:presLayoutVars>
          <dgm:chPref val="3"/>
        </dgm:presLayoutVars>
      </dgm:prSet>
      <dgm:spPr/>
    </dgm:pt>
    <dgm:pt modelId="{D6E36FB6-1146-F644-AA49-D1A9337AE8A7}" type="pres">
      <dgm:prSet presAssocID="{EA0E9F87-D24E-BB40-9F33-D109A1E4C3E9}" presName="rootConnector1" presStyleLbl="node1" presStyleIdx="0" presStyleCnt="0"/>
      <dgm:spPr/>
    </dgm:pt>
    <dgm:pt modelId="{FA97E8D0-C6C8-4F40-9DFF-8573198A9CB2}" type="pres">
      <dgm:prSet presAssocID="{EA0E9F87-D24E-BB40-9F33-D109A1E4C3E9}" presName="hierChild2" presStyleCnt="0"/>
      <dgm:spPr/>
    </dgm:pt>
    <dgm:pt modelId="{FEEE5E33-2DC0-2C4A-887E-820FBD91BB4F}" type="pres">
      <dgm:prSet presAssocID="{7F7E3BE9-971B-9D47-93E1-586263D995CC}" presName="Name37" presStyleLbl="parChTrans1D2" presStyleIdx="1" presStyleCnt="6"/>
      <dgm:spPr/>
    </dgm:pt>
    <dgm:pt modelId="{6FDB0AB1-CBCA-6D45-A06C-8AB48CC5BD33}" type="pres">
      <dgm:prSet presAssocID="{DF448D4B-BE50-A044-A100-98470CC3FFD0}" presName="hierRoot2" presStyleCnt="0">
        <dgm:presLayoutVars>
          <dgm:hierBranch val="init"/>
        </dgm:presLayoutVars>
      </dgm:prSet>
      <dgm:spPr/>
    </dgm:pt>
    <dgm:pt modelId="{86AB8F78-8946-2143-AB9B-F0D8D91082D0}" type="pres">
      <dgm:prSet presAssocID="{DF448D4B-BE50-A044-A100-98470CC3FFD0}" presName="rootComposite" presStyleCnt="0"/>
      <dgm:spPr/>
    </dgm:pt>
    <dgm:pt modelId="{172E7171-AC87-9548-AD4A-AC9CFC6F872E}" type="pres">
      <dgm:prSet presAssocID="{DF448D4B-BE50-A044-A100-98470CC3FFD0}" presName="rootText" presStyleLbl="node2" presStyleIdx="1" presStyleCnt="6">
        <dgm:presLayoutVars>
          <dgm:chPref val="3"/>
        </dgm:presLayoutVars>
      </dgm:prSet>
      <dgm:spPr/>
    </dgm:pt>
    <dgm:pt modelId="{7D820131-EC7F-8D4A-8AE3-B7C0662A7C7C}" type="pres">
      <dgm:prSet presAssocID="{DF448D4B-BE50-A044-A100-98470CC3FFD0}" presName="rootConnector" presStyleLbl="node2" presStyleIdx="1" presStyleCnt="6"/>
      <dgm:spPr/>
    </dgm:pt>
    <dgm:pt modelId="{1E96E41A-2245-3C4D-A000-3D10EFA576C4}" type="pres">
      <dgm:prSet presAssocID="{DF448D4B-BE50-A044-A100-98470CC3FFD0}" presName="hierChild4" presStyleCnt="0"/>
      <dgm:spPr/>
    </dgm:pt>
    <dgm:pt modelId="{590B7AB3-EEAF-524B-BF22-DCB546B667F8}" type="pres">
      <dgm:prSet presAssocID="{DF448D4B-BE50-A044-A100-98470CC3FFD0}" presName="hierChild5" presStyleCnt="0"/>
      <dgm:spPr/>
    </dgm:pt>
    <dgm:pt modelId="{85C92856-C6E4-A348-A684-CBB7197FD4E1}" type="pres">
      <dgm:prSet presAssocID="{A7876F84-4ABD-524B-BC9D-6321E0CAD2A6}" presName="Name37" presStyleLbl="parChTrans1D2" presStyleIdx="2" presStyleCnt="6"/>
      <dgm:spPr/>
    </dgm:pt>
    <dgm:pt modelId="{E1E3E782-0D0A-A04A-9A97-062AD8C7F406}" type="pres">
      <dgm:prSet presAssocID="{53BE5260-E464-AA45-93B0-99F8183F6C0C}" presName="hierRoot2" presStyleCnt="0">
        <dgm:presLayoutVars>
          <dgm:hierBranch val="init"/>
        </dgm:presLayoutVars>
      </dgm:prSet>
      <dgm:spPr/>
    </dgm:pt>
    <dgm:pt modelId="{7FFA92B2-C693-4741-BB2A-FCE2E2193823}" type="pres">
      <dgm:prSet presAssocID="{53BE5260-E464-AA45-93B0-99F8183F6C0C}" presName="rootComposite" presStyleCnt="0"/>
      <dgm:spPr/>
    </dgm:pt>
    <dgm:pt modelId="{99819D16-BD54-814C-9381-2BC6927FE974}" type="pres">
      <dgm:prSet presAssocID="{53BE5260-E464-AA45-93B0-99F8183F6C0C}" presName="rootText" presStyleLbl="node2" presStyleIdx="2" presStyleCnt="6">
        <dgm:presLayoutVars>
          <dgm:chPref val="3"/>
        </dgm:presLayoutVars>
      </dgm:prSet>
      <dgm:spPr/>
    </dgm:pt>
    <dgm:pt modelId="{1418824A-5DD6-1A47-AA79-7E4C93E1184A}" type="pres">
      <dgm:prSet presAssocID="{53BE5260-E464-AA45-93B0-99F8183F6C0C}" presName="rootConnector" presStyleLbl="node2" presStyleIdx="2" presStyleCnt="6"/>
      <dgm:spPr/>
    </dgm:pt>
    <dgm:pt modelId="{C8332E5D-5106-D947-B0B5-844041DE76FF}" type="pres">
      <dgm:prSet presAssocID="{53BE5260-E464-AA45-93B0-99F8183F6C0C}" presName="hierChild4" presStyleCnt="0"/>
      <dgm:spPr/>
    </dgm:pt>
    <dgm:pt modelId="{D75DC1AF-6DA9-7243-B2A4-76FD308C2426}" type="pres">
      <dgm:prSet presAssocID="{53BE5260-E464-AA45-93B0-99F8183F6C0C}" presName="hierChild5" presStyleCnt="0"/>
      <dgm:spPr/>
    </dgm:pt>
    <dgm:pt modelId="{327C9AD8-F6E6-B043-9FA8-E5D14FF23718}" type="pres">
      <dgm:prSet presAssocID="{A64461FA-67B5-EC49-ADA6-E816EFDA2BE3}" presName="Name37" presStyleLbl="parChTrans1D2" presStyleIdx="3" presStyleCnt="6"/>
      <dgm:spPr/>
    </dgm:pt>
    <dgm:pt modelId="{EE1524BC-69B0-DC45-8DF9-54AB143CA6C0}" type="pres">
      <dgm:prSet presAssocID="{6D9A1F4E-BEE9-8D4A-BD03-E08DF7D726C3}" presName="hierRoot2" presStyleCnt="0">
        <dgm:presLayoutVars>
          <dgm:hierBranch val="init"/>
        </dgm:presLayoutVars>
      </dgm:prSet>
      <dgm:spPr/>
    </dgm:pt>
    <dgm:pt modelId="{D66E1EE4-437E-9D4A-96EF-24C3CC5DD9F4}" type="pres">
      <dgm:prSet presAssocID="{6D9A1F4E-BEE9-8D4A-BD03-E08DF7D726C3}" presName="rootComposite" presStyleCnt="0"/>
      <dgm:spPr/>
    </dgm:pt>
    <dgm:pt modelId="{794EBA43-6F2B-A946-89EE-B9D75C567A93}" type="pres">
      <dgm:prSet presAssocID="{6D9A1F4E-BEE9-8D4A-BD03-E08DF7D726C3}" presName="rootText" presStyleLbl="node2" presStyleIdx="3" presStyleCnt="6">
        <dgm:presLayoutVars>
          <dgm:chPref val="3"/>
        </dgm:presLayoutVars>
      </dgm:prSet>
      <dgm:spPr/>
    </dgm:pt>
    <dgm:pt modelId="{AEFD3197-5412-EB4B-BE17-C7E07F531B88}" type="pres">
      <dgm:prSet presAssocID="{6D9A1F4E-BEE9-8D4A-BD03-E08DF7D726C3}" presName="rootConnector" presStyleLbl="node2" presStyleIdx="3" presStyleCnt="6"/>
      <dgm:spPr/>
    </dgm:pt>
    <dgm:pt modelId="{E01E8E7B-245A-A04D-9E38-E4C0BFCFC44D}" type="pres">
      <dgm:prSet presAssocID="{6D9A1F4E-BEE9-8D4A-BD03-E08DF7D726C3}" presName="hierChild4" presStyleCnt="0"/>
      <dgm:spPr/>
    </dgm:pt>
    <dgm:pt modelId="{2CBA3740-C92C-D141-ADBA-EBE3C72A2C10}" type="pres">
      <dgm:prSet presAssocID="{6D9A1F4E-BEE9-8D4A-BD03-E08DF7D726C3}" presName="hierChild5" presStyleCnt="0"/>
      <dgm:spPr/>
    </dgm:pt>
    <dgm:pt modelId="{1B19C56F-EEB3-CB4C-8E7E-3F3132546B9D}" type="pres">
      <dgm:prSet presAssocID="{5F8AD80E-843E-AE47-ACCD-5D4DF874FA96}" presName="Name37" presStyleLbl="parChTrans1D2" presStyleIdx="4" presStyleCnt="6"/>
      <dgm:spPr/>
    </dgm:pt>
    <dgm:pt modelId="{7CE89ABF-E50F-384F-BF2E-AD78A6690C90}" type="pres">
      <dgm:prSet presAssocID="{37694B0C-F7AD-4F41-BE64-CD21016067F9}" presName="hierRoot2" presStyleCnt="0">
        <dgm:presLayoutVars>
          <dgm:hierBranch val="init"/>
        </dgm:presLayoutVars>
      </dgm:prSet>
      <dgm:spPr/>
    </dgm:pt>
    <dgm:pt modelId="{F1CF13F0-367D-E547-8C47-D5A655728621}" type="pres">
      <dgm:prSet presAssocID="{37694B0C-F7AD-4F41-BE64-CD21016067F9}" presName="rootComposite" presStyleCnt="0"/>
      <dgm:spPr/>
    </dgm:pt>
    <dgm:pt modelId="{097222F0-BC8F-D74B-BA22-6692FBDACEC6}" type="pres">
      <dgm:prSet presAssocID="{37694B0C-F7AD-4F41-BE64-CD21016067F9}" presName="rootText" presStyleLbl="node2" presStyleIdx="4" presStyleCnt="6" custLinFactNeighborX="2868" custLinFactNeighborY="1912">
        <dgm:presLayoutVars>
          <dgm:chPref val="3"/>
        </dgm:presLayoutVars>
      </dgm:prSet>
      <dgm:spPr/>
    </dgm:pt>
    <dgm:pt modelId="{9B056D5E-A68D-B546-8EF9-366607135BB4}" type="pres">
      <dgm:prSet presAssocID="{37694B0C-F7AD-4F41-BE64-CD21016067F9}" presName="rootConnector" presStyleLbl="node2" presStyleIdx="4" presStyleCnt="6"/>
      <dgm:spPr/>
    </dgm:pt>
    <dgm:pt modelId="{404B0546-E362-8545-ABAB-B438ED61AFCC}" type="pres">
      <dgm:prSet presAssocID="{37694B0C-F7AD-4F41-BE64-CD21016067F9}" presName="hierChild4" presStyleCnt="0"/>
      <dgm:spPr/>
    </dgm:pt>
    <dgm:pt modelId="{50E227DE-D3F9-0C4C-B221-DA7DA279CF94}" type="pres">
      <dgm:prSet presAssocID="{37694B0C-F7AD-4F41-BE64-CD21016067F9}" presName="hierChild5" presStyleCnt="0"/>
      <dgm:spPr/>
    </dgm:pt>
    <dgm:pt modelId="{71023CA0-2BDA-0244-90C5-E2543124BE65}" type="pres">
      <dgm:prSet presAssocID="{1B1D4064-E84A-C641-8A4D-9AC88DC9EDFD}" presName="Name37" presStyleLbl="parChTrans1D2" presStyleIdx="5" presStyleCnt="6"/>
      <dgm:spPr/>
    </dgm:pt>
    <dgm:pt modelId="{2F6E0AB8-C3EC-8445-B2EB-0DFF74B098C1}" type="pres">
      <dgm:prSet presAssocID="{FD498606-2BD7-3B45-AD46-7294D463F82C}" presName="hierRoot2" presStyleCnt="0">
        <dgm:presLayoutVars>
          <dgm:hierBranch val="init"/>
        </dgm:presLayoutVars>
      </dgm:prSet>
      <dgm:spPr/>
    </dgm:pt>
    <dgm:pt modelId="{1D2D1F89-CE2B-CE4F-B882-7BEEB77FA0DD}" type="pres">
      <dgm:prSet presAssocID="{FD498606-2BD7-3B45-AD46-7294D463F82C}" presName="rootComposite" presStyleCnt="0"/>
      <dgm:spPr/>
    </dgm:pt>
    <dgm:pt modelId="{6D162A1B-09F5-D643-910A-0854170B8176}" type="pres">
      <dgm:prSet presAssocID="{FD498606-2BD7-3B45-AD46-7294D463F82C}" presName="rootText" presStyleLbl="node2" presStyleIdx="5" presStyleCnt="6">
        <dgm:presLayoutVars>
          <dgm:chPref val="3"/>
        </dgm:presLayoutVars>
      </dgm:prSet>
      <dgm:spPr>
        <a:xfrm>
          <a:off x="6973248" y="1603242"/>
          <a:ext cx="1152177" cy="576088"/>
        </a:xfrm>
        <a:prstGeom prst="rect">
          <a:avLst/>
        </a:prstGeom>
      </dgm:spPr>
    </dgm:pt>
    <dgm:pt modelId="{59D51054-1970-7444-A3D4-83EF27E44388}" type="pres">
      <dgm:prSet presAssocID="{FD498606-2BD7-3B45-AD46-7294D463F82C}" presName="rootConnector" presStyleLbl="node2" presStyleIdx="5" presStyleCnt="6"/>
      <dgm:spPr/>
    </dgm:pt>
    <dgm:pt modelId="{F385FE90-875E-1A41-A2AD-93B1BD0F921C}" type="pres">
      <dgm:prSet presAssocID="{FD498606-2BD7-3B45-AD46-7294D463F82C}" presName="hierChild4" presStyleCnt="0"/>
      <dgm:spPr/>
    </dgm:pt>
    <dgm:pt modelId="{6732FAE5-900F-5B48-8EA7-BA51163C3BDC}" type="pres">
      <dgm:prSet presAssocID="{FD498606-2BD7-3B45-AD46-7294D463F82C}" presName="hierChild5" presStyleCnt="0"/>
      <dgm:spPr/>
    </dgm:pt>
    <dgm:pt modelId="{4FDC9D29-4E74-2743-8B59-FBE1F3433157}" type="pres">
      <dgm:prSet presAssocID="{EA0E9F87-D24E-BB40-9F33-D109A1E4C3E9}" presName="hierChild3" presStyleCnt="0"/>
      <dgm:spPr/>
    </dgm:pt>
  </dgm:ptLst>
  <dgm:cxnLst>
    <dgm:cxn modelId="{95761F10-A517-394B-900F-3DFFAE57C901}" type="presOf" srcId="{DF448D4B-BE50-A044-A100-98470CC3FFD0}" destId="{172E7171-AC87-9548-AD4A-AC9CFC6F872E}" srcOrd="0" destOrd="0" presId="urn:microsoft.com/office/officeart/2005/8/layout/orgChart1"/>
    <dgm:cxn modelId="{BDBA1021-BD2F-1B46-8EE2-67A6BAE740B0}" type="presOf" srcId="{37694B0C-F7AD-4F41-BE64-CD21016067F9}" destId="{9B056D5E-A68D-B546-8EF9-366607135BB4}" srcOrd="1" destOrd="0" presId="urn:microsoft.com/office/officeart/2005/8/layout/orgChart1"/>
    <dgm:cxn modelId="{3DB64C22-7014-3F48-8905-F8D7E1CD63FF}" type="presOf" srcId="{A5E105E0-39D0-4042-B6C2-804F183AA415}" destId="{C746CB85-F8EC-5E48-89C2-208FBD7DDC47}" srcOrd="1" destOrd="0" presId="urn:microsoft.com/office/officeart/2005/8/layout/orgChart1"/>
    <dgm:cxn modelId="{5947E424-5667-0040-924F-05DD52B343BA}" type="presOf" srcId="{3BBBFA12-D12A-A849-8F32-21C795BD9677}" destId="{FAE09C74-57D6-B64E-9CF2-C4983B3CC1F4}" srcOrd="0" destOrd="0" presId="urn:microsoft.com/office/officeart/2005/8/layout/orgChart1"/>
    <dgm:cxn modelId="{D54BED2C-6088-3743-A3A7-9E316C5D48F1}" type="presOf" srcId="{D6CDE049-922A-A746-84A4-6B805C7C384E}" destId="{894B637E-63BD-8449-A454-409EA3C1355D}" srcOrd="0" destOrd="0" presId="urn:microsoft.com/office/officeart/2005/8/layout/orgChart1"/>
    <dgm:cxn modelId="{D9278338-37D0-EB49-B1C2-CBB0D29AE0F9}" srcId="{19078D0B-EB64-2D4C-8E19-B88B9EA182A9}" destId="{3BBBFA12-D12A-A849-8F32-21C795BD9677}" srcOrd="0" destOrd="0" parTransId="{297E7D2A-4099-9A42-8188-6EAF8626267A}" sibTransId="{99ED5F35-8DC3-F147-B18E-02982A8142B2}"/>
    <dgm:cxn modelId="{97BB9339-54E7-6D40-89CB-8B54396B0FF1}" type="presOf" srcId="{DF448D4B-BE50-A044-A100-98470CC3FFD0}" destId="{7D820131-EC7F-8D4A-8AE3-B7C0662A7C7C}" srcOrd="1" destOrd="0" presId="urn:microsoft.com/office/officeart/2005/8/layout/orgChart1"/>
    <dgm:cxn modelId="{CFAAA33F-2CAA-6B40-9E86-46DA9E9DFDDE}" srcId="{3BBBFA12-D12A-A849-8F32-21C795BD9677}" destId="{E2298AF5-53ED-A541-84B8-5AA6FC6FC0AE}" srcOrd="0" destOrd="0" parTransId="{F5A117A7-C2D7-1740-868E-9C1D691C486F}" sibTransId="{385F89B0-F152-B14F-A2C0-5155C86E3670}"/>
    <dgm:cxn modelId="{2EFE1346-9958-D649-8391-9A9A44D6FFD4}" srcId="{EA0E9F87-D24E-BB40-9F33-D109A1E4C3E9}" destId="{DF448D4B-BE50-A044-A100-98470CC3FFD0}" srcOrd="0" destOrd="0" parTransId="{7F7E3BE9-971B-9D47-93E1-586263D995CC}" sibTransId="{8830BD5C-4F36-9541-AB7A-81BF6D8CD7F0}"/>
    <dgm:cxn modelId="{78F0CE49-4895-FF43-87FF-C7E703F3375A}" srcId="{EA0E9F87-D24E-BB40-9F33-D109A1E4C3E9}" destId="{53BE5260-E464-AA45-93B0-99F8183F6C0C}" srcOrd="1" destOrd="0" parTransId="{A7876F84-4ABD-524B-BC9D-6321E0CAD2A6}" sibTransId="{B5426969-94CD-5345-8E4B-1C78A11440B2}"/>
    <dgm:cxn modelId="{7321EF4A-795C-2E48-A584-108F132701EC}" srcId="{E2298AF5-53ED-A541-84B8-5AA6FC6FC0AE}" destId="{B228E980-04D5-3848-BC52-4B7B650132C4}" srcOrd="0" destOrd="0" parTransId="{C56FC11D-D3C7-9341-B37C-2F665FC57DDB}" sibTransId="{5BF91707-6930-F440-896B-75646DC5F956}"/>
    <dgm:cxn modelId="{F3F2E355-AB1C-2942-95E5-108898D65934}" type="presOf" srcId="{19078D0B-EB64-2D4C-8E19-B88B9EA182A9}" destId="{32EBDDF0-BE85-1E4D-B81A-18408CC66615}" srcOrd="0" destOrd="0" presId="urn:microsoft.com/office/officeart/2005/8/layout/orgChart1"/>
    <dgm:cxn modelId="{67B26058-4B89-B345-9E71-6B2E599C0B0F}" type="presOf" srcId="{78D488D7-9601-E74D-9DE7-A7DC71F80FF5}" destId="{1D4ECF05-8CEF-774B-9F05-47491710205B}" srcOrd="0" destOrd="0" presId="urn:microsoft.com/office/officeart/2005/8/layout/orgChart1"/>
    <dgm:cxn modelId="{1728A359-40E3-0D4D-A7AF-440CF200C0E5}" type="presOf" srcId="{E2298AF5-53ED-A541-84B8-5AA6FC6FC0AE}" destId="{9AB7851C-6B05-CE40-880B-550602B35593}" srcOrd="0" destOrd="0" presId="urn:microsoft.com/office/officeart/2005/8/layout/orgChart1"/>
    <dgm:cxn modelId="{777CD25D-9D65-B04D-A82A-43FA07860F2D}" type="presOf" srcId="{6D9A1F4E-BEE9-8D4A-BD03-E08DF7D726C3}" destId="{AEFD3197-5412-EB4B-BE17-C7E07F531B88}" srcOrd="1" destOrd="0" presId="urn:microsoft.com/office/officeart/2005/8/layout/orgChart1"/>
    <dgm:cxn modelId="{FB719261-D3E0-194A-B6A5-E110C94768AE}" type="presOf" srcId="{53BE5260-E464-AA45-93B0-99F8183F6C0C}" destId="{1418824A-5DD6-1A47-AA79-7E4C93E1184A}" srcOrd="1" destOrd="0" presId="urn:microsoft.com/office/officeart/2005/8/layout/orgChart1"/>
    <dgm:cxn modelId="{1F754F66-2BB4-C14C-895D-816C2D598A22}" srcId="{EA0E9F87-D24E-BB40-9F33-D109A1E4C3E9}" destId="{FD498606-2BD7-3B45-AD46-7294D463F82C}" srcOrd="4" destOrd="0" parTransId="{1B1D4064-E84A-C641-8A4D-9AC88DC9EDFD}" sibTransId="{DBA22D95-563F-B641-9BE5-33EB6C770AD4}"/>
    <dgm:cxn modelId="{D8A3E868-1EB0-4C4D-9EA8-171EA7AFAF05}" type="presOf" srcId="{D7F89006-D06B-1940-B4EA-0D75801D4A71}" destId="{FA91B370-871D-2545-A5B6-3EBA3B393484}" srcOrd="0" destOrd="0" presId="urn:microsoft.com/office/officeart/2005/8/layout/orgChart1"/>
    <dgm:cxn modelId="{4A88F36A-C498-2A47-A397-A1EE9A62B2DF}" type="presOf" srcId="{37694B0C-F7AD-4F41-BE64-CD21016067F9}" destId="{097222F0-BC8F-D74B-BA22-6692FBDACEC6}" srcOrd="0" destOrd="0" presId="urn:microsoft.com/office/officeart/2005/8/layout/orgChart1"/>
    <dgm:cxn modelId="{07C97E6C-C96D-2E4B-A5E5-549D689C49AE}" type="presOf" srcId="{E2298AF5-53ED-A541-84B8-5AA6FC6FC0AE}" destId="{B058380A-D519-BD4A-A72C-67EC9070E257}" srcOrd="1" destOrd="0" presId="urn:microsoft.com/office/officeart/2005/8/layout/orgChart1"/>
    <dgm:cxn modelId="{1990F279-85DE-754B-8A77-192437C531FC}" type="presOf" srcId="{1B1D4064-E84A-C641-8A4D-9AC88DC9EDFD}" destId="{71023CA0-2BDA-0244-90C5-E2543124BE65}" srcOrd="0" destOrd="0" presId="urn:microsoft.com/office/officeart/2005/8/layout/orgChart1"/>
    <dgm:cxn modelId="{A1F49780-4221-434B-B719-62A9B67AF5D6}" type="presOf" srcId="{6D9A1F4E-BEE9-8D4A-BD03-E08DF7D726C3}" destId="{794EBA43-6F2B-A946-89EE-B9D75C567A93}" srcOrd="0" destOrd="0" presId="urn:microsoft.com/office/officeart/2005/8/layout/orgChart1"/>
    <dgm:cxn modelId="{6B6BCB83-58C9-384F-86E5-58755B22C786}" type="presOf" srcId="{7F7E3BE9-971B-9D47-93E1-586263D995CC}" destId="{FEEE5E33-2DC0-2C4A-887E-820FBD91BB4F}" srcOrd="0" destOrd="0" presId="urn:microsoft.com/office/officeart/2005/8/layout/orgChart1"/>
    <dgm:cxn modelId="{6E040285-A567-294B-9A3E-798B056FDBCD}" srcId="{EA0E9F87-D24E-BB40-9F33-D109A1E4C3E9}" destId="{6D9A1F4E-BEE9-8D4A-BD03-E08DF7D726C3}" srcOrd="2" destOrd="0" parTransId="{A64461FA-67B5-EC49-ADA6-E816EFDA2BE3}" sibTransId="{51B5770D-A125-674F-89F1-C664021C970C}"/>
    <dgm:cxn modelId="{5D45078F-7687-824A-BB41-8E2BFCAFC243}" type="presOf" srcId="{C56FC11D-D3C7-9341-B37C-2F665FC57DDB}" destId="{49C4A877-BA81-7F42-8E5F-C9A097F6EBB7}" srcOrd="0" destOrd="0" presId="urn:microsoft.com/office/officeart/2005/8/layout/orgChart1"/>
    <dgm:cxn modelId="{110B64A4-D12D-6B48-9E77-74ECD155427A}" srcId="{E2298AF5-53ED-A541-84B8-5AA6FC6FC0AE}" destId="{D6CDE049-922A-A746-84A4-6B805C7C384E}" srcOrd="2" destOrd="0" parTransId="{78D488D7-9601-E74D-9DE7-A7DC71F80FF5}" sibTransId="{82E3E0D7-3F92-9D44-B57B-5847BC222F3E}"/>
    <dgm:cxn modelId="{6687FBAA-E31F-504D-B321-14E54D651FAE}" type="presOf" srcId="{F5A117A7-C2D7-1740-868E-9C1D691C486F}" destId="{C82E18F8-4F0E-B54F-A48E-2C18063A8B68}" srcOrd="0" destOrd="0" presId="urn:microsoft.com/office/officeart/2005/8/layout/orgChart1"/>
    <dgm:cxn modelId="{55B83DAB-982E-9B47-ABBB-48B392FB9C7C}" srcId="{E2298AF5-53ED-A541-84B8-5AA6FC6FC0AE}" destId="{A5E105E0-39D0-4042-B6C2-804F183AA415}" srcOrd="1" destOrd="0" parTransId="{D7F89006-D06B-1940-B4EA-0D75801D4A71}" sibTransId="{A9B03829-011B-534A-9FA9-8AD0F85709F0}"/>
    <dgm:cxn modelId="{EE4C57AF-93FF-CA4F-8BCF-9493CE6278DB}" type="presOf" srcId="{FD498606-2BD7-3B45-AD46-7294D463F82C}" destId="{6D162A1B-09F5-D643-910A-0854170B8176}" srcOrd="0" destOrd="0" presId="urn:microsoft.com/office/officeart/2005/8/layout/orgChart1"/>
    <dgm:cxn modelId="{47ABEBB3-1E97-E340-96A5-D8FEF4FD9A9F}" type="presOf" srcId="{A7876F84-4ABD-524B-BC9D-6321E0CAD2A6}" destId="{85C92856-C6E4-A348-A684-CBB7197FD4E1}" srcOrd="0" destOrd="0" presId="urn:microsoft.com/office/officeart/2005/8/layout/orgChart1"/>
    <dgm:cxn modelId="{3A383AB9-4DAD-3F4B-9A71-44E49FBBB11B}" type="presOf" srcId="{A64461FA-67B5-EC49-ADA6-E816EFDA2BE3}" destId="{327C9AD8-F6E6-B043-9FA8-E5D14FF23718}" srcOrd="0" destOrd="0" presId="urn:microsoft.com/office/officeart/2005/8/layout/orgChart1"/>
    <dgm:cxn modelId="{17B884BD-B3AE-B448-9C19-3B2DEB7EFFB7}" type="presOf" srcId="{EA0E9F87-D24E-BB40-9F33-D109A1E4C3E9}" destId="{35A70A62-CE1A-DC4C-AB34-85F918BCD9C3}" srcOrd="0" destOrd="0" presId="urn:microsoft.com/office/officeart/2005/8/layout/orgChart1"/>
    <dgm:cxn modelId="{7F9F35BF-D759-DC4D-834B-7B3E18C77A7A}" type="presOf" srcId="{3BBBFA12-D12A-A849-8F32-21C795BD9677}" destId="{CFD40DD0-9AF9-574C-9CCF-F7B56831B424}" srcOrd="1" destOrd="0" presId="urn:microsoft.com/office/officeart/2005/8/layout/orgChart1"/>
    <dgm:cxn modelId="{45ED51C8-7E78-9E41-9324-C8005D845814}" type="presOf" srcId="{D6CDE049-922A-A746-84A4-6B805C7C384E}" destId="{4A42BBF5-59CF-E049-A5CA-7327B039DE6C}" srcOrd="1" destOrd="0" presId="urn:microsoft.com/office/officeart/2005/8/layout/orgChart1"/>
    <dgm:cxn modelId="{8EE808C9-12A7-DE45-A0ED-A4219CC04585}" type="presOf" srcId="{A5E105E0-39D0-4042-B6C2-804F183AA415}" destId="{11703AE9-603F-CC4D-8174-6954D67934A2}" srcOrd="0" destOrd="0" presId="urn:microsoft.com/office/officeart/2005/8/layout/orgChart1"/>
    <dgm:cxn modelId="{D41718CC-2723-0843-AA24-19851E4326A6}" type="presOf" srcId="{B228E980-04D5-3848-BC52-4B7B650132C4}" destId="{2B2DAD48-2124-0349-B91D-5400BED781DC}" srcOrd="1" destOrd="0" presId="urn:microsoft.com/office/officeart/2005/8/layout/orgChart1"/>
    <dgm:cxn modelId="{60DC4ACE-F67F-5545-8871-0136E8EBC9F2}" type="presOf" srcId="{B228E980-04D5-3848-BC52-4B7B650132C4}" destId="{259F42DE-F2D0-7449-9682-B1BDA87E3B9D}" srcOrd="0" destOrd="0" presId="urn:microsoft.com/office/officeart/2005/8/layout/orgChart1"/>
    <dgm:cxn modelId="{E35245D5-B13B-A940-9465-0EA0A8F7B36F}" srcId="{19078D0B-EB64-2D4C-8E19-B88B9EA182A9}" destId="{EA0E9F87-D24E-BB40-9F33-D109A1E4C3E9}" srcOrd="1" destOrd="0" parTransId="{6D09031D-AA49-6E40-B47B-100DBE8A0232}" sibTransId="{37F39BCE-12F0-1F4F-B19E-6306C13AD81B}"/>
    <dgm:cxn modelId="{E0C520DB-18FD-314E-BB51-C6ED62C83DF0}" type="presOf" srcId="{5F8AD80E-843E-AE47-ACCD-5D4DF874FA96}" destId="{1B19C56F-EEB3-CB4C-8E7E-3F3132546B9D}" srcOrd="0" destOrd="0" presId="urn:microsoft.com/office/officeart/2005/8/layout/orgChart1"/>
    <dgm:cxn modelId="{6E4069E4-7EF5-2441-9AB3-19EA1403F25D}" type="presOf" srcId="{FD498606-2BD7-3B45-AD46-7294D463F82C}" destId="{59D51054-1970-7444-A3D4-83EF27E44388}" srcOrd="1" destOrd="0" presId="urn:microsoft.com/office/officeart/2005/8/layout/orgChart1"/>
    <dgm:cxn modelId="{FBD5CFF4-D4F9-F945-B837-5B6FC7A369FF}" type="presOf" srcId="{53BE5260-E464-AA45-93B0-99F8183F6C0C}" destId="{99819D16-BD54-814C-9381-2BC6927FE974}" srcOrd="0" destOrd="0" presId="urn:microsoft.com/office/officeart/2005/8/layout/orgChart1"/>
    <dgm:cxn modelId="{9CA053FA-64BF-3343-BE2C-FF9B88221A10}" type="presOf" srcId="{EA0E9F87-D24E-BB40-9F33-D109A1E4C3E9}" destId="{D6E36FB6-1146-F644-AA49-D1A9337AE8A7}" srcOrd="1" destOrd="0" presId="urn:microsoft.com/office/officeart/2005/8/layout/orgChart1"/>
    <dgm:cxn modelId="{5A3DCBFD-5E72-C649-BFF9-758745F123C2}" srcId="{EA0E9F87-D24E-BB40-9F33-D109A1E4C3E9}" destId="{37694B0C-F7AD-4F41-BE64-CD21016067F9}" srcOrd="3" destOrd="0" parTransId="{5F8AD80E-843E-AE47-ACCD-5D4DF874FA96}" sibTransId="{145A39E3-7609-A54E-B85F-7211A9DA7B08}"/>
    <dgm:cxn modelId="{F45FDA84-8BB9-B74F-B243-EA359617F4AC}" type="presParOf" srcId="{32EBDDF0-BE85-1E4D-B81A-18408CC66615}" destId="{44D8AF97-542F-134F-91BB-30FD554431CA}" srcOrd="0" destOrd="0" presId="urn:microsoft.com/office/officeart/2005/8/layout/orgChart1"/>
    <dgm:cxn modelId="{4B1F74A7-7573-0F4D-BAB1-1E38E2BAD546}" type="presParOf" srcId="{44D8AF97-542F-134F-91BB-30FD554431CA}" destId="{70196ECA-0BF8-294C-94DE-B241B7DE8E81}" srcOrd="0" destOrd="0" presId="urn:microsoft.com/office/officeart/2005/8/layout/orgChart1"/>
    <dgm:cxn modelId="{98B34C69-CE13-1444-97B6-79BFA73F99CE}" type="presParOf" srcId="{70196ECA-0BF8-294C-94DE-B241B7DE8E81}" destId="{FAE09C74-57D6-B64E-9CF2-C4983B3CC1F4}" srcOrd="0" destOrd="0" presId="urn:microsoft.com/office/officeart/2005/8/layout/orgChart1"/>
    <dgm:cxn modelId="{2172797C-AAA2-3E41-8D2E-BA2487A2F353}" type="presParOf" srcId="{70196ECA-0BF8-294C-94DE-B241B7DE8E81}" destId="{CFD40DD0-9AF9-574C-9CCF-F7B56831B424}" srcOrd="1" destOrd="0" presId="urn:microsoft.com/office/officeart/2005/8/layout/orgChart1"/>
    <dgm:cxn modelId="{944716C2-101B-B347-A3AB-12BED4035680}" type="presParOf" srcId="{44D8AF97-542F-134F-91BB-30FD554431CA}" destId="{0879F610-F6A6-E84F-877A-BD93E36A2D26}" srcOrd="1" destOrd="0" presId="urn:microsoft.com/office/officeart/2005/8/layout/orgChart1"/>
    <dgm:cxn modelId="{78479847-1BC3-3744-BC88-0C465DF13543}" type="presParOf" srcId="{0879F610-F6A6-E84F-877A-BD93E36A2D26}" destId="{C82E18F8-4F0E-B54F-A48E-2C18063A8B68}" srcOrd="0" destOrd="0" presId="urn:microsoft.com/office/officeart/2005/8/layout/orgChart1"/>
    <dgm:cxn modelId="{D8F71D60-8C42-E84F-A421-4BFB3FEC0DEC}" type="presParOf" srcId="{0879F610-F6A6-E84F-877A-BD93E36A2D26}" destId="{EE69402D-9B4F-4C45-A1C2-C543F1F97D34}" srcOrd="1" destOrd="0" presId="urn:microsoft.com/office/officeart/2005/8/layout/orgChart1"/>
    <dgm:cxn modelId="{940ECADB-E52D-9E44-8438-1C983694E482}" type="presParOf" srcId="{EE69402D-9B4F-4C45-A1C2-C543F1F97D34}" destId="{6DBEC56B-32C6-FD47-916E-B78F807A3010}" srcOrd="0" destOrd="0" presId="urn:microsoft.com/office/officeart/2005/8/layout/orgChart1"/>
    <dgm:cxn modelId="{DDCC0A40-F2E9-1145-9893-700E547E8317}" type="presParOf" srcId="{6DBEC56B-32C6-FD47-916E-B78F807A3010}" destId="{9AB7851C-6B05-CE40-880B-550602B35593}" srcOrd="0" destOrd="0" presId="urn:microsoft.com/office/officeart/2005/8/layout/orgChart1"/>
    <dgm:cxn modelId="{4137B357-0728-5349-B7BE-8A5B6EA611BA}" type="presParOf" srcId="{6DBEC56B-32C6-FD47-916E-B78F807A3010}" destId="{B058380A-D519-BD4A-A72C-67EC9070E257}" srcOrd="1" destOrd="0" presId="urn:microsoft.com/office/officeart/2005/8/layout/orgChart1"/>
    <dgm:cxn modelId="{80E912AC-3258-3A4A-9916-DE1A241CDE59}" type="presParOf" srcId="{EE69402D-9B4F-4C45-A1C2-C543F1F97D34}" destId="{65AD3F91-D36A-5145-9708-70029A31783A}" srcOrd="1" destOrd="0" presId="urn:microsoft.com/office/officeart/2005/8/layout/orgChart1"/>
    <dgm:cxn modelId="{9C2C443D-C94F-A04B-807B-74CE28646A24}" type="presParOf" srcId="{65AD3F91-D36A-5145-9708-70029A31783A}" destId="{49C4A877-BA81-7F42-8E5F-C9A097F6EBB7}" srcOrd="0" destOrd="0" presId="urn:microsoft.com/office/officeart/2005/8/layout/orgChart1"/>
    <dgm:cxn modelId="{70CF0B73-40AA-664B-90A8-9C0EC6AA5439}" type="presParOf" srcId="{65AD3F91-D36A-5145-9708-70029A31783A}" destId="{C7790E65-03B0-D844-8460-6E0612D579A9}" srcOrd="1" destOrd="0" presId="urn:microsoft.com/office/officeart/2005/8/layout/orgChart1"/>
    <dgm:cxn modelId="{5F4C880A-94E3-964C-B0D4-B123EA3033B7}" type="presParOf" srcId="{C7790E65-03B0-D844-8460-6E0612D579A9}" destId="{F24F6193-1C73-EB4F-82D1-420AAD598325}" srcOrd="0" destOrd="0" presId="urn:microsoft.com/office/officeart/2005/8/layout/orgChart1"/>
    <dgm:cxn modelId="{5BEA46BF-88E7-1F4F-9262-08886EF1AD7D}" type="presParOf" srcId="{F24F6193-1C73-EB4F-82D1-420AAD598325}" destId="{259F42DE-F2D0-7449-9682-B1BDA87E3B9D}" srcOrd="0" destOrd="0" presId="urn:microsoft.com/office/officeart/2005/8/layout/orgChart1"/>
    <dgm:cxn modelId="{0C54D4B9-B3BB-B74A-A66C-E38F963A08CC}" type="presParOf" srcId="{F24F6193-1C73-EB4F-82D1-420AAD598325}" destId="{2B2DAD48-2124-0349-B91D-5400BED781DC}" srcOrd="1" destOrd="0" presId="urn:microsoft.com/office/officeart/2005/8/layout/orgChart1"/>
    <dgm:cxn modelId="{DB3DE212-F216-F641-8C42-52EB6D992F5D}" type="presParOf" srcId="{C7790E65-03B0-D844-8460-6E0612D579A9}" destId="{11300ABC-23AC-3845-B6F7-C40441849ED0}" srcOrd="1" destOrd="0" presId="urn:microsoft.com/office/officeart/2005/8/layout/orgChart1"/>
    <dgm:cxn modelId="{4DB00C1B-4334-DA4A-8953-E4914CD29187}" type="presParOf" srcId="{C7790E65-03B0-D844-8460-6E0612D579A9}" destId="{96542C4E-35D6-0C41-8E06-E85A4E27A210}" srcOrd="2" destOrd="0" presId="urn:microsoft.com/office/officeart/2005/8/layout/orgChart1"/>
    <dgm:cxn modelId="{C62701D1-BCC4-0C44-A93A-DDB008E614F3}" type="presParOf" srcId="{65AD3F91-D36A-5145-9708-70029A31783A}" destId="{FA91B370-871D-2545-A5B6-3EBA3B393484}" srcOrd="2" destOrd="0" presId="urn:microsoft.com/office/officeart/2005/8/layout/orgChart1"/>
    <dgm:cxn modelId="{FF160828-2862-8E4A-B6B0-7FF83E04C22A}" type="presParOf" srcId="{65AD3F91-D36A-5145-9708-70029A31783A}" destId="{699FB1F7-CAC5-9D45-970B-6D4FE29B1DDC}" srcOrd="3" destOrd="0" presId="urn:microsoft.com/office/officeart/2005/8/layout/orgChart1"/>
    <dgm:cxn modelId="{2E3D70AE-74F1-E244-8263-584BCACA077C}" type="presParOf" srcId="{699FB1F7-CAC5-9D45-970B-6D4FE29B1DDC}" destId="{92C35683-B315-5247-8860-8B11872DDDDE}" srcOrd="0" destOrd="0" presId="urn:microsoft.com/office/officeart/2005/8/layout/orgChart1"/>
    <dgm:cxn modelId="{249A4BB3-7A06-1149-AFED-4F52B15DE93C}" type="presParOf" srcId="{92C35683-B315-5247-8860-8B11872DDDDE}" destId="{11703AE9-603F-CC4D-8174-6954D67934A2}" srcOrd="0" destOrd="0" presId="urn:microsoft.com/office/officeart/2005/8/layout/orgChart1"/>
    <dgm:cxn modelId="{B0591905-77F7-B84E-A182-20C07B9C602A}" type="presParOf" srcId="{92C35683-B315-5247-8860-8B11872DDDDE}" destId="{C746CB85-F8EC-5E48-89C2-208FBD7DDC47}" srcOrd="1" destOrd="0" presId="urn:microsoft.com/office/officeart/2005/8/layout/orgChart1"/>
    <dgm:cxn modelId="{AD54D474-B963-1645-9500-ED83606ADF54}" type="presParOf" srcId="{699FB1F7-CAC5-9D45-970B-6D4FE29B1DDC}" destId="{A6A609A5-528C-A847-8960-4E5853C5C628}" srcOrd="1" destOrd="0" presId="urn:microsoft.com/office/officeart/2005/8/layout/orgChart1"/>
    <dgm:cxn modelId="{55A2B05C-15BA-6348-AD4D-80421F2CDBA1}" type="presParOf" srcId="{699FB1F7-CAC5-9D45-970B-6D4FE29B1DDC}" destId="{07B6D562-28FD-8C42-BBBC-5F8D45BE2B55}" srcOrd="2" destOrd="0" presId="urn:microsoft.com/office/officeart/2005/8/layout/orgChart1"/>
    <dgm:cxn modelId="{AA7EC1F9-E200-3847-BBAD-B290489F8D24}" type="presParOf" srcId="{65AD3F91-D36A-5145-9708-70029A31783A}" destId="{1D4ECF05-8CEF-774B-9F05-47491710205B}" srcOrd="4" destOrd="0" presId="urn:microsoft.com/office/officeart/2005/8/layout/orgChart1"/>
    <dgm:cxn modelId="{B95E888C-F7D2-384D-ABC3-65FE6903FE14}" type="presParOf" srcId="{65AD3F91-D36A-5145-9708-70029A31783A}" destId="{0A832297-EA0A-0647-8CD7-012850B43A12}" srcOrd="5" destOrd="0" presId="urn:microsoft.com/office/officeart/2005/8/layout/orgChart1"/>
    <dgm:cxn modelId="{8E39227E-5171-9C48-A7A3-C2DED6B8752C}" type="presParOf" srcId="{0A832297-EA0A-0647-8CD7-012850B43A12}" destId="{AEFC1411-5BA7-DA4E-A5AE-3E228A4FDC83}" srcOrd="0" destOrd="0" presId="urn:microsoft.com/office/officeart/2005/8/layout/orgChart1"/>
    <dgm:cxn modelId="{8BA6E647-DFBD-0C4D-A457-0FC35AD1F8E5}" type="presParOf" srcId="{AEFC1411-5BA7-DA4E-A5AE-3E228A4FDC83}" destId="{894B637E-63BD-8449-A454-409EA3C1355D}" srcOrd="0" destOrd="0" presId="urn:microsoft.com/office/officeart/2005/8/layout/orgChart1"/>
    <dgm:cxn modelId="{A0288E8E-953C-1749-96E5-31BA1F832992}" type="presParOf" srcId="{AEFC1411-5BA7-DA4E-A5AE-3E228A4FDC83}" destId="{4A42BBF5-59CF-E049-A5CA-7327B039DE6C}" srcOrd="1" destOrd="0" presId="urn:microsoft.com/office/officeart/2005/8/layout/orgChart1"/>
    <dgm:cxn modelId="{B3E57F02-5C22-B84B-9E7C-94B574E163EB}" type="presParOf" srcId="{0A832297-EA0A-0647-8CD7-012850B43A12}" destId="{2936F852-7E55-7247-A0E2-4405E95E338B}" srcOrd="1" destOrd="0" presId="urn:microsoft.com/office/officeart/2005/8/layout/orgChart1"/>
    <dgm:cxn modelId="{062053EB-239E-0A42-B790-82BF62CD4636}" type="presParOf" srcId="{0A832297-EA0A-0647-8CD7-012850B43A12}" destId="{DA6326B7-E3ED-384A-A7DE-8FE50AD564F2}" srcOrd="2" destOrd="0" presId="urn:microsoft.com/office/officeart/2005/8/layout/orgChart1"/>
    <dgm:cxn modelId="{93E89BE2-4CC8-5745-B3B3-87487974883E}" type="presParOf" srcId="{EE69402D-9B4F-4C45-A1C2-C543F1F97D34}" destId="{43121537-EC00-6745-87D9-1986BAE1DD87}" srcOrd="2" destOrd="0" presId="urn:microsoft.com/office/officeart/2005/8/layout/orgChart1"/>
    <dgm:cxn modelId="{A05233B6-93E3-9D40-B3C4-F51E14505322}" type="presParOf" srcId="{44D8AF97-542F-134F-91BB-30FD554431CA}" destId="{841D5EEA-67F1-084F-A053-23871D982E8D}" srcOrd="2" destOrd="0" presId="urn:microsoft.com/office/officeart/2005/8/layout/orgChart1"/>
    <dgm:cxn modelId="{A32BB96D-647C-DF42-9EF5-8C1B3CDA5858}" type="presParOf" srcId="{32EBDDF0-BE85-1E4D-B81A-18408CC66615}" destId="{EF5972DC-365E-5D46-AD79-2C067C642317}" srcOrd="1" destOrd="0" presId="urn:microsoft.com/office/officeart/2005/8/layout/orgChart1"/>
    <dgm:cxn modelId="{EF2E78A0-1E12-B444-9E28-E8DC26B187F7}" type="presParOf" srcId="{EF5972DC-365E-5D46-AD79-2C067C642317}" destId="{9E9C3545-657A-BA44-BDD3-B0B50A11E88C}" srcOrd="0" destOrd="0" presId="urn:microsoft.com/office/officeart/2005/8/layout/orgChart1"/>
    <dgm:cxn modelId="{A424B31B-4CA6-F347-95FC-6007F14A4C40}" type="presParOf" srcId="{9E9C3545-657A-BA44-BDD3-B0B50A11E88C}" destId="{35A70A62-CE1A-DC4C-AB34-85F918BCD9C3}" srcOrd="0" destOrd="0" presId="urn:microsoft.com/office/officeart/2005/8/layout/orgChart1"/>
    <dgm:cxn modelId="{ADA201B0-1F01-D941-99A1-8EF5726698D4}" type="presParOf" srcId="{9E9C3545-657A-BA44-BDD3-B0B50A11E88C}" destId="{D6E36FB6-1146-F644-AA49-D1A9337AE8A7}" srcOrd="1" destOrd="0" presId="urn:microsoft.com/office/officeart/2005/8/layout/orgChart1"/>
    <dgm:cxn modelId="{6214579E-4BA3-074A-8F83-DEDDB0F7BBB5}" type="presParOf" srcId="{EF5972DC-365E-5D46-AD79-2C067C642317}" destId="{FA97E8D0-C6C8-4F40-9DFF-8573198A9CB2}" srcOrd="1" destOrd="0" presId="urn:microsoft.com/office/officeart/2005/8/layout/orgChart1"/>
    <dgm:cxn modelId="{C76BBD44-3C38-F940-8C30-365C839C485A}" type="presParOf" srcId="{FA97E8D0-C6C8-4F40-9DFF-8573198A9CB2}" destId="{FEEE5E33-2DC0-2C4A-887E-820FBD91BB4F}" srcOrd="0" destOrd="0" presId="urn:microsoft.com/office/officeart/2005/8/layout/orgChart1"/>
    <dgm:cxn modelId="{9F77EE6D-2557-7A48-85B2-68E2155236D6}" type="presParOf" srcId="{FA97E8D0-C6C8-4F40-9DFF-8573198A9CB2}" destId="{6FDB0AB1-CBCA-6D45-A06C-8AB48CC5BD33}" srcOrd="1" destOrd="0" presId="urn:microsoft.com/office/officeart/2005/8/layout/orgChart1"/>
    <dgm:cxn modelId="{A05310D7-3620-5045-9390-BE5AC3552C28}" type="presParOf" srcId="{6FDB0AB1-CBCA-6D45-A06C-8AB48CC5BD33}" destId="{86AB8F78-8946-2143-AB9B-F0D8D91082D0}" srcOrd="0" destOrd="0" presId="urn:microsoft.com/office/officeart/2005/8/layout/orgChart1"/>
    <dgm:cxn modelId="{2D62BA95-9881-7D42-807E-89E09545DE07}" type="presParOf" srcId="{86AB8F78-8946-2143-AB9B-F0D8D91082D0}" destId="{172E7171-AC87-9548-AD4A-AC9CFC6F872E}" srcOrd="0" destOrd="0" presId="urn:microsoft.com/office/officeart/2005/8/layout/orgChart1"/>
    <dgm:cxn modelId="{11CAC613-9AB5-F74E-AC86-71BED370761C}" type="presParOf" srcId="{86AB8F78-8946-2143-AB9B-F0D8D91082D0}" destId="{7D820131-EC7F-8D4A-8AE3-B7C0662A7C7C}" srcOrd="1" destOrd="0" presId="urn:microsoft.com/office/officeart/2005/8/layout/orgChart1"/>
    <dgm:cxn modelId="{76B55FCF-780E-274B-97F2-D04C1D80BAD8}" type="presParOf" srcId="{6FDB0AB1-CBCA-6D45-A06C-8AB48CC5BD33}" destId="{1E96E41A-2245-3C4D-A000-3D10EFA576C4}" srcOrd="1" destOrd="0" presId="urn:microsoft.com/office/officeart/2005/8/layout/orgChart1"/>
    <dgm:cxn modelId="{8E90B98C-5128-7D4A-A26D-BE6A7E0B333E}" type="presParOf" srcId="{6FDB0AB1-CBCA-6D45-A06C-8AB48CC5BD33}" destId="{590B7AB3-EEAF-524B-BF22-DCB546B667F8}" srcOrd="2" destOrd="0" presId="urn:microsoft.com/office/officeart/2005/8/layout/orgChart1"/>
    <dgm:cxn modelId="{93B4053B-41C7-064D-8E4E-12D2D704968D}" type="presParOf" srcId="{FA97E8D0-C6C8-4F40-9DFF-8573198A9CB2}" destId="{85C92856-C6E4-A348-A684-CBB7197FD4E1}" srcOrd="2" destOrd="0" presId="urn:microsoft.com/office/officeart/2005/8/layout/orgChart1"/>
    <dgm:cxn modelId="{73B6B0D1-3F9B-5B4A-9EC8-C6E4400D17A2}" type="presParOf" srcId="{FA97E8D0-C6C8-4F40-9DFF-8573198A9CB2}" destId="{E1E3E782-0D0A-A04A-9A97-062AD8C7F406}" srcOrd="3" destOrd="0" presId="urn:microsoft.com/office/officeart/2005/8/layout/orgChart1"/>
    <dgm:cxn modelId="{D57C92E8-A7FA-0746-A1F3-769414EFAC0E}" type="presParOf" srcId="{E1E3E782-0D0A-A04A-9A97-062AD8C7F406}" destId="{7FFA92B2-C693-4741-BB2A-FCE2E2193823}" srcOrd="0" destOrd="0" presId="urn:microsoft.com/office/officeart/2005/8/layout/orgChart1"/>
    <dgm:cxn modelId="{693C734E-4089-B64C-9E41-0F057C571E57}" type="presParOf" srcId="{7FFA92B2-C693-4741-BB2A-FCE2E2193823}" destId="{99819D16-BD54-814C-9381-2BC6927FE974}" srcOrd="0" destOrd="0" presId="urn:microsoft.com/office/officeart/2005/8/layout/orgChart1"/>
    <dgm:cxn modelId="{F3478EB8-4C29-EF4D-A836-9F8C6FCA75AA}" type="presParOf" srcId="{7FFA92B2-C693-4741-BB2A-FCE2E2193823}" destId="{1418824A-5DD6-1A47-AA79-7E4C93E1184A}" srcOrd="1" destOrd="0" presId="urn:microsoft.com/office/officeart/2005/8/layout/orgChart1"/>
    <dgm:cxn modelId="{DFAFDFFA-519C-B44F-A086-14A5C16A1CF2}" type="presParOf" srcId="{E1E3E782-0D0A-A04A-9A97-062AD8C7F406}" destId="{C8332E5D-5106-D947-B0B5-844041DE76FF}" srcOrd="1" destOrd="0" presId="urn:microsoft.com/office/officeart/2005/8/layout/orgChart1"/>
    <dgm:cxn modelId="{1923988F-2B69-934F-A784-D3079DE2CEF3}" type="presParOf" srcId="{E1E3E782-0D0A-A04A-9A97-062AD8C7F406}" destId="{D75DC1AF-6DA9-7243-B2A4-76FD308C2426}" srcOrd="2" destOrd="0" presId="urn:microsoft.com/office/officeart/2005/8/layout/orgChart1"/>
    <dgm:cxn modelId="{DF02501B-702D-3F4F-9A53-9F62A0DC0E80}" type="presParOf" srcId="{FA97E8D0-C6C8-4F40-9DFF-8573198A9CB2}" destId="{327C9AD8-F6E6-B043-9FA8-E5D14FF23718}" srcOrd="4" destOrd="0" presId="urn:microsoft.com/office/officeart/2005/8/layout/orgChart1"/>
    <dgm:cxn modelId="{C3BB2B60-F686-3543-97B1-24956673422C}" type="presParOf" srcId="{FA97E8D0-C6C8-4F40-9DFF-8573198A9CB2}" destId="{EE1524BC-69B0-DC45-8DF9-54AB143CA6C0}" srcOrd="5" destOrd="0" presId="urn:microsoft.com/office/officeart/2005/8/layout/orgChart1"/>
    <dgm:cxn modelId="{EE8ED24F-77B3-034C-BD34-16D169FBE1F9}" type="presParOf" srcId="{EE1524BC-69B0-DC45-8DF9-54AB143CA6C0}" destId="{D66E1EE4-437E-9D4A-96EF-24C3CC5DD9F4}" srcOrd="0" destOrd="0" presId="urn:microsoft.com/office/officeart/2005/8/layout/orgChart1"/>
    <dgm:cxn modelId="{F96AE035-47D7-AD49-B72F-9646DC844AF3}" type="presParOf" srcId="{D66E1EE4-437E-9D4A-96EF-24C3CC5DD9F4}" destId="{794EBA43-6F2B-A946-89EE-B9D75C567A93}" srcOrd="0" destOrd="0" presId="urn:microsoft.com/office/officeart/2005/8/layout/orgChart1"/>
    <dgm:cxn modelId="{D6E56D1E-F872-1D42-A1BA-CF347E3F229C}" type="presParOf" srcId="{D66E1EE4-437E-9D4A-96EF-24C3CC5DD9F4}" destId="{AEFD3197-5412-EB4B-BE17-C7E07F531B88}" srcOrd="1" destOrd="0" presId="urn:microsoft.com/office/officeart/2005/8/layout/orgChart1"/>
    <dgm:cxn modelId="{53996595-EB8E-6C4E-95AB-4321484EF109}" type="presParOf" srcId="{EE1524BC-69B0-DC45-8DF9-54AB143CA6C0}" destId="{E01E8E7B-245A-A04D-9E38-E4C0BFCFC44D}" srcOrd="1" destOrd="0" presId="urn:microsoft.com/office/officeart/2005/8/layout/orgChart1"/>
    <dgm:cxn modelId="{F0DD8C2B-5CB0-614E-AF09-D54A1799F15C}" type="presParOf" srcId="{EE1524BC-69B0-DC45-8DF9-54AB143CA6C0}" destId="{2CBA3740-C92C-D141-ADBA-EBE3C72A2C10}" srcOrd="2" destOrd="0" presId="urn:microsoft.com/office/officeart/2005/8/layout/orgChart1"/>
    <dgm:cxn modelId="{38980984-24DC-C94B-8C4A-8DCA9ACEBE92}" type="presParOf" srcId="{FA97E8D0-C6C8-4F40-9DFF-8573198A9CB2}" destId="{1B19C56F-EEB3-CB4C-8E7E-3F3132546B9D}" srcOrd="6" destOrd="0" presId="urn:microsoft.com/office/officeart/2005/8/layout/orgChart1"/>
    <dgm:cxn modelId="{838BF263-2FA7-0444-BBAB-C8F2A6096C46}" type="presParOf" srcId="{FA97E8D0-C6C8-4F40-9DFF-8573198A9CB2}" destId="{7CE89ABF-E50F-384F-BF2E-AD78A6690C90}" srcOrd="7" destOrd="0" presId="urn:microsoft.com/office/officeart/2005/8/layout/orgChart1"/>
    <dgm:cxn modelId="{DBF2B90C-5446-3447-983A-741A4B0192E6}" type="presParOf" srcId="{7CE89ABF-E50F-384F-BF2E-AD78A6690C90}" destId="{F1CF13F0-367D-E547-8C47-D5A655728621}" srcOrd="0" destOrd="0" presId="urn:microsoft.com/office/officeart/2005/8/layout/orgChart1"/>
    <dgm:cxn modelId="{C52AD15C-0263-1242-B5B5-2F50884AA89D}" type="presParOf" srcId="{F1CF13F0-367D-E547-8C47-D5A655728621}" destId="{097222F0-BC8F-D74B-BA22-6692FBDACEC6}" srcOrd="0" destOrd="0" presId="urn:microsoft.com/office/officeart/2005/8/layout/orgChart1"/>
    <dgm:cxn modelId="{00D2C719-3649-6C42-81F7-94EA011D01B4}" type="presParOf" srcId="{F1CF13F0-367D-E547-8C47-D5A655728621}" destId="{9B056D5E-A68D-B546-8EF9-366607135BB4}" srcOrd="1" destOrd="0" presId="urn:microsoft.com/office/officeart/2005/8/layout/orgChart1"/>
    <dgm:cxn modelId="{123989BF-5F08-E946-BA53-DEF9C83716C2}" type="presParOf" srcId="{7CE89ABF-E50F-384F-BF2E-AD78A6690C90}" destId="{404B0546-E362-8545-ABAB-B438ED61AFCC}" srcOrd="1" destOrd="0" presId="urn:microsoft.com/office/officeart/2005/8/layout/orgChart1"/>
    <dgm:cxn modelId="{1618EA78-47A7-8C4D-B28C-B7C7A6B1FFAD}" type="presParOf" srcId="{7CE89ABF-E50F-384F-BF2E-AD78A6690C90}" destId="{50E227DE-D3F9-0C4C-B221-DA7DA279CF94}" srcOrd="2" destOrd="0" presId="urn:microsoft.com/office/officeart/2005/8/layout/orgChart1"/>
    <dgm:cxn modelId="{6E1274FB-F741-1249-8D6A-34A13E09E477}" type="presParOf" srcId="{FA97E8D0-C6C8-4F40-9DFF-8573198A9CB2}" destId="{71023CA0-2BDA-0244-90C5-E2543124BE65}" srcOrd="8" destOrd="0" presId="urn:microsoft.com/office/officeart/2005/8/layout/orgChart1"/>
    <dgm:cxn modelId="{4194F62A-F552-154E-9D58-2FAB41BA33C6}" type="presParOf" srcId="{FA97E8D0-C6C8-4F40-9DFF-8573198A9CB2}" destId="{2F6E0AB8-C3EC-8445-B2EB-0DFF74B098C1}" srcOrd="9" destOrd="0" presId="urn:microsoft.com/office/officeart/2005/8/layout/orgChart1"/>
    <dgm:cxn modelId="{A263528D-893D-ED43-A767-31F06CA2E049}" type="presParOf" srcId="{2F6E0AB8-C3EC-8445-B2EB-0DFF74B098C1}" destId="{1D2D1F89-CE2B-CE4F-B882-7BEEB77FA0DD}" srcOrd="0" destOrd="0" presId="urn:microsoft.com/office/officeart/2005/8/layout/orgChart1"/>
    <dgm:cxn modelId="{DDE6674A-A579-AB4B-A51C-1E5A807B185D}" type="presParOf" srcId="{1D2D1F89-CE2B-CE4F-B882-7BEEB77FA0DD}" destId="{6D162A1B-09F5-D643-910A-0854170B8176}" srcOrd="0" destOrd="0" presId="urn:microsoft.com/office/officeart/2005/8/layout/orgChart1"/>
    <dgm:cxn modelId="{6487D476-1FBE-034B-9D9E-29A3730B5985}" type="presParOf" srcId="{1D2D1F89-CE2B-CE4F-B882-7BEEB77FA0DD}" destId="{59D51054-1970-7444-A3D4-83EF27E44388}" srcOrd="1" destOrd="0" presId="urn:microsoft.com/office/officeart/2005/8/layout/orgChart1"/>
    <dgm:cxn modelId="{F523DDEA-EB6F-5641-B23B-01A8BDD531F8}" type="presParOf" srcId="{2F6E0AB8-C3EC-8445-B2EB-0DFF74B098C1}" destId="{F385FE90-875E-1A41-A2AD-93B1BD0F921C}" srcOrd="1" destOrd="0" presId="urn:microsoft.com/office/officeart/2005/8/layout/orgChart1"/>
    <dgm:cxn modelId="{55A96770-439E-824B-B9D3-9F179C6D2F26}" type="presParOf" srcId="{2F6E0AB8-C3EC-8445-B2EB-0DFF74B098C1}" destId="{6732FAE5-900F-5B48-8EA7-BA51163C3BDC}" srcOrd="2" destOrd="0" presId="urn:microsoft.com/office/officeart/2005/8/layout/orgChart1"/>
    <dgm:cxn modelId="{B70D6FA4-257A-4F49-B8DC-A13268B109E2}" type="presParOf" srcId="{EF5972DC-365E-5D46-AD79-2C067C642317}" destId="{4FDC9D29-4E74-2743-8B59-FBE1F3433157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FB72C9-35B9-2845-B8FD-053FF66DED07}">
      <dsp:nvSpPr>
        <dsp:cNvPr id="0" name=""/>
        <dsp:cNvSpPr/>
      </dsp:nvSpPr>
      <dsp:spPr>
        <a:xfrm>
          <a:off x="4468608" y="1369277"/>
          <a:ext cx="3096916" cy="12420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2100"/>
              </a:lnTo>
              <a:lnTo>
                <a:pt x="3096916" y="62100"/>
              </a:lnTo>
              <a:lnTo>
                <a:pt x="3096916" y="12420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BC5858E-CAAB-1B4A-8921-CC80FA46105C}">
      <dsp:nvSpPr>
        <dsp:cNvPr id="0" name=""/>
        <dsp:cNvSpPr/>
      </dsp:nvSpPr>
      <dsp:spPr>
        <a:xfrm>
          <a:off x="9109294" y="2629039"/>
          <a:ext cx="91440" cy="69198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691982"/>
              </a:lnTo>
              <a:lnTo>
                <a:pt x="134435" y="69198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2B57618-22FA-064B-95F1-1A8B4337FF46}">
      <dsp:nvSpPr>
        <dsp:cNvPr id="0" name=""/>
        <dsp:cNvSpPr/>
      </dsp:nvSpPr>
      <dsp:spPr>
        <a:xfrm>
          <a:off x="9109294" y="2629039"/>
          <a:ext cx="91440" cy="27206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72061"/>
              </a:lnTo>
              <a:lnTo>
                <a:pt x="134435" y="27206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D386B4D-243C-9B48-95F0-892B1E0BC2C8}">
      <dsp:nvSpPr>
        <dsp:cNvPr id="0" name=""/>
        <dsp:cNvSpPr/>
      </dsp:nvSpPr>
      <dsp:spPr>
        <a:xfrm>
          <a:off x="9345869" y="2209118"/>
          <a:ext cx="91440" cy="12420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2420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E3A78B0-8119-6B44-8DE7-79FEF3E0E294}">
      <dsp:nvSpPr>
        <dsp:cNvPr id="0" name=""/>
        <dsp:cNvSpPr/>
      </dsp:nvSpPr>
      <dsp:spPr>
        <a:xfrm>
          <a:off x="6849885" y="1789198"/>
          <a:ext cx="2541703" cy="12420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2100"/>
              </a:lnTo>
              <a:lnTo>
                <a:pt x="2541703" y="62100"/>
              </a:lnTo>
              <a:lnTo>
                <a:pt x="2541703" y="12420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3691461-3E6A-954E-89C1-F254974A1748}">
      <dsp:nvSpPr>
        <dsp:cNvPr id="0" name=""/>
        <dsp:cNvSpPr/>
      </dsp:nvSpPr>
      <dsp:spPr>
        <a:xfrm>
          <a:off x="7707470" y="2209118"/>
          <a:ext cx="968479" cy="12420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2100"/>
              </a:lnTo>
              <a:lnTo>
                <a:pt x="968479" y="62100"/>
              </a:lnTo>
              <a:lnTo>
                <a:pt x="968479" y="12420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F9D4D4C-9785-234D-848D-B47654ED423C}">
      <dsp:nvSpPr>
        <dsp:cNvPr id="0" name=""/>
        <dsp:cNvSpPr/>
      </dsp:nvSpPr>
      <dsp:spPr>
        <a:xfrm>
          <a:off x="8035834" y="3048960"/>
          <a:ext cx="91440" cy="27206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72061"/>
              </a:lnTo>
              <a:lnTo>
                <a:pt x="134435" y="27206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A472797-ABAA-7044-8CD7-418AEA12AC91}">
      <dsp:nvSpPr>
        <dsp:cNvPr id="0" name=""/>
        <dsp:cNvSpPr/>
      </dsp:nvSpPr>
      <dsp:spPr>
        <a:xfrm>
          <a:off x="7960309" y="2629039"/>
          <a:ext cx="357819" cy="12420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2100"/>
              </a:lnTo>
              <a:lnTo>
                <a:pt x="357819" y="62100"/>
              </a:lnTo>
              <a:lnTo>
                <a:pt x="357819" y="12420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A9F19B5-5FB5-944E-860C-1C64473C55A7}">
      <dsp:nvSpPr>
        <dsp:cNvPr id="0" name=""/>
        <dsp:cNvSpPr/>
      </dsp:nvSpPr>
      <dsp:spPr>
        <a:xfrm>
          <a:off x="7320194" y="3048960"/>
          <a:ext cx="91440" cy="69198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691982"/>
              </a:lnTo>
              <a:lnTo>
                <a:pt x="134435" y="69198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B0D373F-AD29-124B-9DCC-1D80B468A3DE}">
      <dsp:nvSpPr>
        <dsp:cNvPr id="0" name=""/>
        <dsp:cNvSpPr/>
      </dsp:nvSpPr>
      <dsp:spPr>
        <a:xfrm>
          <a:off x="7320194" y="3048960"/>
          <a:ext cx="91440" cy="27206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72061"/>
              </a:lnTo>
              <a:lnTo>
                <a:pt x="134435" y="27206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BFC375B-6676-024F-86FD-1BCDAA03D1DD}">
      <dsp:nvSpPr>
        <dsp:cNvPr id="0" name=""/>
        <dsp:cNvSpPr/>
      </dsp:nvSpPr>
      <dsp:spPr>
        <a:xfrm>
          <a:off x="7602489" y="2629039"/>
          <a:ext cx="357819" cy="124201"/>
        </a:xfrm>
        <a:custGeom>
          <a:avLst/>
          <a:gdLst/>
          <a:ahLst/>
          <a:cxnLst/>
          <a:rect l="0" t="0" r="0" b="0"/>
          <a:pathLst>
            <a:path>
              <a:moveTo>
                <a:pt x="357819" y="0"/>
              </a:moveTo>
              <a:lnTo>
                <a:pt x="357819" y="62100"/>
              </a:lnTo>
              <a:lnTo>
                <a:pt x="0" y="62100"/>
              </a:lnTo>
              <a:lnTo>
                <a:pt x="0" y="12420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20378C4-2E8F-1E42-9988-700658A1AA9A}">
      <dsp:nvSpPr>
        <dsp:cNvPr id="0" name=""/>
        <dsp:cNvSpPr/>
      </dsp:nvSpPr>
      <dsp:spPr>
        <a:xfrm>
          <a:off x="7707470" y="2209118"/>
          <a:ext cx="252839" cy="12420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2100"/>
              </a:lnTo>
              <a:lnTo>
                <a:pt x="252839" y="62100"/>
              </a:lnTo>
              <a:lnTo>
                <a:pt x="252839" y="12420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78F6CD2-70A2-E245-80F6-F4D8D00AD194}">
      <dsp:nvSpPr>
        <dsp:cNvPr id="0" name=""/>
        <dsp:cNvSpPr/>
      </dsp:nvSpPr>
      <dsp:spPr>
        <a:xfrm>
          <a:off x="6456695" y="2629039"/>
          <a:ext cx="91440" cy="1111903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111903"/>
              </a:lnTo>
              <a:lnTo>
                <a:pt x="134435" y="111190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1CBEF0F-69EE-DF40-A031-41E65903FDCB}">
      <dsp:nvSpPr>
        <dsp:cNvPr id="0" name=""/>
        <dsp:cNvSpPr/>
      </dsp:nvSpPr>
      <dsp:spPr>
        <a:xfrm>
          <a:off x="6456695" y="2629039"/>
          <a:ext cx="91440" cy="69198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691982"/>
              </a:lnTo>
              <a:lnTo>
                <a:pt x="134435" y="69198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5DF39CF-9150-1E4E-ACF8-C6AD2DE64258}">
      <dsp:nvSpPr>
        <dsp:cNvPr id="0" name=""/>
        <dsp:cNvSpPr/>
      </dsp:nvSpPr>
      <dsp:spPr>
        <a:xfrm>
          <a:off x="6456695" y="2629039"/>
          <a:ext cx="91440" cy="27206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72061"/>
              </a:lnTo>
              <a:lnTo>
                <a:pt x="134435" y="27206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FDAF06A-09AF-324D-8C85-AF3E715F5B99}">
      <dsp:nvSpPr>
        <dsp:cNvPr id="0" name=""/>
        <dsp:cNvSpPr/>
      </dsp:nvSpPr>
      <dsp:spPr>
        <a:xfrm>
          <a:off x="6738990" y="2209118"/>
          <a:ext cx="968479" cy="124201"/>
        </a:xfrm>
        <a:custGeom>
          <a:avLst/>
          <a:gdLst/>
          <a:ahLst/>
          <a:cxnLst/>
          <a:rect l="0" t="0" r="0" b="0"/>
          <a:pathLst>
            <a:path>
              <a:moveTo>
                <a:pt x="968479" y="0"/>
              </a:moveTo>
              <a:lnTo>
                <a:pt x="968479" y="62100"/>
              </a:lnTo>
              <a:lnTo>
                <a:pt x="0" y="62100"/>
              </a:lnTo>
              <a:lnTo>
                <a:pt x="0" y="12420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6A1D96-6B77-A54E-B471-E5F13851F106}">
      <dsp:nvSpPr>
        <dsp:cNvPr id="0" name=""/>
        <dsp:cNvSpPr/>
      </dsp:nvSpPr>
      <dsp:spPr>
        <a:xfrm>
          <a:off x="6849885" y="1789198"/>
          <a:ext cx="857584" cy="12420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2100"/>
              </a:lnTo>
              <a:lnTo>
                <a:pt x="857584" y="62100"/>
              </a:lnTo>
              <a:lnTo>
                <a:pt x="857584" y="12420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0150214-F9C9-AA4F-A911-C5C29F231BAA}">
      <dsp:nvSpPr>
        <dsp:cNvPr id="0" name=""/>
        <dsp:cNvSpPr/>
      </dsp:nvSpPr>
      <dsp:spPr>
        <a:xfrm>
          <a:off x="5741055" y="2629039"/>
          <a:ext cx="91440" cy="1111903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111903"/>
              </a:lnTo>
              <a:lnTo>
                <a:pt x="134435" y="111190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A7727FB-D87F-FE47-B7D2-FE5678D0D004}">
      <dsp:nvSpPr>
        <dsp:cNvPr id="0" name=""/>
        <dsp:cNvSpPr/>
      </dsp:nvSpPr>
      <dsp:spPr>
        <a:xfrm>
          <a:off x="5741055" y="2629039"/>
          <a:ext cx="91440" cy="69198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691982"/>
              </a:lnTo>
              <a:lnTo>
                <a:pt x="134435" y="69198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14A4D2B-9592-C648-8F12-43F6DF1997F2}">
      <dsp:nvSpPr>
        <dsp:cNvPr id="0" name=""/>
        <dsp:cNvSpPr/>
      </dsp:nvSpPr>
      <dsp:spPr>
        <a:xfrm>
          <a:off x="5741055" y="2629039"/>
          <a:ext cx="91440" cy="27206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72061"/>
              </a:lnTo>
              <a:lnTo>
                <a:pt x="134435" y="27206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3443B98-E938-B64B-B0C7-07FE4701B00B}">
      <dsp:nvSpPr>
        <dsp:cNvPr id="0" name=""/>
        <dsp:cNvSpPr/>
      </dsp:nvSpPr>
      <dsp:spPr>
        <a:xfrm>
          <a:off x="4308181" y="2209118"/>
          <a:ext cx="1715169" cy="12420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2100"/>
              </a:lnTo>
              <a:lnTo>
                <a:pt x="1715169" y="62100"/>
              </a:lnTo>
              <a:lnTo>
                <a:pt x="1715169" y="12420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3AB33CD-367C-CE40-AB00-50F85774CCDE}">
      <dsp:nvSpPr>
        <dsp:cNvPr id="0" name=""/>
        <dsp:cNvSpPr/>
      </dsp:nvSpPr>
      <dsp:spPr>
        <a:xfrm>
          <a:off x="5025416" y="2629039"/>
          <a:ext cx="91440" cy="237166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71665"/>
              </a:lnTo>
              <a:lnTo>
                <a:pt x="134435" y="237166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51DFE60-63E9-5B4E-8DBA-AC62C97DE8BA}">
      <dsp:nvSpPr>
        <dsp:cNvPr id="0" name=""/>
        <dsp:cNvSpPr/>
      </dsp:nvSpPr>
      <dsp:spPr>
        <a:xfrm>
          <a:off x="5025416" y="2629039"/>
          <a:ext cx="91440" cy="195174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951744"/>
              </a:lnTo>
              <a:lnTo>
                <a:pt x="134435" y="195174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45EBA81-0E07-C34E-9B87-FC331067BC31}">
      <dsp:nvSpPr>
        <dsp:cNvPr id="0" name=""/>
        <dsp:cNvSpPr/>
      </dsp:nvSpPr>
      <dsp:spPr>
        <a:xfrm>
          <a:off x="5025416" y="2629039"/>
          <a:ext cx="91440" cy="1531823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531823"/>
              </a:lnTo>
              <a:lnTo>
                <a:pt x="134435" y="153182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B7400ED-E7C5-F14A-B94F-CBB48A2C1C54}">
      <dsp:nvSpPr>
        <dsp:cNvPr id="0" name=""/>
        <dsp:cNvSpPr/>
      </dsp:nvSpPr>
      <dsp:spPr>
        <a:xfrm>
          <a:off x="5025416" y="2629039"/>
          <a:ext cx="91440" cy="1111903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111903"/>
              </a:lnTo>
              <a:lnTo>
                <a:pt x="134435" y="111190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B3565F5-65D2-0347-BB65-B8A9EBDCCB45}">
      <dsp:nvSpPr>
        <dsp:cNvPr id="0" name=""/>
        <dsp:cNvSpPr/>
      </dsp:nvSpPr>
      <dsp:spPr>
        <a:xfrm>
          <a:off x="5025416" y="2629039"/>
          <a:ext cx="91440" cy="69198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691982"/>
              </a:lnTo>
              <a:lnTo>
                <a:pt x="134435" y="69198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1DB4345-D85F-E948-8CE1-380C4FB01150}">
      <dsp:nvSpPr>
        <dsp:cNvPr id="0" name=""/>
        <dsp:cNvSpPr/>
      </dsp:nvSpPr>
      <dsp:spPr>
        <a:xfrm>
          <a:off x="5025416" y="2629039"/>
          <a:ext cx="91440" cy="27206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72061"/>
              </a:lnTo>
              <a:lnTo>
                <a:pt x="134435" y="27206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14CA6E4-4DCE-3E42-9F59-12283949E3CF}">
      <dsp:nvSpPr>
        <dsp:cNvPr id="0" name=""/>
        <dsp:cNvSpPr/>
      </dsp:nvSpPr>
      <dsp:spPr>
        <a:xfrm>
          <a:off x="4308181" y="2209118"/>
          <a:ext cx="999529" cy="12420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2100"/>
              </a:lnTo>
              <a:lnTo>
                <a:pt x="999529" y="62100"/>
              </a:lnTo>
              <a:lnTo>
                <a:pt x="999529" y="12420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7201067-6BA6-7548-9B8B-E30BBABD639A}">
      <dsp:nvSpPr>
        <dsp:cNvPr id="0" name=""/>
        <dsp:cNvSpPr/>
      </dsp:nvSpPr>
      <dsp:spPr>
        <a:xfrm>
          <a:off x="4309776" y="2629039"/>
          <a:ext cx="91440" cy="1111903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111903"/>
              </a:lnTo>
              <a:lnTo>
                <a:pt x="134435" y="111190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EC5EB4E-4ECC-6A44-91BC-2F6FF75ECBD6}">
      <dsp:nvSpPr>
        <dsp:cNvPr id="0" name=""/>
        <dsp:cNvSpPr/>
      </dsp:nvSpPr>
      <dsp:spPr>
        <a:xfrm>
          <a:off x="4309776" y="2629039"/>
          <a:ext cx="91440" cy="69198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691982"/>
              </a:lnTo>
              <a:lnTo>
                <a:pt x="134435" y="69198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32CF58A-20F6-564B-B10A-2E301A417EC7}">
      <dsp:nvSpPr>
        <dsp:cNvPr id="0" name=""/>
        <dsp:cNvSpPr/>
      </dsp:nvSpPr>
      <dsp:spPr>
        <a:xfrm>
          <a:off x="4309776" y="2629039"/>
          <a:ext cx="91440" cy="27206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72061"/>
              </a:lnTo>
              <a:lnTo>
                <a:pt x="134435" y="27206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602D42A-0ABA-E541-A6E0-6ACEE93B77D2}">
      <dsp:nvSpPr>
        <dsp:cNvPr id="0" name=""/>
        <dsp:cNvSpPr/>
      </dsp:nvSpPr>
      <dsp:spPr>
        <a:xfrm>
          <a:off x="4308181" y="2209118"/>
          <a:ext cx="283890" cy="12420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2100"/>
              </a:lnTo>
              <a:lnTo>
                <a:pt x="283890" y="62100"/>
              </a:lnTo>
              <a:lnTo>
                <a:pt x="283890" y="12420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B58F0DC-1F9D-C949-AEDC-A5898C910746}">
      <dsp:nvSpPr>
        <dsp:cNvPr id="0" name=""/>
        <dsp:cNvSpPr/>
      </dsp:nvSpPr>
      <dsp:spPr>
        <a:xfrm>
          <a:off x="2593011" y="2629039"/>
          <a:ext cx="1431279" cy="12420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2100"/>
              </a:lnTo>
              <a:lnTo>
                <a:pt x="1431279" y="62100"/>
              </a:lnTo>
              <a:lnTo>
                <a:pt x="1431279" y="12420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C0EE472-7680-DB4D-A03F-E564B31E7B16}">
      <dsp:nvSpPr>
        <dsp:cNvPr id="0" name=""/>
        <dsp:cNvSpPr/>
      </dsp:nvSpPr>
      <dsp:spPr>
        <a:xfrm>
          <a:off x="3026356" y="3048960"/>
          <a:ext cx="91440" cy="27206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72061"/>
              </a:lnTo>
              <a:lnTo>
                <a:pt x="134435" y="27206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216F775-A191-EF49-A4C1-0D30FC2816B3}">
      <dsp:nvSpPr>
        <dsp:cNvPr id="0" name=""/>
        <dsp:cNvSpPr/>
      </dsp:nvSpPr>
      <dsp:spPr>
        <a:xfrm>
          <a:off x="2593011" y="2629039"/>
          <a:ext cx="715639" cy="12420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2100"/>
              </a:lnTo>
              <a:lnTo>
                <a:pt x="715639" y="62100"/>
              </a:lnTo>
              <a:lnTo>
                <a:pt x="715639" y="12420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3862C5-D2E9-3440-91FB-5A6C20EC1201}">
      <dsp:nvSpPr>
        <dsp:cNvPr id="0" name=""/>
        <dsp:cNvSpPr/>
      </dsp:nvSpPr>
      <dsp:spPr>
        <a:xfrm>
          <a:off x="2547291" y="2629039"/>
          <a:ext cx="91440" cy="12420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2420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2EE3D6B-8011-4744-A7B5-560B38A2B77A}">
      <dsp:nvSpPr>
        <dsp:cNvPr id="0" name=""/>
        <dsp:cNvSpPr/>
      </dsp:nvSpPr>
      <dsp:spPr>
        <a:xfrm>
          <a:off x="1877372" y="2629039"/>
          <a:ext cx="715639" cy="124201"/>
        </a:xfrm>
        <a:custGeom>
          <a:avLst/>
          <a:gdLst/>
          <a:ahLst/>
          <a:cxnLst/>
          <a:rect l="0" t="0" r="0" b="0"/>
          <a:pathLst>
            <a:path>
              <a:moveTo>
                <a:pt x="715639" y="0"/>
              </a:moveTo>
              <a:lnTo>
                <a:pt x="715639" y="62100"/>
              </a:lnTo>
              <a:lnTo>
                <a:pt x="0" y="62100"/>
              </a:lnTo>
              <a:lnTo>
                <a:pt x="0" y="12420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AF533EF-AC5C-F146-9297-209858BC17E8}">
      <dsp:nvSpPr>
        <dsp:cNvPr id="0" name=""/>
        <dsp:cNvSpPr/>
      </dsp:nvSpPr>
      <dsp:spPr>
        <a:xfrm>
          <a:off x="1161732" y="2629039"/>
          <a:ext cx="1431279" cy="124201"/>
        </a:xfrm>
        <a:custGeom>
          <a:avLst/>
          <a:gdLst/>
          <a:ahLst/>
          <a:cxnLst/>
          <a:rect l="0" t="0" r="0" b="0"/>
          <a:pathLst>
            <a:path>
              <a:moveTo>
                <a:pt x="1431279" y="0"/>
              </a:moveTo>
              <a:lnTo>
                <a:pt x="1431279" y="62100"/>
              </a:lnTo>
              <a:lnTo>
                <a:pt x="0" y="62100"/>
              </a:lnTo>
              <a:lnTo>
                <a:pt x="0" y="12420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A5BB488-4CBB-5446-A59A-37C9FD04EB10}">
      <dsp:nvSpPr>
        <dsp:cNvPr id="0" name=""/>
        <dsp:cNvSpPr/>
      </dsp:nvSpPr>
      <dsp:spPr>
        <a:xfrm>
          <a:off x="2593011" y="2209118"/>
          <a:ext cx="1715169" cy="124201"/>
        </a:xfrm>
        <a:custGeom>
          <a:avLst/>
          <a:gdLst/>
          <a:ahLst/>
          <a:cxnLst/>
          <a:rect l="0" t="0" r="0" b="0"/>
          <a:pathLst>
            <a:path>
              <a:moveTo>
                <a:pt x="1715169" y="0"/>
              </a:moveTo>
              <a:lnTo>
                <a:pt x="1715169" y="62100"/>
              </a:lnTo>
              <a:lnTo>
                <a:pt x="0" y="62100"/>
              </a:lnTo>
              <a:lnTo>
                <a:pt x="0" y="12420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A002B88-5D40-E84F-A93F-5A6F910AF8FC}">
      <dsp:nvSpPr>
        <dsp:cNvPr id="0" name=""/>
        <dsp:cNvSpPr/>
      </dsp:nvSpPr>
      <dsp:spPr>
        <a:xfrm>
          <a:off x="4308181" y="1789198"/>
          <a:ext cx="2541703" cy="124201"/>
        </a:xfrm>
        <a:custGeom>
          <a:avLst/>
          <a:gdLst/>
          <a:ahLst/>
          <a:cxnLst/>
          <a:rect l="0" t="0" r="0" b="0"/>
          <a:pathLst>
            <a:path>
              <a:moveTo>
                <a:pt x="2541703" y="0"/>
              </a:moveTo>
              <a:lnTo>
                <a:pt x="2541703" y="62100"/>
              </a:lnTo>
              <a:lnTo>
                <a:pt x="0" y="62100"/>
              </a:lnTo>
              <a:lnTo>
                <a:pt x="0" y="12420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5A9E26D-597C-654A-AA2F-C3168A34E4FE}">
      <dsp:nvSpPr>
        <dsp:cNvPr id="0" name=""/>
        <dsp:cNvSpPr/>
      </dsp:nvSpPr>
      <dsp:spPr>
        <a:xfrm>
          <a:off x="4468608" y="1369277"/>
          <a:ext cx="2381276" cy="12420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2100"/>
              </a:lnTo>
              <a:lnTo>
                <a:pt x="2381276" y="62100"/>
              </a:lnTo>
              <a:lnTo>
                <a:pt x="2381276" y="12420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EB236F4-081F-4D45-85A1-2DC0015FA789}">
      <dsp:nvSpPr>
        <dsp:cNvPr id="0" name=""/>
        <dsp:cNvSpPr/>
      </dsp:nvSpPr>
      <dsp:spPr>
        <a:xfrm>
          <a:off x="1371692" y="1789198"/>
          <a:ext cx="1073459" cy="12420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2100"/>
              </a:lnTo>
              <a:lnTo>
                <a:pt x="1073459" y="62100"/>
              </a:lnTo>
              <a:lnTo>
                <a:pt x="1073459" y="12420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758DA9D-E598-6B48-BCA9-18BD90FD14AA}">
      <dsp:nvSpPr>
        <dsp:cNvPr id="0" name=""/>
        <dsp:cNvSpPr/>
      </dsp:nvSpPr>
      <dsp:spPr>
        <a:xfrm>
          <a:off x="1371692" y="1789198"/>
          <a:ext cx="357819" cy="12420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2100"/>
              </a:lnTo>
              <a:lnTo>
                <a:pt x="357819" y="62100"/>
              </a:lnTo>
              <a:lnTo>
                <a:pt x="357819" y="12420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F1438EE-69C0-4147-8A4C-C217ECD2CF6F}">
      <dsp:nvSpPr>
        <dsp:cNvPr id="0" name=""/>
        <dsp:cNvSpPr/>
      </dsp:nvSpPr>
      <dsp:spPr>
        <a:xfrm>
          <a:off x="1013872" y="1789198"/>
          <a:ext cx="357819" cy="124201"/>
        </a:xfrm>
        <a:custGeom>
          <a:avLst/>
          <a:gdLst/>
          <a:ahLst/>
          <a:cxnLst/>
          <a:rect l="0" t="0" r="0" b="0"/>
          <a:pathLst>
            <a:path>
              <a:moveTo>
                <a:pt x="357819" y="0"/>
              </a:moveTo>
              <a:lnTo>
                <a:pt x="357819" y="62100"/>
              </a:lnTo>
              <a:lnTo>
                <a:pt x="0" y="62100"/>
              </a:lnTo>
              <a:lnTo>
                <a:pt x="0" y="12420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B42ADB2-7AC2-A343-A6F9-200C7189E955}">
      <dsp:nvSpPr>
        <dsp:cNvPr id="0" name=""/>
        <dsp:cNvSpPr/>
      </dsp:nvSpPr>
      <dsp:spPr>
        <a:xfrm>
          <a:off x="15938" y="2209118"/>
          <a:ext cx="91440" cy="69198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691982"/>
              </a:lnTo>
              <a:lnTo>
                <a:pt x="134435" y="69198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C970A46-79E1-054A-AF2F-8F1FF62B12D1}">
      <dsp:nvSpPr>
        <dsp:cNvPr id="0" name=""/>
        <dsp:cNvSpPr/>
      </dsp:nvSpPr>
      <dsp:spPr>
        <a:xfrm>
          <a:off x="15938" y="2209118"/>
          <a:ext cx="91440" cy="27206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72061"/>
              </a:lnTo>
              <a:lnTo>
                <a:pt x="134435" y="27206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B52B892-5480-494B-86F3-06EB0F536F3E}">
      <dsp:nvSpPr>
        <dsp:cNvPr id="0" name=""/>
        <dsp:cNvSpPr/>
      </dsp:nvSpPr>
      <dsp:spPr>
        <a:xfrm>
          <a:off x="298233" y="1789198"/>
          <a:ext cx="1073459" cy="124201"/>
        </a:xfrm>
        <a:custGeom>
          <a:avLst/>
          <a:gdLst/>
          <a:ahLst/>
          <a:cxnLst/>
          <a:rect l="0" t="0" r="0" b="0"/>
          <a:pathLst>
            <a:path>
              <a:moveTo>
                <a:pt x="1073459" y="0"/>
              </a:moveTo>
              <a:lnTo>
                <a:pt x="1073459" y="62100"/>
              </a:lnTo>
              <a:lnTo>
                <a:pt x="0" y="62100"/>
              </a:lnTo>
              <a:lnTo>
                <a:pt x="0" y="12420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A75044F-9803-8C40-89E5-3F221BABE3D8}">
      <dsp:nvSpPr>
        <dsp:cNvPr id="0" name=""/>
        <dsp:cNvSpPr/>
      </dsp:nvSpPr>
      <dsp:spPr>
        <a:xfrm>
          <a:off x="1371692" y="1369277"/>
          <a:ext cx="3096916" cy="124201"/>
        </a:xfrm>
        <a:custGeom>
          <a:avLst/>
          <a:gdLst/>
          <a:ahLst/>
          <a:cxnLst/>
          <a:rect l="0" t="0" r="0" b="0"/>
          <a:pathLst>
            <a:path>
              <a:moveTo>
                <a:pt x="3096916" y="0"/>
              </a:moveTo>
              <a:lnTo>
                <a:pt x="3096916" y="62100"/>
              </a:lnTo>
              <a:lnTo>
                <a:pt x="0" y="62100"/>
              </a:lnTo>
              <a:lnTo>
                <a:pt x="0" y="12420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7C63B29-C1EA-3B43-9D8D-730A2E6A3937}">
      <dsp:nvSpPr>
        <dsp:cNvPr id="0" name=""/>
        <dsp:cNvSpPr/>
      </dsp:nvSpPr>
      <dsp:spPr>
        <a:xfrm>
          <a:off x="4172890" y="1073558"/>
          <a:ext cx="591437" cy="2957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600" kern="1200" dirty="0"/>
            <a:t>UI</a:t>
          </a:r>
        </a:p>
      </dsp:txBody>
      <dsp:txXfrm>
        <a:off x="4172890" y="1073558"/>
        <a:ext cx="591437" cy="295718"/>
      </dsp:txXfrm>
    </dsp:sp>
    <dsp:sp modelId="{B1CFAB00-62E0-F448-8FEA-6B702C382A8D}">
      <dsp:nvSpPr>
        <dsp:cNvPr id="0" name=""/>
        <dsp:cNvSpPr/>
      </dsp:nvSpPr>
      <dsp:spPr>
        <a:xfrm>
          <a:off x="1075973" y="1493479"/>
          <a:ext cx="591437" cy="2957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600" kern="1200" dirty="0"/>
            <a:t>User </a:t>
          </a:r>
          <a:br>
            <a:rPr lang="en-GB" sz="600" kern="1200" dirty="0"/>
          </a:br>
          <a:r>
            <a:rPr lang="en-GB" sz="600" kern="1200" dirty="0"/>
            <a:t>Portal</a:t>
          </a:r>
        </a:p>
      </dsp:txBody>
      <dsp:txXfrm>
        <a:off x="1075973" y="1493479"/>
        <a:ext cx="591437" cy="295718"/>
      </dsp:txXfrm>
    </dsp:sp>
    <dsp:sp modelId="{EBF42417-C4C7-0F4E-BBB2-130F1873F657}">
      <dsp:nvSpPr>
        <dsp:cNvPr id="0" name=""/>
        <dsp:cNvSpPr/>
      </dsp:nvSpPr>
      <dsp:spPr>
        <a:xfrm>
          <a:off x="2514" y="1913399"/>
          <a:ext cx="591437" cy="2957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600" kern="1200" dirty="0"/>
            <a:t>Landing Page</a:t>
          </a:r>
        </a:p>
      </dsp:txBody>
      <dsp:txXfrm>
        <a:off x="2514" y="1913399"/>
        <a:ext cx="591437" cy="295718"/>
      </dsp:txXfrm>
    </dsp:sp>
    <dsp:sp modelId="{602ED23B-651F-C245-952A-0AA06293E1FA}">
      <dsp:nvSpPr>
        <dsp:cNvPr id="0" name=""/>
        <dsp:cNvSpPr/>
      </dsp:nvSpPr>
      <dsp:spPr>
        <a:xfrm>
          <a:off x="150373" y="2333320"/>
          <a:ext cx="591437" cy="2957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600" kern="1200" dirty="0"/>
            <a:t>Show wallet balances</a:t>
          </a:r>
        </a:p>
      </dsp:txBody>
      <dsp:txXfrm>
        <a:off x="150373" y="2333320"/>
        <a:ext cx="591437" cy="295718"/>
      </dsp:txXfrm>
    </dsp:sp>
    <dsp:sp modelId="{5B06BD4C-5974-F546-99BD-0550D8E00529}">
      <dsp:nvSpPr>
        <dsp:cNvPr id="0" name=""/>
        <dsp:cNvSpPr/>
      </dsp:nvSpPr>
      <dsp:spPr>
        <a:xfrm>
          <a:off x="150373" y="2753241"/>
          <a:ext cx="591437" cy="2957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600" kern="1200" dirty="0"/>
            <a:t>Maintain beneficiaries</a:t>
          </a:r>
        </a:p>
      </dsp:txBody>
      <dsp:txXfrm>
        <a:off x="150373" y="2753241"/>
        <a:ext cx="591437" cy="295718"/>
      </dsp:txXfrm>
    </dsp:sp>
    <dsp:sp modelId="{F0881F95-DA2F-0842-AAE8-4FA007CBEEEF}">
      <dsp:nvSpPr>
        <dsp:cNvPr id="0" name=""/>
        <dsp:cNvSpPr/>
      </dsp:nvSpPr>
      <dsp:spPr>
        <a:xfrm>
          <a:off x="718154" y="1913399"/>
          <a:ext cx="591437" cy="2957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600" kern="1200" dirty="0"/>
            <a:t>Submit Payment Request</a:t>
          </a:r>
        </a:p>
      </dsp:txBody>
      <dsp:txXfrm>
        <a:off x="718154" y="1913399"/>
        <a:ext cx="591437" cy="295718"/>
      </dsp:txXfrm>
    </dsp:sp>
    <dsp:sp modelId="{20EFA879-2B64-104C-B856-95482071B330}">
      <dsp:nvSpPr>
        <dsp:cNvPr id="0" name=""/>
        <dsp:cNvSpPr/>
      </dsp:nvSpPr>
      <dsp:spPr>
        <a:xfrm>
          <a:off x="1433793" y="1913399"/>
          <a:ext cx="591437" cy="2957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600" kern="1200" dirty="0"/>
            <a:t>Obtain </a:t>
          </a:r>
          <a:br>
            <a:rPr lang="en-GB" sz="600" kern="1200" dirty="0"/>
          </a:br>
          <a:r>
            <a:rPr lang="en-GB" sz="600" kern="1200" dirty="0"/>
            <a:t>FX quote</a:t>
          </a:r>
        </a:p>
      </dsp:txBody>
      <dsp:txXfrm>
        <a:off x="1433793" y="1913399"/>
        <a:ext cx="591437" cy="295718"/>
      </dsp:txXfrm>
    </dsp:sp>
    <dsp:sp modelId="{C926B428-9BE8-EC4E-A230-785380488218}">
      <dsp:nvSpPr>
        <dsp:cNvPr id="0" name=""/>
        <dsp:cNvSpPr/>
      </dsp:nvSpPr>
      <dsp:spPr>
        <a:xfrm>
          <a:off x="2149433" y="1913399"/>
          <a:ext cx="591437" cy="2957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600" kern="1200" dirty="0"/>
            <a:t>Submit </a:t>
          </a:r>
          <a:br>
            <a:rPr lang="en-GB" sz="600" kern="1200" dirty="0"/>
          </a:br>
          <a:r>
            <a:rPr lang="en-GB" sz="600" kern="1200" dirty="0"/>
            <a:t>FX deal</a:t>
          </a:r>
        </a:p>
      </dsp:txBody>
      <dsp:txXfrm>
        <a:off x="2149433" y="1913399"/>
        <a:ext cx="591437" cy="295718"/>
      </dsp:txXfrm>
    </dsp:sp>
    <dsp:sp modelId="{8B96D9DA-B4D4-6540-B71B-08963DB56E69}">
      <dsp:nvSpPr>
        <dsp:cNvPr id="0" name=""/>
        <dsp:cNvSpPr/>
      </dsp:nvSpPr>
      <dsp:spPr>
        <a:xfrm>
          <a:off x="6554166" y="1493479"/>
          <a:ext cx="591437" cy="2957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600" kern="1200" dirty="0"/>
            <a:t>Admin </a:t>
          </a:r>
          <a:br>
            <a:rPr lang="en-GB" sz="600" kern="1200" dirty="0"/>
          </a:br>
          <a:r>
            <a:rPr lang="en-GB" sz="600" kern="1200" dirty="0"/>
            <a:t>Portal</a:t>
          </a:r>
        </a:p>
      </dsp:txBody>
      <dsp:txXfrm>
        <a:off x="6554166" y="1493479"/>
        <a:ext cx="591437" cy="295718"/>
      </dsp:txXfrm>
    </dsp:sp>
    <dsp:sp modelId="{2D378DDA-6B75-0147-9ABA-83B1570D3259}">
      <dsp:nvSpPr>
        <dsp:cNvPr id="0" name=""/>
        <dsp:cNvSpPr/>
      </dsp:nvSpPr>
      <dsp:spPr>
        <a:xfrm>
          <a:off x="4012462" y="1913399"/>
          <a:ext cx="591437" cy="2957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600" kern="1200" dirty="0"/>
            <a:t>CRUD UI</a:t>
          </a:r>
        </a:p>
      </dsp:txBody>
      <dsp:txXfrm>
        <a:off x="4012462" y="1913399"/>
        <a:ext cx="591437" cy="295718"/>
      </dsp:txXfrm>
    </dsp:sp>
    <dsp:sp modelId="{D3D414E5-1DF5-FF42-B7A2-61958B819E90}">
      <dsp:nvSpPr>
        <dsp:cNvPr id="0" name=""/>
        <dsp:cNvSpPr/>
      </dsp:nvSpPr>
      <dsp:spPr>
        <a:xfrm>
          <a:off x="2297292" y="2333320"/>
          <a:ext cx="591437" cy="2957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600" kern="1200" dirty="0"/>
            <a:t>Maintain Customers</a:t>
          </a:r>
        </a:p>
      </dsp:txBody>
      <dsp:txXfrm>
        <a:off x="2297292" y="2333320"/>
        <a:ext cx="591437" cy="295718"/>
      </dsp:txXfrm>
    </dsp:sp>
    <dsp:sp modelId="{A970FFD6-0849-B642-B3CE-152F8B5424AF}">
      <dsp:nvSpPr>
        <dsp:cNvPr id="0" name=""/>
        <dsp:cNvSpPr/>
      </dsp:nvSpPr>
      <dsp:spPr>
        <a:xfrm>
          <a:off x="866013" y="2753241"/>
          <a:ext cx="591437" cy="2957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600" kern="1200" dirty="0"/>
            <a:t>Create Customer</a:t>
          </a:r>
        </a:p>
      </dsp:txBody>
      <dsp:txXfrm>
        <a:off x="866013" y="2753241"/>
        <a:ext cx="591437" cy="295718"/>
      </dsp:txXfrm>
    </dsp:sp>
    <dsp:sp modelId="{E1DDCEE0-5276-7844-89B5-8B5F49EFA700}">
      <dsp:nvSpPr>
        <dsp:cNvPr id="0" name=""/>
        <dsp:cNvSpPr/>
      </dsp:nvSpPr>
      <dsp:spPr>
        <a:xfrm>
          <a:off x="1581653" y="2753241"/>
          <a:ext cx="591437" cy="2957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600" kern="1200" dirty="0"/>
            <a:t>Maintain FX margins</a:t>
          </a:r>
        </a:p>
      </dsp:txBody>
      <dsp:txXfrm>
        <a:off x="1581653" y="2753241"/>
        <a:ext cx="591437" cy="295718"/>
      </dsp:txXfrm>
    </dsp:sp>
    <dsp:sp modelId="{0FD93061-CFDB-E244-8E93-8D7CD25DD9BA}">
      <dsp:nvSpPr>
        <dsp:cNvPr id="0" name=""/>
        <dsp:cNvSpPr/>
      </dsp:nvSpPr>
      <dsp:spPr>
        <a:xfrm>
          <a:off x="2297292" y="2753241"/>
          <a:ext cx="591437" cy="2957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600" kern="1200" dirty="0"/>
            <a:t>Maintain </a:t>
          </a:r>
          <a:br>
            <a:rPr lang="en-GB" sz="600" kern="1200" dirty="0"/>
          </a:br>
          <a:r>
            <a:rPr lang="en-GB" sz="600" kern="1200" dirty="0"/>
            <a:t>fees</a:t>
          </a:r>
        </a:p>
      </dsp:txBody>
      <dsp:txXfrm>
        <a:off x="2297292" y="2753241"/>
        <a:ext cx="591437" cy="295718"/>
      </dsp:txXfrm>
    </dsp:sp>
    <dsp:sp modelId="{EFF8C666-92C1-8B42-9F57-434C2D0C3F75}">
      <dsp:nvSpPr>
        <dsp:cNvPr id="0" name=""/>
        <dsp:cNvSpPr/>
      </dsp:nvSpPr>
      <dsp:spPr>
        <a:xfrm>
          <a:off x="3012932" y="2753241"/>
          <a:ext cx="591437" cy="2957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600" kern="1200" dirty="0"/>
            <a:t>Update </a:t>
          </a:r>
          <a:br>
            <a:rPr lang="en-GB" sz="600" kern="1200" dirty="0"/>
          </a:br>
          <a:r>
            <a:rPr lang="en-GB" sz="600" kern="1200" dirty="0"/>
            <a:t>Customer</a:t>
          </a:r>
        </a:p>
      </dsp:txBody>
      <dsp:txXfrm>
        <a:off x="3012932" y="2753241"/>
        <a:ext cx="591437" cy="295718"/>
      </dsp:txXfrm>
    </dsp:sp>
    <dsp:sp modelId="{6AEF0282-7399-0445-963B-3118D4E5B111}">
      <dsp:nvSpPr>
        <dsp:cNvPr id="0" name=""/>
        <dsp:cNvSpPr/>
      </dsp:nvSpPr>
      <dsp:spPr>
        <a:xfrm>
          <a:off x="3160792" y="3173162"/>
          <a:ext cx="591437" cy="2957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600" kern="1200" dirty="0"/>
            <a:t>Approve </a:t>
          </a:r>
          <a:br>
            <a:rPr lang="en-GB" sz="600" kern="1200" dirty="0"/>
          </a:br>
          <a:r>
            <a:rPr lang="en-GB" sz="600" kern="1200" dirty="0"/>
            <a:t>Customer</a:t>
          </a:r>
        </a:p>
      </dsp:txBody>
      <dsp:txXfrm>
        <a:off x="3160792" y="3173162"/>
        <a:ext cx="591437" cy="295718"/>
      </dsp:txXfrm>
    </dsp:sp>
    <dsp:sp modelId="{958B4CB3-5875-6E43-B3D0-A7AB62B5E333}">
      <dsp:nvSpPr>
        <dsp:cNvPr id="0" name=""/>
        <dsp:cNvSpPr/>
      </dsp:nvSpPr>
      <dsp:spPr>
        <a:xfrm>
          <a:off x="3728572" y="2753241"/>
          <a:ext cx="591437" cy="2957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600" kern="1200" dirty="0"/>
            <a:t>Search </a:t>
          </a:r>
          <a:br>
            <a:rPr lang="en-GB" sz="600" kern="1200" dirty="0"/>
          </a:br>
          <a:r>
            <a:rPr lang="en-GB" sz="600" kern="1200" dirty="0"/>
            <a:t>Customer</a:t>
          </a:r>
        </a:p>
      </dsp:txBody>
      <dsp:txXfrm>
        <a:off x="3728572" y="2753241"/>
        <a:ext cx="591437" cy="295718"/>
      </dsp:txXfrm>
    </dsp:sp>
    <dsp:sp modelId="{476B6A89-EB27-2B41-A1F3-BB6CFA88AC45}">
      <dsp:nvSpPr>
        <dsp:cNvPr id="0" name=""/>
        <dsp:cNvSpPr/>
      </dsp:nvSpPr>
      <dsp:spPr>
        <a:xfrm>
          <a:off x="4296352" y="2333320"/>
          <a:ext cx="591437" cy="2957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600" kern="1200" dirty="0"/>
            <a:t>Maintain </a:t>
          </a:r>
          <a:br>
            <a:rPr lang="en-GB" sz="600" kern="1200" dirty="0"/>
          </a:br>
          <a:r>
            <a:rPr lang="en-GB" sz="600" kern="1200" dirty="0"/>
            <a:t>Accounts</a:t>
          </a:r>
        </a:p>
      </dsp:txBody>
      <dsp:txXfrm>
        <a:off x="4296352" y="2333320"/>
        <a:ext cx="591437" cy="295718"/>
      </dsp:txXfrm>
    </dsp:sp>
    <dsp:sp modelId="{1FD1784A-65A2-B44D-8DCF-E26A4CD89E8C}">
      <dsp:nvSpPr>
        <dsp:cNvPr id="0" name=""/>
        <dsp:cNvSpPr/>
      </dsp:nvSpPr>
      <dsp:spPr>
        <a:xfrm>
          <a:off x="4444212" y="2753241"/>
          <a:ext cx="591437" cy="2957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600" kern="1200" dirty="0"/>
            <a:t>Create Account</a:t>
          </a:r>
        </a:p>
      </dsp:txBody>
      <dsp:txXfrm>
        <a:off x="4444212" y="2753241"/>
        <a:ext cx="591437" cy="295718"/>
      </dsp:txXfrm>
    </dsp:sp>
    <dsp:sp modelId="{F70FE370-FD15-6D4E-971A-2D113AE2AB1F}">
      <dsp:nvSpPr>
        <dsp:cNvPr id="0" name=""/>
        <dsp:cNvSpPr/>
      </dsp:nvSpPr>
      <dsp:spPr>
        <a:xfrm>
          <a:off x="4444212" y="3173162"/>
          <a:ext cx="591437" cy="2957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600" kern="1200" dirty="0"/>
            <a:t>Link Internal a/c to external a/c</a:t>
          </a:r>
        </a:p>
      </dsp:txBody>
      <dsp:txXfrm>
        <a:off x="4444212" y="3173162"/>
        <a:ext cx="591437" cy="295718"/>
      </dsp:txXfrm>
    </dsp:sp>
    <dsp:sp modelId="{6003C7CA-B08D-264D-8790-0687099563D7}">
      <dsp:nvSpPr>
        <dsp:cNvPr id="0" name=""/>
        <dsp:cNvSpPr/>
      </dsp:nvSpPr>
      <dsp:spPr>
        <a:xfrm>
          <a:off x="4444212" y="3593083"/>
          <a:ext cx="591437" cy="2957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600" kern="1200" dirty="0"/>
            <a:t>Search account</a:t>
          </a:r>
        </a:p>
      </dsp:txBody>
      <dsp:txXfrm>
        <a:off x="4444212" y="3593083"/>
        <a:ext cx="591437" cy="295718"/>
      </dsp:txXfrm>
    </dsp:sp>
    <dsp:sp modelId="{5AA79ED1-4507-DB40-B85D-09E61BDA10FE}">
      <dsp:nvSpPr>
        <dsp:cNvPr id="0" name=""/>
        <dsp:cNvSpPr/>
      </dsp:nvSpPr>
      <dsp:spPr>
        <a:xfrm>
          <a:off x="5011992" y="2333320"/>
          <a:ext cx="591437" cy="2957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600" kern="1200" dirty="0"/>
            <a:t>Maintain Users (members)</a:t>
          </a:r>
        </a:p>
      </dsp:txBody>
      <dsp:txXfrm>
        <a:off x="5011992" y="2333320"/>
        <a:ext cx="591437" cy="295718"/>
      </dsp:txXfrm>
    </dsp:sp>
    <dsp:sp modelId="{4A8DCAC1-01C1-B04D-BD82-E005461C51C8}">
      <dsp:nvSpPr>
        <dsp:cNvPr id="0" name=""/>
        <dsp:cNvSpPr/>
      </dsp:nvSpPr>
      <dsp:spPr>
        <a:xfrm>
          <a:off x="5159851" y="2753241"/>
          <a:ext cx="591437" cy="2957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600" kern="1200" dirty="0"/>
            <a:t>Create </a:t>
          </a:r>
          <a:br>
            <a:rPr lang="en-GB" sz="600" kern="1200" dirty="0"/>
          </a:br>
          <a:r>
            <a:rPr lang="en-GB" sz="600" kern="1200" dirty="0"/>
            <a:t>member</a:t>
          </a:r>
        </a:p>
      </dsp:txBody>
      <dsp:txXfrm>
        <a:off x="5159851" y="2753241"/>
        <a:ext cx="591437" cy="295718"/>
      </dsp:txXfrm>
    </dsp:sp>
    <dsp:sp modelId="{D9EEA361-E82D-A546-BC9B-B3878D45A58F}">
      <dsp:nvSpPr>
        <dsp:cNvPr id="0" name=""/>
        <dsp:cNvSpPr/>
      </dsp:nvSpPr>
      <dsp:spPr>
        <a:xfrm>
          <a:off x="5159851" y="3173162"/>
          <a:ext cx="591437" cy="2957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600" kern="1200" dirty="0"/>
            <a:t>Search </a:t>
          </a:r>
          <a:br>
            <a:rPr lang="en-GB" sz="600" kern="1200" dirty="0"/>
          </a:br>
          <a:r>
            <a:rPr lang="en-GB" sz="600" kern="1200" dirty="0"/>
            <a:t>Members</a:t>
          </a:r>
        </a:p>
      </dsp:txBody>
      <dsp:txXfrm>
        <a:off x="5159851" y="3173162"/>
        <a:ext cx="591437" cy="295718"/>
      </dsp:txXfrm>
    </dsp:sp>
    <dsp:sp modelId="{4E8D78DF-8893-0945-BFED-6C730A73778F}">
      <dsp:nvSpPr>
        <dsp:cNvPr id="0" name=""/>
        <dsp:cNvSpPr/>
      </dsp:nvSpPr>
      <dsp:spPr>
        <a:xfrm>
          <a:off x="5159851" y="3593083"/>
          <a:ext cx="591437" cy="2957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600" kern="1200" dirty="0"/>
            <a:t>Configure member access rights</a:t>
          </a:r>
        </a:p>
      </dsp:txBody>
      <dsp:txXfrm>
        <a:off x="5159851" y="3593083"/>
        <a:ext cx="591437" cy="295718"/>
      </dsp:txXfrm>
    </dsp:sp>
    <dsp:sp modelId="{59B87AFB-8201-944F-8F3B-E1BA31B3DEB9}">
      <dsp:nvSpPr>
        <dsp:cNvPr id="0" name=""/>
        <dsp:cNvSpPr/>
      </dsp:nvSpPr>
      <dsp:spPr>
        <a:xfrm>
          <a:off x="5159851" y="4013004"/>
          <a:ext cx="591437" cy="2957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600" kern="1200" dirty="0"/>
            <a:t>Configure member limits</a:t>
          </a:r>
        </a:p>
      </dsp:txBody>
      <dsp:txXfrm>
        <a:off x="5159851" y="4013004"/>
        <a:ext cx="591437" cy="295718"/>
      </dsp:txXfrm>
    </dsp:sp>
    <dsp:sp modelId="{486D9445-1C35-614C-A5A3-F95037F18C69}">
      <dsp:nvSpPr>
        <dsp:cNvPr id="0" name=""/>
        <dsp:cNvSpPr/>
      </dsp:nvSpPr>
      <dsp:spPr>
        <a:xfrm>
          <a:off x="5159851" y="4432924"/>
          <a:ext cx="591437" cy="2957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600" kern="1200" dirty="0"/>
            <a:t>Update </a:t>
          </a:r>
          <a:br>
            <a:rPr lang="en-GB" sz="600" kern="1200" dirty="0"/>
          </a:br>
          <a:r>
            <a:rPr lang="en-GB" sz="600" kern="1200" dirty="0"/>
            <a:t>Member</a:t>
          </a:r>
        </a:p>
      </dsp:txBody>
      <dsp:txXfrm>
        <a:off x="5159851" y="4432924"/>
        <a:ext cx="591437" cy="295718"/>
      </dsp:txXfrm>
    </dsp:sp>
    <dsp:sp modelId="{3208BBD0-6574-FF46-86EC-7FC942EF2165}">
      <dsp:nvSpPr>
        <dsp:cNvPr id="0" name=""/>
        <dsp:cNvSpPr/>
      </dsp:nvSpPr>
      <dsp:spPr>
        <a:xfrm>
          <a:off x="5159851" y="4852845"/>
          <a:ext cx="591437" cy="2957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600" kern="1200" dirty="0"/>
            <a:t>Delete</a:t>
          </a:r>
          <a:br>
            <a:rPr lang="en-GB" sz="600" kern="1200" dirty="0"/>
          </a:br>
          <a:r>
            <a:rPr lang="en-GB" sz="600" kern="1200" dirty="0"/>
            <a:t>Member</a:t>
          </a:r>
        </a:p>
      </dsp:txBody>
      <dsp:txXfrm>
        <a:off x="5159851" y="4852845"/>
        <a:ext cx="591437" cy="295718"/>
      </dsp:txXfrm>
    </dsp:sp>
    <dsp:sp modelId="{E5C45381-3965-1940-AC5D-296B5FF4A72C}">
      <dsp:nvSpPr>
        <dsp:cNvPr id="0" name=""/>
        <dsp:cNvSpPr/>
      </dsp:nvSpPr>
      <dsp:spPr>
        <a:xfrm>
          <a:off x="5727632" y="2333320"/>
          <a:ext cx="591437" cy="2957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600" kern="1200" dirty="0"/>
            <a:t>Maintain Beneficiaries</a:t>
          </a:r>
        </a:p>
      </dsp:txBody>
      <dsp:txXfrm>
        <a:off x="5727632" y="2333320"/>
        <a:ext cx="591437" cy="295718"/>
      </dsp:txXfrm>
    </dsp:sp>
    <dsp:sp modelId="{943B0FCB-851C-B447-8334-504438F19C0C}">
      <dsp:nvSpPr>
        <dsp:cNvPr id="0" name=""/>
        <dsp:cNvSpPr/>
      </dsp:nvSpPr>
      <dsp:spPr>
        <a:xfrm>
          <a:off x="5875491" y="2753241"/>
          <a:ext cx="591437" cy="2957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600" kern="1200" dirty="0"/>
            <a:t>Create </a:t>
          </a:r>
          <a:br>
            <a:rPr lang="en-GB" sz="600" kern="1200" dirty="0"/>
          </a:br>
          <a:r>
            <a:rPr lang="en-GB" sz="600" kern="1200" dirty="0"/>
            <a:t>Beneficiary</a:t>
          </a:r>
        </a:p>
      </dsp:txBody>
      <dsp:txXfrm>
        <a:off x="5875491" y="2753241"/>
        <a:ext cx="591437" cy="295718"/>
      </dsp:txXfrm>
    </dsp:sp>
    <dsp:sp modelId="{35F2AFB3-1F6D-804A-AAD9-244B65E665F1}">
      <dsp:nvSpPr>
        <dsp:cNvPr id="0" name=""/>
        <dsp:cNvSpPr/>
      </dsp:nvSpPr>
      <dsp:spPr>
        <a:xfrm>
          <a:off x="5875491" y="3173162"/>
          <a:ext cx="591437" cy="2957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600" kern="1200" dirty="0"/>
            <a:t>Search Beneficiaries</a:t>
          </a:r>
        </a:p>
      </dsp:txBody>
      <dsp:txXfrm>
        <a:off x="5875491" y="3173162"/>
        <a:ext cx="591437" cy="295718"/>
      </dsp:txXfrm>
    </dsp:sp>
    <dsp:sp modelId="{7A535C58-04EA-EC40-82B9-1835170897E3}">
      <dsp:nvSpPr>
        <dsp:cNvPr id="0" name=""/>
        <dsp:cNvSpPr/>
      </dsp:nvSpPr>
      <dsp:spPr>
        <a:xfrm>
          <a:off x="5875491" y="3593083"/>
          <a:ext cx="591437" cy="2957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600" kern="1200" dirty="0"/>
            <a:t>Approve Beneficiary</a:t>
          </a:r>
        </a:p>
      </dsp:txBody>
      <dsp:txXfrm>
        <a:off x="5875491" y="3593083"/>
        <a:ext cx="591437" cy="295718"/>
      </dsp:txXfrm>
    </dsp:sp>
    <dsp:sp modelId="{C7BB3E89-59B3-F047-B23D-FDACE5074A0D}">
      <dsp:nvSpPr>
        <dsp:cNvPr id="0" name=""/>
        <dsp:cNvSpPr/>
      </dsp:nvSpPr>
      <dsp:spPr>
        <a:xfrm>
          <a:off x="7411751" y="1913399"/>
          <a:ext cx="591437" cy="2957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600" kern="1200" dirty="0"/>
            <a:t>Transaction UI</a:t>
          </a:r>
        </a:p>
      </dsp:txBody>
      <dsp:txXfrm>
        <a:off x="7411751" y="1913399"/>
        <a:ext cx="591437" cy="295718"/>
      </dsp:txXfrm>
    </dsp:sp>
    <dsp:sp modelId="{CE3FB246-C9E5-DA48-938A-92F4EE1D4499}">
      <dsp:nvSpPr>
        <dsp:cNvPr id="0" name=""/>
        <dsp:cNvSpPr/>
      </dsp:nvSpPr>
      <dsp:spPr>
        <a:xfrm>
          <a:off x="6443271" y="2333320"/>
          <a:ext cx="591437" cy="2957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600" kern="1200" dirty="0"/>
            <a:t>Payments</a:t>
          </a:r>
        </a:p>
      </dsp:txBody>
      <dsp:txXfrm>
        <a:off x="6443271" y="2333320"/>
        <a:ext cx="591437" cy="295718"/>
      </dsp:txXfrm>
    </dsp:sp>
    <dsp:sp modelId="{54B5AFE4-02B8-274F-8A4A-CEA14631D63C}">
      <dsp:nvSpPr>
        <dsp:cNvPr id="0" name=""/>
        <dsp:cNvSpPr/>
      </dsp:nvSpPr>
      <dsp:spPr>
        <a:xfrm>
          <a:off x="6591131" y="2753241"/>
          <a:ext cx="591437" cy="2957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600" kern="1200" dirty="0"/>
            <a:t>Create Payment request</a:t>
          </a:r>
        </a:p>
      </dsp:txBody>
      <dsp:txXfrm>
        <a:off x="6591131" y="2753241"/>
        <a:ext cx="591437" cy="295718"/>
      </dsp:txXfrm>
    </dsp:sp>
    <dsp:sp modelId="{1082C23B-972B-2946-8ABA-CC9A57E9057F}">
      <dsp:nvSpPr>
        <dsp:cNvPr id="0" name=""/>
        <dsp:cNvSpPr/>
      </dsp:nvSpPr>
      <dsp:spPr>
        <a:xfrm>
          <a:off x="6591131" y="3173162"/>
          <a:ext cx="591437" cy="2957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600" kern="1200" dirty="0"/>
            <a:t>Payment request notification</a:t>
          </a:r>
        </a:p>
      </dsp:txBody>
      <dsp:txXfrm>
        <a:off x="6591131" y="3173162"/>
        <a:ext cx="591437" cy="295718"/>
      </dsp:txXfrm>
    </dsp:sp>
    <dsp:sp modelId="{C012C1AF-E9A8-6145-97F7-AE6A396F51BA}">
      <dsp:nvSpPr>
        <dsp:cNvPr id="0" name=""/>
        <dsp:cNvSpPr/>
      </dsp:nvSpPr>
      <dsp:spPr>
        <a:xfrm>
          <a:off x="6591131" y="3593083"/>
          <a:ext cx="591437" cy="2957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600" kern="1200" dirty="0"/>
            <a:t>Search Transactions</a:t>
          </a:r>
        </a:p>
      </dsp:txBody>
      <dsp:txXfrm>
        <a:off x="6591131" y="3593083"/>
        <a:ext cx="591437" cy="295718"/>
      </dsp:txXfrm>
    </dsp:sp>
    <dsp:sp modelId="{B8EF4129-D699-CA4C-A101-97BE0B762A3D}">
      <dsp:nvSpPr>
        <dsp:cNvPr id="0" name=""/>
        <dsp:cNvSpPr/>
      </dsp:nvSpPr>
      <dsp:spPr>
        <a:xfrm>
          <a:off x="7664590" y="2333320"/>
          <a:ext cx="591437" cy="2957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600" kern="1200" dirty="0"/>
            <a:t>Foreign </a:t>
          </a:r>
          <a:br>
            <a:rPr lang="en-GB" sz="600" kern="1200" dirty="0"/>
          </a:br>
          <a:r>
            <a:rPr lang="en-GB" sz="600" kern="1200" dirty="0"/>
            <a:t>Exchange</a:t>
          </a:r>
        </a:p>
      </dsp:txBody>
      <dsp:txXfrm>
        <a:off x="7664590" y="2333320"/>
        <a:ext cx="591437" cy="295718"/>
      </dsp:txXfrm>
    </dsp:sp>
    <dsp:sp modelId="{BBC3144F-1057-5642-8692-4F0A7A8D0E47}">
      <dsp:nvSpPr>
        <dsp:cNvPr id="0" name=""/>
        <dsp:cNvSpPr/>
      </dsp:nvSpPr>
      <dsp:spPr>
        <a:xfrm>
          <a:off x="7306771" y="2753241"/>
          <a:ext cx="591437" cy="2957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600" kern="1200" dirty="0"/>
            <a:t>FX Quote</a:t>
          </a:r>
        </a:p>
      </dsp:txBody>
      <dsp:txXfrm>
        <a:off x="7306771" y="2753241"/>
        <a:ext cx="591437" cy="295718"/>
      </dsp:txXfrm>
    </dsp:sp>
    <dsp:sp modelId="{060AABD7-9775-5243-960E-7B17A5DD9526}">
      <dsp:nvSpPr>
        <dsp:cNvPr id="0" name=""/>
        <dsp:cNvSpPr/>
      </dsp:nvSpPr>
      <dsp:spPr>
        <a:xfrm>
          <a:off x="7454630" y="3173162"/>
          <a:ext cx="591437" cy="2957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600" kern="1200" dirty="0"/>
            <a:t>Request FX Quote</a:t>
          </a:r>
        </a:p>
      </dsp:txBody>
      <dsp:txXfrm>
        <a:off x="7454630" y="3173162"/>
        <a:ext cx="591437" cy="295718"/>
      </dsp:txXfrm>
    </dsp:sp>
    <dsp:sp modelId="{6BEB0858-D6D7-774C-A6A0-7761CACAECE6}">
      <dsp:nvSpPr>
        <dsp:cNvPr id="0" name=""/>
        <dsp:cNvSpPr/>
      </dsp:nvSpPr>
      <dsp:spPr>
        <a:xfrm>
          <a:off x="7454630" y="3593083"/>
          <a:ext cx="591437" cy="2957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600" kern="1200" dirty="0"/>
            <a:t>Accept </a:t>
          </a:r>
          <a:br>
            <a:rPr lang="en-GB" sz="600" kern="1200" dirty="0"/>
          </a:br>
          <a:r>
            <a:rPr lang="en-GB" sz="600" kern="1200" dirty="0"/>
            <a:t>FX Quote</a:t>
          </a:r>
        </a:p>
      </dsp:txBody>
      <dsp:txXfrm>
        <a:off x="7454630" y="3593083"/>
        <a:ext cx="591437" cy="295718"/>
      </dsp:txXfrm>
    </dsp:sp>
    <dsp:sp modelId="{96FBB8AC-54AF-3D4F-8041-C810283A4081}">
      <dsp:nvSpPr>
        <dsp:cNvPr id="0" name=""/>
        <dsp:cNvSpPr/>
      </dsp:nvSpPr>
      <dsp:spPr>
        <a:xfrm>
          <a:off x="8022410" y="2753241"/>
          <a:ext cx="591437" cy="2957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600" kern="1200" dirty="0"/>
            <a:t>Execute FX</a:t>
          </a:r>
        </a:p>
      </dsp:txBody>
      <dsp:txXfrm>
        <a:off x="8022410" y="2753241"/>
        <a:ext cx="591437" cy="295718"/>
      </dsp:txXfrm>
    </dsp:sp>
    <dsp:sp modelId="{970E8EC7-4517-0045-87F6-6DE9BBCCAAF3}">
      <dsp:nvSpPr>
        <dsp:cNvPr id="0" name=""/>
        <dsp:cNvSpPr/>
      </dsp:nvSpPr>
      <dsp:spPr>
        <a:xfrm>
          <a:off x="8170270" y="3173162"/>
          <a:ext cx="591437" cy="2957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600" kern="1200" dirty="0"/>
            <a:t>Execution Notification</a:t>
          </a:r>
        </a:p>
      </dsp:txBody>
      <dsp:txXfrm>
        <a:off x="8170270" y="3173162"/>
        <a:ext cx="591437" cy="295718"/>
      </dsp:txXfrm>
    </dsp:sp>
    <dsp:sp modelId="{F2493715-7549-9243-8B1C-C7F567D2A346}">
      <dsp:nvSpPr>
        <dsp:cNvPr id="0" name=""/>
        <dsp:cNvSpPr/>
      </dsp:nvSpPr>
      <dsp:spPr>
        <a:xfrm>
          <a:off x="8380230" y="2333320"/>
          <a:ext cx="591437" cy="2957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600" kern="1200" dirty="0"/>
            <a:t> Cards</a:t>
          </a:r>
        </a:p>
      </dsp:txBody>
      <dsp:txXfrm>
        <a:off x="8380230" y="2333320"/>
        <a:ext cx="591437" cy="295718"/>
      </dsp:txXfrm>
    </dsp:sp>
    <dsp:sp modelId="{A805B6E8-9CDD-5A4B-8878-7A89A1313F31}">
      <dsp:nvSpPr>
        <dsp:cNvPr id="0" name=""/>
        <dsp:cNvSpPr/>
      </dsp:nvSpPr>
      <dsp:spPr>
        <a:xfrm>
          <a:off x="9095870" y="1913399"/>
          <a:ext cx="591437" cy="2957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600" kern="1200" dirty="0"/>
            <a:t>Operations UI</a:t>
          </a:r>
        </a:p>
      </dsp:txBody>
      <dsp:txXfrm>
        <a:off x="9095870" y="1913399"/>
        <a:ext cx="591437" cy="295718"/>
      </dsp:txXfrm>
    </dsp:sp>
    <dsp:sp modelId="{6651AA4D-69E1-6D4A-A661-C5968A09EB60}">
      <dsp:nvSpPr>
        <dsp:cNvPr id="0" name=""/>
        <dsp:cNvSpPr/>
      </dsp:nvSpPr>
      <dsp:spPr>
        <a:xfrm>
          <a:off x="9095870" y="2333320"/>
          <a:ext cx="591437" cy="2957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600" kern="1200" dirty="0"/>
            <a:t>Reconciliation</a:t>
          </a:r>
        </a:p>
      </dsp:txBody>
      <dsp:txXfrm>
        <a:off x="9095870" y="2333320"/>
        <a:ext cx="591437" cy="295718"/>
      </dsp:txXfrm>
    </dsp:sp>
    <dsp:sp modelId="{EEB36141-7485-5D45-99D7-376D4D38960C}">
      <dsp:nvSpPr>
        <dsp:cNvPr id="0" name=""/>
        <dsp:cNvSpPr/>
      </dsp:nvSpPr>
      <dsp:spPr>
        <a:xfrm>
          <a:off x="9243729" y="2753241"/>
          <a:ext cx="591437" cy="2957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600" kern="1200" dirty="0"/>
            <a:t>Daily recon </a:t>
          </a:r>
          <a:br>
            <a:rPr lang="en-GB" sz="600" kern="1200" dirty="0"/>
          </a:br>
          <a:r>
            <a:rPr lang="en-GB" sz="600" kern="1200" dirty="0"/>
            <a:t>report</a:t>
          </a:r>
        </a:p>
      </dsp:txBody>
      <dsp:txXfrm>
        <a:off x="9243729" y="2753241"/>
        <a:ext cx="591437" cy="295718"/>
      </dsp:txXfrm>
    </dsp:sp>
    <dsp:sp modelId="{D4AB06A5-5C1E-E544-AD81-79A11242B2C7}">
      <dsp:nvSpPr>
        <dsp:cNvPr id="0" name=""/>
        <dsp:cNvSpPr/>
      </dsp:nvSpPr>
      <dsp:spPr>
        <a:xfrm>
          <a:off x="9243729" y="3173162"/>
          <a:ext cx="591437" cy="2957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600" kern="1200" dirty="0"/>
            <a:t>Post </a:t>
          </a:r>
          <a:br>
            <a:rPr lang="en-GB" sz="600" kern="1200" dirty="0"/>
          </a:br>
          <a:r>
            <a:rPr lang="en-GB" sz="600" kern="1200" dirty="0"/>
            <a:t>Adjustments</a:t>
          </a:r>
        </a:p>
      </dsp:txBody>
      <dsp:txXfrm>
        <a:off x="9243729" y="3173162"/>
        <a:ext cx="591437" cy="295718"/>
      </dsp:txXfrm>
    </dsp:sp>
    <dsp:sp modelId="{B9C274F7-9BF9-7E4B-9307-1306EA1E294D}">
      <dsp:nvSpPr>
        <dsp:cNvPr id="0" name=""/>
        <dsp:cNvSpPr/>
      </dsp:nvSpPr>
      <dsp:spPr>
        <a:xfrm>
          <a:off x="7269806" y="1493479"/>
          <a:ext cx="591437" cy="2957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600" kern="1200" dirty="0"/>
            <a:t>Mobile </a:t>
          </a:r>
          <a:br>
            <a:rPr lang="en-GB" sz="600" kern="1200" dirty="0"/>
          </a:br>
          <a:r>
            <a:rPr lang="en-GB" sz="600" kern="1200" dirty="0"/>
            <a:t>Banking</a:t>
          </a:r>
        </a:p>
      </dsp:txBody>
      <dsp:txXfrm>
        <a:off x="7269806" y="1493479"/>
        <a:ext cx="591437" cy="29571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20DD0F-57C9-BA4F-80A4-AB37839FC3A5}">
      <dsp:nvSpPr>
        <dsp:cNvPr id="0" name=""/>
        <dsp:cNvSpPr/>
      </dsp:nvSpPr>
      <dsp:spPr>
        <a:xfrm>
          <a:off x="4064000" y="2459823"/>
          <a:ext cx="2875309" cy="49902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9510"/>
              </a:lnTo>
              <a:lnTo>
                <a:pt x="2875309" y="249510"/>
              </a:lnTo>
              <a:lnTo>
                <a:pt x="2875309" y="49902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8EDDDEA-1B9F-504F-AEAA-1E4E07D58FBE}">
      <dsp:nvSpPr>
        <dsp:cNvPr id="0" name=""/>
        <dsp:cNvSpPr/>
      </dsp:nvSpPr>
      <dsp:spPr>
        <a:xfrm>
          <a:off x="4018280" y="2459823"/>
          <a:ext cx="91440" cy="49902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9902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82E18F8-4F0E-B54F-A48E-2C18063A8B68}">
      <dsp:nvSpPr>
        <dsp:cNvPr id="0" name=""/>
        <dsp:cNvSpPr/>
      </dsp:nvSpPr>
      <dsp:spPr>
        <a:xfrm>
          <a:off x="1188690" y="2459823"/>
          <a:ext cx="2875309" cy="499020"/>
        </a:xfrm>
        <a:custGeom>
          <a:avLst/>
          <a:gdLst/>
          <a:ahLst/>
          <a:cxnLst/>
          <a:rect l="0" t="0" r="0" b="0"/>
          <a:pathLst>
            <a:path>
              <a:moveTo>
                <a:pt x="2875309" y="0"/>
              </a:moveTo>
              <a:lnTo>
                <a:pt x="2875309" y="249510"/>
              </a:lnTo>
              <a:lnTo>
                <a:pt x="0" y="249510"/>
              </a:lnTo>
              <a:lnTo>
                <a:pt x="0" y="49902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AE09C74-57D6-B64E-9CF2-C4983B3CC1F4}">
      <dsp:nvSpPr>
        <dsp:cNvPr id="0" name=""/>
        <dsp:cNvSpPr/>
      </dsp:nvSpPr>
      <dsp:spPr>
        <a:xfrm>
          <a:off x="2875855" y="1271678"/>
          <a:ext cx="2376289" cy="118814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400" kern="1200" dirty="0"/>
            <a:t>Phases</a:t>
          </a:r>
        </a:p>
      </dsp:txBody>
      <dsp:txXfrm>
        <a:off x="2875855" y="1271678"/>
        <a:ext cx="2376289" cy="1188144"/>
      </dsp:txXfrm>
    </dsp:sp>
    <dsp:sp modelId="{9AB7851C-6B05-CE40-880B-550602B35593}">
      <dsp:nvSpPr>
        <dsp:cNvPr id="0" name=""/>
        <dsp:cNvSpPr/>
      </dsp:nvSpPr>
      <dsp:spPr>
        <a:xfrm>
          <a:off x="545" y="2958843"/>
          <a:ext cx="2376289" cy="118814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400" kern="1200" dirty="0"/>
            <a:t>Discovery</a:t>
          </a:r>
        </a:p>
      </dsp:txBody>
      <dsp:txXfrm>
        <a:off x="545" y="2958843"/>
        <a:ext cx="2376289" cy="1188144"/>
      </dsp:txXfrm>
    </dsp:sp>
    <dsp:sp modelId="{823D3423-F885-BD4D-805B-A336B6CB369E}">
      <dsp:nvSpPr>
        <dsp:cNvPr id="0" name=""/>
        <dsp:cNvSpPr/>
      </dsp:nvSpPr>
      <dsp:spPr>
        <a:xfrm>
          <a:off x="2875855" y="2958843"/>
          <a:ext cx="2376289" cy="118814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400" kern="1200" dirty="0"/>
            <a:t>Design</a:t>
          </a:r>
        </a:p>
      </dsp:txBody>
      <dsp:txXfrm>
        <a:off x="2875855" y="2958843"/>
        <a:ext cx="2376289" cy="1188144"/>
      </dsp:txXfrm>
    </dsp:sp>
    <dsp:sp modelId="{3A9BF2D7-1E0E-5F43-A16F-94419B52692B}">
      <dsp:nvSpPr>
        <dsp:cNvPr id="0" name=""/>
        <dsp:cNvSpPr/>
      </dsp:nvSpPr>
      <dsp:spPr>
        <a:xfrm>
          <a:off x="5751165" y="2958843"/>
          <a:ext cx="2376289" cy="118814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400" kern="1200" dirty="0"/>
            <a:t>Delivery</a:t>
          </a:r>
        </a:p>
      </dsp:txBody>
      <dsp:txXfrm>
        <a:off x="5751165" y="2958843"/>
        <a:ext cx="2376289" cy="118814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2C30D5-6C96-C243-9154-60FBCA6F38D2}">
      <dsp:nvSpPr>
        <dsp:cNvPr id="0" name=""/>
        <dsp:cNvSpPr/>
      </dsp:nvSpPr>
      <dsp:spPr>
        <a:xfrm>
          <a:off x="116261" y="1758710"/>
          <a:ext cx="173378" cy="381432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814323"/>
              </a:lnTo>
              <a:lnTo>
                <a:pt x="173378" y="381432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5EFE7CE-089F-884D-86BB-38759A6615A0}">
      <dsp:nvSpPr>
        <dsp:cNvPr id="0" name=""/>
        <dsp:cNvSpPr/>
      </dsp:nvSpPr>
      <dsp:spPr>
        <a:xfrm>
          <a:off x="116261" y="1758710"/>
          <a:ext cx="173378" cy="299366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993665"/>
              </a:lnTo>
              <a:lnTo>
                <a:pt x="173378" y="299366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4806DDB-6E66-5044-B65D-EE8C235A6B97}">
      <dsp:nvSpPr>
        <dsp:cNvPr id="0" name=""/>
        <dsp:cNvSpPr/>
      </dsp:nvSpPr>
      <dsp:spPr>
        <a:xfrm>
          <a:off x="116261" y="1758710"/>
          <a:ext cx="173378" cy="217300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73008"/>
              </a:lnTo>
              <a:lnTo>
                <a:pt x="173378" y="217300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7FCEE63-5B65-C645-A14F-9F486F1800C4}">
      <dsp:nvSpPr>
        <dsp:cNvPr id="0" name=""/>
        <dsp:cNvSpPr/>
      </dsp:nvSpPr>
      <dsp:spPr>
        <a:xfrm>
          <a:off x="116261" y="1758710"/>
          <a:ext cx="173378" cy="135235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52351"/>
              </a:lnTo>
              <a:lnTo>
                <a:pt x="173378" y="135235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472B342-F1D5-0E4A-87C0-D6A61712E3CC}">
      <dsp:nvSpPr>
        <dsp:cNvPr id="0" name=""/>
        <dsp:cNvSpPr/>
      </dsp:nvSpPr>
      <dsp:spPr>
        <a:xfrm>
          <a:off x="116261" y="1758710"/>
          <a:ext cx="173378" cy="53169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31693"/>
              </a:lnTo>
              <a:lnTo>
                <a:pt x="173378" y="53169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4889DB9-C6FC-944B-B400-C82903BDBC93}">
      <dsp:nvSpPr>
        <dsp:cNvPr id="0" name=""/>
        <dsp:cNvSpPr/>
      </dsp:nvSpPr>
      <dsp:spPr>
        <a:xfrm>
          <a:off x="578603" y="938053"/>
          <a:ext cx="4195755" cy="242729"/>
        </a:xfrm>
        <a:custGeom>
          <a:avLst/>
          <a:gdLst/>
          <a:ahLst/>
          <a:cxnLst/>
          <a:rect l="0" t="0" r="0" b="0"/>
          <a:pathLst>
            <a:path>
              <a:moveTo>
                <a:pt x="4195755" y="0"/>
              </a:moveTo>
              <a:lnTo>
                <a:pt x="4195755" y="121364"/>
              </a:lnTo>
              <a:lnTo>
                <a:pt x="0" y="121364"/>
              </a:lnTo>
              <a:lnTo>
                <a:pt x="0" y="24272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0376E2A-9DC9-174B-A886-F1C0EC6309D8}">
      <dsp:nvSpPr>
        <dsp:cNvPr id="0" name=""/>
        <dsp:cNvSpPr/>
      </dsp:nvSpPr>
      <dsp:spPr>
        <a:xfrm>
          <a:off x="1803810" y="2579367"/>
          <a:ext cx="173378" cy="135235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52351"/>
              </a:lnTo>
              <a:lnTo>
                <a:pt x="173378" y="135235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6A61D6B-2D04-2741-885D-7FBF518AA4DA}">
      <dsp:nvSpPr>
        <dsp:cNvPr id="0" name=""/>
        <dsp:cNvSpPr/>
      </dsp:nvSpPr>
      <dsp:spPr>
        <a:xfrm>
          <a:off x="1803810" y="2579367"/>
          <a:ext cx="173378" cy="53169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31693"/>
              </a:lnTo>
              <a:lnTo>
                <a:pt x="173378" y="53169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C8649A7-5432-9E44-AFED-409A054AF5EE}">
      <dsp:nvSpPr>
        <dsp:cNvPr id="0" name=""/>
        <dsp:cNvSpPr/>
      </dsp:nvSpPr>
      <dsp:spPr>
        <a:xfrm>
          <a:off x="2266152" y="1758710"/>
          <a:ext cx="2797170" cy="242729"/>
        </a:xfrm>
        <a:custGeom>
          <a:avLst/>
          <a:gdLst/>
          <a:ahLst/>
          <a:cxnLst/>
          <a:rect l="0" t="0" r="0" b="0"/>
          <a:pathLst>
            <a:path>
              <a:moveTo>
                <a:pt x="2797170" y="0"/>
              </a:moveTo>
              <a:lnTo>
                <a:pt x="2797170" y="121364"/>
              </a:lnTo>
              <a:lnTo>
                <a:pt x="0" y="121364"/>
              </a:lnTo>
              <a:lnTo>
                <a:pt x="0" y="24272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A93BF9D-C2F8-6A48-A742-BD7AD14C517D}">
      <dsp:nvSpPr>
        <dsp:cNvPr id="0" name=""/>
        <dsp:cNvSpPr/>
      </dsp:nvSpPr>
      <dsp:spPr>
        <a:xfrm>
          <a:off x="3202395" y="2579367"/>
          <a:ext cx="173378" cy="217300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73008"/>
              </a:lnTo>
              <a:lnTo>
                <a:pt x="173378" y="217300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D02FF3F-7455-5F41-80E6-CC182076BCCB}">
      <dsp:nvSpPr>
        <dsp:cNvPr id="0" name=""/>
        <dsp:cNvSpPr/>
      </dsp:nvSpPr>
      <dsp:spPr>
        <a:xfrm>
          <a:off x="3202395" y="2579367"/>
          <a:ext cx="173378" cy="135235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52351"/>
              </a:lnTo>
              <a:lnTo>
                <a:pt x="173378" y="135235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767C194-6C01-2D4D-B1CD-6ABF429BDB9D}">
      <dsp:nvSpPr>
        <dsp:cNvPr id="0" name=""/>
        <dsp:cNvSpPr/>
      </dsp:nvSpPr>
      <dsp:spPr>
        <a:xfrm>
          <a:off x="3202395" y="2579367"/>
          <a:ext cx="173378" cy="53169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31693"/>
              </a:lnTo>
              <a:lnTo>
                <a:pt x="173378" y="53169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F36656D-95BC-F54D-9A34-5DF65083DE3E}">
      <dsp:nvSpPr>
        <dsp:cNvPr id="0" name=""/>
        <dsp:cNvSpPr/>
      </dsp:nvSpPr>
      <dsp:spPr>
        <a:xfrm>
          <a:off x="3664737" y="1758710"/>
          <a:ext cx="1398585" cy="242729"/>
        </a:xfrm>
        <a:custGeom>
          <a:avLst/>
          <a:gdLst/>
          <a:ahLst/>
          <a:cxnLst/>
          <a:rect l="0" t="0" r="0" b="0"/>
          <a:pathLst>
            <a:path>
              <a:moveTo>
                <a:pt x="1398585" y="0"/>
              </a:moveTo>
              <a:lnTo>
                <a:pt x="1398585" y="121364"/>
              </a:lnTo>
              <a:lnTo>
                <a:pt x="0" y="121364"/>
              </a:lnTo>
              <a:lnTo>
                <a:pt x="0" y="24272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3CA8EDA-434C-3D49-8B34-2B899EB78D33}">
      <dsp:nvSpPr>
        <dsp:cNvPr id="0" name=""/>
        <dsp:cNvSpPr/>
      </dsp:nvSpPr>
      <dsp:spPr>
        <a:xfrm>
          <a:off x="4600980" y="2579367"/>
          <a:ext cx="173378" cy="135235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52351"/>
              </a:lnTo>
              <a:lnTo>
                <a:pt x="173378" y="135235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BDFCEB1-DE84-B34C-A9AF-0C62F95E2F2E}">
      <dsp:nvSpPr>
        <dsp:cNvPr id="0" name=""/>
        <dsp:cNvSpPr/>
      </dsp:nvSpPr>
      <dsp:spPr>
        <a:xfrm>
          <a:off x="4600980" y="2579367"/>
          <a:ext cx="173378" cy="53169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31693"/>
              </a:lnTo>
              <a:lnTo>
                <a:pt x="173378" y="53169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C06AB4B-77F6-9749-9C44-C3E6B9779554}">
      <dsp:nvSpPr>
        <dsp:cNvPr id="0" name=""/>
        <dsp:cNvSpPr/>
      </dsp:nvSpPr>
      <dsp:spPr>
        <a:xfrm>
          <a:off x="5017602" y="1758710"/>
          <a:ext cx="91440" cy="24272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4272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758851F-AD1B-5E4E-B02F-2B74800D3F02}">
      <dsp:nvSpPr>
        <dsp:cNvPr id="0" name=""/>
        <dsp:cNvSpPr/>
      </dsp:nvSpPr>
      <dsp:spPr>
        <a:xfrm>
          <a:off x="5063322" y="1758710"/>
          <a:ext cx="1398585" cy="2427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1364"/>
              </a:lnTo>
              <a:lnTo>
                <a:pt x="1398585" y="121364"/>
              </a:lnTo>
              <a:lnTo>
                <a:pt x="1398585" y="24272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9B1FCE7-7B14-AA41-AF75-97A30247AA85}">
      <dsp:nvSpPr>
        <dsp:cNvPr id="0" name=""/>
        <dsp:cNvSpPr/>
      </dsp:nvSpPr>
      <dsp:spPr>
        <a:xfrm>
          <a:off x="5063322" y="1758710"/>
          <a:ext cx="2797170" cy="2427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1364"/>
              </a:lnTo>
              <a:lnTo>
                <a:pt x="2797170" y="121364"/>
              </a:lnTo>
              <a:lnTo>
                <a:pt x="2797170" y="24272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08F2FF4-B18A-AD42-B4EE-B6BFC0656298}">
      <dsp:nvSpPr>
        <dsp:cNvPr id="0" name=""/>
        <dsp:cNvSpPr/>
      </dsp:nvSpPr>
      <dsp:spPr>
        <a:xfrm>
          <a:off x="4774359" y="938053"/>
          <a:ext cx="288963" cy="2427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1364"/>
              </a:lnTo>
              <a:lnTo>
                <a:pt x="288963" y="121364"/>
              </a:lnTo>
              <a:lnTo>
                <a:pt x="288963" y="24272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F62A0D9-A833-2847-A6FC-A6ACF9FF27A7}">
      <dsp:nvSpPr>
        <dsp:cNvPr id="0" name=""/>
        <dsp:cNvSpPr/>
      </dsp:nvSpPr>
      <dsp:spPr>
        <a:xfrm>
          <a:off x="8507772" y="1758710"/>
          <a:ext cx="173378" cy="299366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993665"/>
              </a:lnTo>
              <a:lnTo>
                <a:pt x="173378" y="299366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9A4DCD7-4768-3045-8461-27A6A97380C6}">
      <dsp:nvSpPr>
        <dsp:cNvPr id="0" name=""/>
        <dsp:cNvSpPr/>
      </dsp:nvSpPr>
      <dsp:spPr>
        <a:xfrm>
          <a:off x="8507772" y="1758710"/>
          <a:ext cx="173378" cy="217300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73008"/>
              </a:lnTo>
              <a:lnTo>
                <a:pt x="173378" y="217300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CE3EEAA-9EB6-464B-A198-FD49BBB9AFE9}">
      <dsp:nvSpPr>
        <dsp:cNvPr id="0" name=""/>
        <dsp:cNvSpPr/>
      </dsp:nvSpPr>
      <dsp:spPr>
        <a:xfrm>
          <a:off x="8507772" y="1758710"/>
          <a:ext cx="173378" cy="135235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52351"/>
              </a:lnTo>
              <a:lnTo>
                <a:pt x="173378" y="135235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5A64867-F3C5-DA48-A380-2CEE3E3BB3CA}">
      <dsp:nvSpPr>
        <dsp:cNvPr id="0" name=""/>
        <dsp:cNvSpPr/>
      </dsp:nvSpPr>
      <dsp:spPr>
        <a:xfrm>
          <a:off x="8507772" y="1758710"/>
          <a:ext cx="173378" cy="53169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31693"/>
              </a:lnTo>
              <a:lnTo>
                <a:pt x="173378" y="53169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279D545-F3C5-4E43-8926-6F3F81022687}">
      <dsp:nvSpPr>
        <dsp:cNvPr id="0" name=""/>
        <dsp:cNvSpPr/>
      </dsp:nvSpPr>
      <dsp:spPr>
        <a:xfrm>
          <a:off x="4774359" y="938053"/>
          <a:ext cx="4195755" cy="2427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1364"/>
              </a:lnTo>
              <a:lnTo>
                <a:pt x="4195755" y="121364"/>
              </a:lnTo>
              <a:lnTo>
                <a:pt x="4195755" y="24272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9FA8C26-A4CD-AC42-9DF7-191AA58F7897}">
      <dsp:nvSpPr>
        <dsp:cNvPr id="0" name=""/>
        <dsp:cNvSpPr/>
      </dsp:nvSpPr>
      <dsp:spPr>
        <a:xfrm>
          <a:off x="4196431" y="360125"/>
          <a:ext cx="1155855" cy="5779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Discovery</a:t>
          </a:r>
        </a:p>
      </dsp:txBody>
      <dsp:txXfrm>
        <a:off x="4196431" y="360125"/>
        <a:ext cx="1155855" cy="577927"/>
      </dsp:txXfrm>
    </dsp:sp>
    <dsp:sp modelId="{3C407DF5-2A04-E147-B74A-2AFC92E708EB}">
      <dsp:nvSpPr>
        <dsp:cNvPr id="0" name=""/>
        <dsp:cNvSpPr/>
      </dsp:nvSpPr>
      <dsp:spPr>
        <a:xfrm>
          <a:off x="8392187" y="1180782"/>
          <a:ext cx="1155855" cy="5779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FPMS</a:t>
          </a:r>
        </a:p>
      </dsp:txBody>
      <dsp:txXfrm>
        <a:off x="8392187" y="1180782"/>
        <a:ext cx="1155855" cy="577927"/>
      </dsp:txXfrm>
    </dsp:sp>
    <dsp:sp modelId="{9B0FC5A5-F912-774F-B5CB-23CF54AEE095}">
      <dsp:nvSpPr>
        <dsp:cNvPr id="0" name=""/>
        <dsp:cNvSpPr/>
      </dsp:nvSpPr>
      <dsp:spPr>
        <a:xfrm>
          <a:off x="8681150" y="2001440"/>
          <a:ext cx="1155855" cy="5779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Platform</a:t>
          </a:r>
        </a:p>
      </dsp:txBody>
      <dsp:txXfrm>
        <a:off x="8681150" y="2001440"/>
        <a:ext cx="1155855" cy="577927"/>
      </dsp:txXfrm>
    </dsp:sp>
    <dsp:sp modelId="{EC5E33D5-C655-C348-90F5-7B9F87735B30}">
      <dsp:nvSpPr>
        <dsp:cNvPr id="0" name=""/>
        <dsp:cNvSpPr/>
      </dsp:nvSpPr>
      <dsp:spPr>
        <a:xfrm>
          <a:off x="8681150" y="2822097"/>
          <a:ext cx="1155855" cy="5779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Database</a:t>
          </a:r>
        </a:p>
      </dsp:txBody>
      <dsp:txXfrm>
        <a:off x="8681150" y="2822097"/>
        <a:ext cx="1155855" cy="577927"/>
      </dsp:txXfrm>
    </dsp:sp>
    <dsp:sp modelId="{3179FDDA-027D-0346-9CAC-32CE62CBD8CE}">
      <dsp:nvSpPr>
        <dsp:cNvPr id="0" name=""/>
        <dsp:cNvSpPr/>
      </dsp:nvSpPr>
      <dsp:spPr>
        <a:xfrm>
          <a:off x="8681150" y="3642755"/>
          <a:ext cx="1155855" cy="5779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Interfaces</a:t>
          </a:r>
        </a:p>
      </dsp:txBody>
      <dsp:txXfrm>
        <a:off x="8681150" y="3642755"/>
        <a:ext cx="1155855" cy="577927"/>
      </dsp:txXfrm>
    </dsp:sp>
    <dsp:sp modelId="{14A95C6B-C37B-8D4E-A13B-A7BC72EE9A06}">
      <dsp:nvSpPr>
        <dsp:cNvPr id="0" name=""/>
        <dsp:cNvSpPr/>
      </dsp:nvSpPr>
      <dsp:spPr>
        <a:xfrm>
          <a:off x="8681150" y="4463412"/>
          <a:ext cx="1155855" cy="5779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Functions</a:t>
          </a:r>
        </a:p>
      </dsp:txBody>
      <dsp:txXfrm>
        <a:off x="8681150" y="4463412"/>
        <a:ext cx="1155855" cy="577927"/>
      </dsp:txXfrm>
    </dsp:sp>
    <dsp:sp modelId="{8F108E91-06F7-FC44-A1A1-598398B0EBB9}">
      <dsp:nvSpPr>
        <dsp:cNvPr id="0" name=""/>
        <dsp:cNvSpPr/>
      </dsp:nvSpPr>
      <dsp:spPr>
        <a:xfrm>
          <a:off x="4485395" y="1180782"/>
          <a:ext cx="1155855" cy="5779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TruSek</a:t>
          </a:r>
        </a:p>
      </dsp:txBody>
      <dsp:txXfrm>
        <a:off x="4485395" y="1180782"/>
        <a:ext cx="1155855" cy="577927"/>
      </dsp:txXfrm>
    </dsp:sp>
    <dsp:sp modelId="{1B18C2A4-7ECF-BB4B-B5B5-FB7D7A7DA1F9}">
      <dsp:nvSpPr>
        <dsp:cNvPr id="0" name=""/>
        <dsp:cNvSpPr/>
      </dsp:nvSpPr>
      <dsp:spPr>
        <a:xfrm>
          <a:off x="7282565" y="2001440"/>
          <a:ext cx="1155855" cy="5779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API</a:t>
          </a:r>
        </a:p>
      </dsp:txBody>
      <dsp:txXfrm>
        <a:off x="7282565" y="2001440"/>
        <a:ext cx="1155855" cy="577927"/>
      </dsp:txXfrm>
    </dsp:sp>
    <dsp:sp modelId="{C7BC90C5-872B-D345-ADE2-B01104BAB8A0}">
      <dsp:nvSpPr>
        <dsp:cNvPr id="0" name=""/>
        <dsp:cNvSpPr/>
      </dsp:nvSpPr>
      <dsp:spPr>
        <a:xfrm>
          <a:off x="5883980" y="2001440"/>
          <a:ext cx="1155855" cy="5779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Wallet</a:t>
          </a:r>
        </a:p>
      </dsp:txBody>
      <dsp:txXfrm>
        <a:off x="5883980" y="2001440"/>
        <a:ext cx="1155855" cy="577927"/>
      </dsp:txXfrm>
    </dsp:sp>
    <dsp:sp modelId="{05C04A0B-EBFF-9947-8289-21B842A93F3E}">
      <dsp:nvSpPr>
        <dsp:cNvPr id="0" name=""/>
        <dsp:cNvSpPr/>
      </dsp:nvSpPr>
      <dsp:spPr>
        <a:xfrm>
          <a:off x="4485395" y="2001440"/>
          <a:ext cx="1155855" cy="5779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Portals</a:t>
          </a:r>
        </a:p>
      </dsp:txBody>
      <dsp:txXfrm>
        <a:off x="4485395" y="2001440"/>
        <a:ext cx="1155855" cy="577927"/>
      </dsp:txXfrm>
    </dsp:sp>
    <dsp:sp modelId="{9C44386A-E5CA-E14F-B3BF-2BC96743B013}">
      <dsp:nvSpPr>
        <dsp:cNvPr id="0" name=""/>
        <dsp:cNvSpPr/>
      </dsp:nvSpPr>
      <dsp:spPr>
        <a:xfrm>
          <a:off x="4774359" y="2822097"/>
          <a:ext cx="1155855" cy="5779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User Portal</a:t>
          </a:r>
        </a:p>
      </dsp:txBody>
      <dsp:txXfrm>
        <a:off x="4774359" y="2822097"/>
        <a:ext cx="1155855" cy="577927"/>
      </dsp:txXfrm>
    </dsp:sp>
    <dsp:sp modelId="{FFE6A2B9-2606-F142-BF87-90A01065F618}">
      <dsp:nvSpPr>
        <dsp:cNvPr id="0" name=""/>
        <dsp:cNvSpPr/>
      </dsp:nvSpPr>
      <dsp:spPr>
        <a:xfrm>
          <a:off x="4774359" y="3642755"/>
          <a:ext cx="1155855" cy="5779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Admin Portal</a:t>
          </a:r>
        </a:p>
      </dsp:txBody>
      <dsp:txXfrm>
        <a:off x="4774359" y="3642755"/>
        <a:ext cx="1155855" cy="577927"/>
      </dsp:txXfrm>
    </dsp:sp>
    <dsp:sp modelId="{5845C4BE-61DE-6144-B917-945D9305259E}">
      <dsp:nvSpPr>
        <dsp:cNvPr id="0" name=""/>
        <dsp:cNvSpPr/>
      </dsp:nvSpPr>
      <dsp:spPr>
        <a:xfrm>
          <a:off x="3086809" y="2001440"/>
          <a:ext cx="1155855" cy="5779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Functions</a:t>
          </a:r>
        </a:p>
      </dsp:txBody>
      <dsp:txXfrm>
        <a:off x="3086809" y="2001440"/>
        <a:ext cx="1155855" cy="577927"/>
      </dsp:txXfrm>
    </dsp:sp>
    <dsp:sp modelId="{5F813F53-AF67-9449-81E2-3849216D08E9}">
      <dsp:nvSpPr>
        <dsp:cNvPr id="0" name=""/>
        <dsp:cNvSpPr/>
      </dsp:nvSpPr>
      <dsp:spPr>
        <a:xfrm>
          <a:off x="3375773" y="2822097"/>
          <a:ext cx="1155855" cy="5779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Payment Initiation</a:t>
          </a:r>
        </a:p>
      </dsp:txBody>
      <dsp:txXfrm>
        <a:off x="3375773" y="2822097"/>
        <a:ext cx="1155855" cy="577927"/>
      </dsp:txXfrm>
    </dsp:sp>
    <dsp:sp modelId="{E5834657-840F-C94D-B8DE-DA5D35311547}">
      <dsp:nvSpPr>
        <dsp:cNvPr id="0" name=""/>
        <dsp:cNvSpPr/>
      </dsp:nvSpPr>
      <dsp:spPr>
        <a:xfrm>
          <a:off x="3375773" y="3642755"/>
          <a:ext cx="1155855" cy="5779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Manual </a:t>
          </a:r>
          <a:br>
            <a:rPr lang="en-GB" sz="1500" kern="1200" dirty="0"/>
          </a:br>
          <a:r>
            <a:rPr lang="en-GB" sz="1500" kern="1200" dirty="0"/>
            <a:t>Tx Entry</a:t>
          </a:r>
        </a:p>
      </dsp:txBody>
      <dsp:txXfrm>
        <a:off x="3375773" y="3642755"/>
        <a:ext cx="1155855" cy="577927"/>
      </dsp:txXfrm>
    </dsp:sp>
    <dsp:sp modelId="{C1E58DAF-2AD1-F645-8D90-AA39802A17C6}">
      <dsp:nvSpPr>
        <dsp:cNvPr id="0" name=""/>
        <dsp:cNvSpPr/>
      </dsp:nvSpPr>
      <dsp:spPr>
        <a:xfrm>
          <a:off x="3375773" y="4463412"/>
          <a:ext cx="1155855" cy="5779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User Maintenance</a:t>
          </a:r>
        </a:p>
      </dsp:txBody>
      <dsp:txXfrm>
        <a:off x="3375773" y="4463412"/>
        <a:ext cx="1155855" cy="577927"/>
      </dsp:txXfrm>
    </dsp:sp>
    <dsp:sp modelId="{DBF89C41-509C-4441-80AB-10325BD96D3A}">
      <dsp:nvSpPr>
        <dsp:cNvPr id="0" name=""/>
        <dsp:cNvSpPr/>
      </dsp:nvSpPr>
      <dsp:spPr>
        <a:xfrm>
          <a:off x="1688224" y="2001440"/>
          <a:ext cx="1155855" cy="5779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Processes</a:t>
          </a:r>
        </a:p>
      </dsp:txBody>
      <dsp:txXfrm>
        <a:off x="1688224" y="2001440"/>
        <a:ext cx="1155855" cy="577927"/>
      </dsp:txXfrm>
    </dsp:sp>
    <dsp:sp modelId="{65A2AB15-4697-B145-B527-2BAE2910000E}">
      <dsp:nvSpPr>
        <dsp:cNvPr id="0" name=""/>
        <dsp:cNvSpPr/>
      </dsp:nvSpPr>
      <dsp:spPr>
        <a:xfrm>
          <a:off x="1977188" y="2822097"/>
          <a:ext cx="1155855" cy="5779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End of Day</a:t>
          </a:r>
        </a:p>
      </dsp:txBody>
      <dsp:txXfrm>
        <a:off x="1977188" y="2822097"/>
        <a:ext cx="1155855" cy="577927"/>
      </dsp:txXfrm>
    </dsp:sp>
    <dsp:sp modelId="{48EE7F41-728F-CF4C-A8C2-627E2B9918EC}">
      <dsp:nvSpPr>
        <dsp:cNvPr id="0" name=""/>
        <dsp:cNvSpPr/>
      </dsp:nvSpPr>
      <dsp:spPr>
        <a:xfrm>
          <a:off x="1977188" y="3642755"/>
          <a:ext cx="1155855" cy="5779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Reconciliation</a:t>
          </a:r>
        </a:p>
      </dsp:txBody>
      <dsp:txXfrm>
        <a:off x="1977188" y="3642755"/>
        <a:ext cx="1155855" cy="577927"/>
      </dsp:txXfrm>
    </dsp:sp>
    <dsp:sp modelId="{CDB70E5C-F066-D349-8D88-21ABEAB29400}">
      <dsp:nvSpPr>
        <dsp:cNvPr id="0" name=""/>
        <dsp:cNvSpPr/>
      </dsp:nvSpPr>
      <dsp:spPr>
        <a:xfrm>
          <a:off x="675" y="1180782"/>
          <a:ext cx="1155855" cy="5779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Banking </a:t>
          </a:r>
          <a:br>
            <a:rPr lang="en-GB" sz="1500" kern="1200" dirty="0"/>
          </a:br>
          <a:r>
            <a:rPr lang="en-GB" sz="1500" kern="1200" dirty="0"/>
            <a:t>API’s</a:t>
          </a:r>
        </a:p>
      </dsp:txBody>
      <dsp:txXfrm>
        <a:off x="675" y="1180782"/>
        <a:ext cx="1155855" cy="577927"/>
      </dsp:txXfrm>
    </dsp:sp>
    <dsp:sp modelId="{061277D7-15BA-BC42-A0A4-CA630E237EBF}">
      <dsp:nvSpPr>
        <dsp:cNvPr id="0" name=""/>
        <dsp:cNvSpPr/>
      </dsp:nvSpPr>
      <dsp:spPr>
        <a:xfrm>
          <a:off x="289639" y="2001440"/>
          <a:ext cx="1155855" cy="5779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Banking </a:t>
          </a:r>
          <a:br>
            <a:rPr lang="en-GB" sz="1500" kern="1200" dirty="0"/>
          </a:br>
          <a:r>
            <a:rPr lang="en-GB" sz="1500" kern="1200" dirty="0"/>
            <a:t>Circle</a:t>
          </a:r>
        </a:p>
      </dsp:txBody>
      <dsp:txXfrm>
        <a:off x="289639" y="2001440"/>
        <a:ext cx="1155855" cy="577927"/>
      </dsp:txXfrm>
    </dsp:sp>
    <dsp:sp modelId="{FF03C48A-6130-4A4F-915D-708CB9F13C03}">
      <dsp:nvSpPr>
        <dsp:cNvPr id="0" name=""/>
        <dsp:cNvSpPr/>
      </dsp:nvSpPr>
      <dsp:spPr>
        <a:xfrm>
          <a:off x="289639" y="2822097"/>
          <a:ext cx="1155855" cy="5779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LHV</a:t>
          </a:r>
        </a:p>
      </dsp:txBody>
      <dsp:txXfrm>
        <a:off x="289639" y="2822097"/>
        <a:ext cx="1155855" cy="577927"/>
      </dsp:txXfrm>
    </dsp:sp>
    <dsp:sp modelId="{606C3636-5A91-3A43-A1F5-7157B2FCCDE7}">
      <dsp:nvSpPr>
        <dsp:cNvPr id="0" name=""/>
        <dsp:cNvSpPr/>
      </dsp:nvSpPr>
      <dsp:spPr>
        <a:xfrm>
          <a:off x="289639" y="3642755"/>
          <a:ext cx="1155855" cy="5779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Equals Money</a:t>
          </a:r>
        </a:p>
      </dsp:txBody>
      <dsp:txXfrm>
        <a:off x="289639" y="3642755"/>
        <a:ext cx="1155855" cy="577927"/>
      </dsp:txXfrm>
    </dsp:sp>
    <dsp:sp modelId="{75AFF2E5-DC32-ED4A-8E4D-6FB8B8AE721C}">
      <dsp:nvSpPr>
        <dsp:cNvPr id="0" name=""/>
        <dsp:cNvSpPr/>
      </dsp:nvSpPr>
      <dsp:spPr>
        <a:xfrm>
          <a:off x="289639" y="4463412"/>
          <a:ext cx="1155855" cy="5779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 err="1"/>
            <a:t>BoL</a:t>
          </a:r>
          <a:endParaRPr lang="en-GB" sz="1500" kern="1200" dirty="0"/>
        </a:p>
      </dsp:txBody>
      <dsp:txXfrm>
        <a:off x="289639" y="4463412"/>
        <a:ext cx="1155855" cy="577927"/>
      </dsp:txXfrm>
    </dsp:sp>
    <dsp:sp modelId="{B4E7E160-1277-AA44-81A9-941224A402AB}">
      <dsp:nvSpPr>
        <dsp:cNvPr id="0" name=""/>
        <dsp:cNvSpPr/>
      </dsp:nvSpPr>
      <dsp:spPr>
        <a:xfrm>
          <a:off x="289639" y="5284069"/>
          <a:ext cx="1155855" cy="5779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Convera</a:t>
          </a:r>
        </a:p>
      </dsp:txBody>
      <dsp:txXfrm>
        <a:off x="289639" y="5284069"/>
        <a:ext cx="1155855" cy="57792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98135F-DB06-C248-9EE5-932ADCD5B659}">
      <dsp:nvSpPr>
        <dsp:cNvPr id="0" name=""/>
        <dsp:cNvSpPr/>
      </dsp:nvSpPr>
      <dsp:spPr>
        <a:xfrm>
          <a:off x="1862878" y="1583080"/>
          <a:ext cx="195895" cy="430969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309690"/>
              </a:lnTo>
              <a:lnTo>
                <a:pt x="195895" y="430969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7858B76-E3B7-0744-B224-DFAF72BEC614}">
      <dsp:nvSpPr>
        <dsp:cNvPr id="0" name=""/>
        <dsp:cNvSpPr/>
      </dsp:nvSpPr>
      <dsp:spPr>
        <a:xfrm>
          <a:off x="1862878" y="1583080"/>
          <a:ext cx="195895" cy="338245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382453"/>
              </a:lnTo>
              <a:lnTo>
                <a:pt x="195895" y="338245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1ED26C7-31CB-AB43-B8F5-B10AA4F622BA}">
      <dsp:nvSpPr>
        <dsp:cNvPr id="0" name=""/>
        <dsp:cNvSpPr/>
      </dsp:nvSpPr>
      <dsp:spPr>
        <a:xfrm>
          <a:off x="1862878" y="1583080"/>
          <a:ext cx="195895" cy="245521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55217"/>
              </a:lnTo>
              <a:lnTo>
                <a:pt x="195895" y="245521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C871B95-C2D4-864D-9BA5-FCB23D34407C}">
      <dsp:nvSpPr>
        <dsp:cNvPr id="0" name=""/>
        <dsp:cNvSpPr/>
      </dsp:nvSpPr>
      <dsp:spPr>
        <a:xfrm>
          <a:off x="1862878" y="1583080"/>
          <a:ext cx="195895" cy="152798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27981"/>
              </a:lnTo>
              <a:lnTo>
                <a:pt x="195895" y="152798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C2A3FD4-52CD-9447-8BD2-AD745BEDF210}">
      <dsp:nvSpPr>
        <dsp:cNvPr id="0" name=""/>
        <dsp:cNvSpPr/>
      </dsp:nvSpPr>
      <dsp:spPr>
        <a:xfrm>
          <a:off x="1862878" y="1583080"/>
          <a:ext cx="195895" cy="60074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00744"/>
              </a:lnTo>
              <a:lnTo>
                <a:pt x="195895" y="60074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4889DB9-C6FC-944B-B400-C82903BDBC93}">
      <dsp:nvSpPr>
        <dsp:cNvPr id="0" name=""/>
        <dsp:cNvSpPr/>
      </dsp:nvSpPr>
      <dsp:spPr>
        <a:xfrm>
          <a:off x="2385265" y="655844"/>
          <a:ext cx="2370329" cy="274253"/>
        </a:xfrm>
        <a:custGeom>
          <a:avLst/>
          <a:gdLst/>
          <a:ahLst/>
          <a:cxnLst/>
          <a:rect l="0" t="0" r="0" b="0"/>
          <a:pathLst>
            <a:path>
              <a:moveTo>
                <a:pt x="2370329" y="0"/>
              </a:moveTo>
              <a:lnTo>
                <a:pt x="2370329" y="137126"/>
              </a:lnTo>
              <a:lnTo>
                <a:pt x="0" y="137126"/>
              </a:lnTo>
              <a:lnTo>
                <a:pt x="0" y="27425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C8649A7-5432-9E44-AFED-409A054AF5EE}">
      <dsp:nvSpPr>
        <dsp:cNvPr id="0" name=""/>
        <dsp:cNvSpPr/>
      </dsp:nvSpPr>
      <dsp:spPr>
        <a:xfrm>
          <a:off x="3443098" y="1583080"/>
          <a:ext cx="195895" cy="245521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55217"/>
              </a:lnTo>
              <a:lnTo>
                <a:pt x="195895" y="245521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F36656D-95BC-F54D-9A34-5DF65083DE3E}">
      <dsp:nvSpPr>
        <dsp:cNvPr id="0" name=""/>
        <dsp:cNvSpPr/>
      </dsp:nvSpPr>
      <dsp:spPr>
        <a:xfrm>
          <a:off x="3443098" y="1583080"/>
          <a:ext cx="195895" cy="152798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27981"/>
              </a:lnTo>
              <a:lnTo>
                <a:pt x="195895" y="152798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C06AB4B-77F6-9749-9C44-C3E6B9779554}">
      <dsp:nvSpPr>
        <dsp:cNvPr id="0" name=""/>
        <dsp:cNvSpPr/>
      </dsp:nvSpPr>
      <dsp:spPr>
        <a:xfrm>
          <a:off x="3443098" y="1583080"/>
          <a:ext cx="195895" cy="60074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00744"/>
              </a:lnTo>
              <a:lnTo>
                <a:pt x="195895" y="60074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08F2FF4-B18A-AD42-B4EE-B6BFC0656298}">
      <dsp:nvSpPr>
        <dsp:cNvPr id="0" name=""/>
        <dsp:cNvSpPr/>
      </dsp:nvSpPr>
      <dsp:spPr>
        <a:xfrm>
          <a:off x="3965485" y="655844"/>
          <a:ext cx="790109" cy="274253"/>
        </a:xfrm>
        <a:custGeom>
          <a:avLst/>
          <a:gdLst/>
          <a:ahLst/>
          <a:cxnLst/>
          <a:rect l="0" t="0" r="0" b="0"/>
          <a:pathLst>
            <a:path>
              <a:moveTo>
                <a:pt x="790109" y="0"/>
              </a:moveTo>
              <a:lnTo>
                <a:pt x="790109" y="137126"/>
              </a:lnTo>
              <a:lnTo>
                <a:pt x="0" y="137126"/>
              </a:lnTo>
              <a:lnTo>
                <a:pt x="0" y="27425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5BEB086-E855-3647-94C2-6B01019B9161}">
      <dsp:nvSpPr>
        <dsp:cNvPr id="0" name=""/>
        <dsp:cNvSpPr/>
      </dsp:nvSpPr>
      <dsp:spPr>
        <a:xfrm>
          <a:off x="5023318" y="1583080"/>
          <a:ext cx="195895" cy="245521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55217"/>
              </a:lnTo>
              <a:lnTo>
                <a:pt x="195895" y="245521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99068C1-BC8A-614D-9846-889A9FAA9D3C}">
      <dsp:nvSpPr>
        <dsp:cNvPr id="0" name=""/>
        <dsp:cNvSpPr/>
      </dsp:nvSpPr>
      <dsp:spPr>
        <a:xfrm>
          <a:off x="5023318" y="1583080"/>
          <a:ext cx="195895" cy="152798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27981"/>
              </a:lnTo>
              <a:lnTo>
                <a:pt x="195895" y="152798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092978E-E2C9-674E-BA69-5C25B18FAA1D}">
      <dsp:nvSpPr>
        <dsp:cNvPr id="0" name=""/>
        <dsp:cNvSpPr/>
      </dsp:nvSpPr>
      <dsp:spPr>
        <a:xfrm>
          <a:off x="5023318" y="1583080"/>
          <a:ext cx="195895" cy="60074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00744"/>
              </a:lnTo>
              <a:lnTo>
                <a:pt x="195895" y="60074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520807A-BC50-A54F-AA2B-E705C15646B2}">
      <dsp:nvSpPr>
        <dsp:cNvPr id="0" name=""/>
        <dsp:cNvSpPr/>
      </dsp:nvSpPr>
      <dsp:spPr>
        <a:xfrm>
          <a:off x="4755595" y="655844"/>
          <a:ext cx="790109" cy="27425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7126"/>
              </a:lnTo>
              <a:lnTo>
                <a:pt x="790109" y="137126"/>
              </a:lnTo>
              <a:lnTo>
                <a:pt x="790109" y="27425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AEC5FC4-6F43-874E-8D80-0D6B36AB8786}">
      <dsp:nvSpPr>
        <dsp:cNvPr id="0" name=""/>
        <dsp:cNvSpPr/>
      </dsp:nvSpPr>
      <dsp:spPr>
        <a:xfrm>
          <a:off x="6603538" y="1583080"/>
          <a:ext cx="195895" cy="245521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55217"/>
              </a:lnTo>
              <a:lnTo>
                <a:pt x="195895" y="245521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2CD4B03-FDFA-4549-BAC5-2FA7C224FD2D}">
      <dsp:nvSpPr>
        <dsp:cNvPr id="0" name=""/>
        <dsp:cNvSpPr/>
      </dsp:nvSpPr>
      <dsp:spPr>
        <a:xfrm>
          <a:off x="6603538" y="1583080"/>
          <a:ext cx="195895" cy="152798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27981"/>
              </a:lnTo>
              <a:lnTo>
                <a:pt x="195895" y="152798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F62A0D9-A833-2847-A6FC-A6ACF9FF27A7}">
      <dsp:nvSpPr>
        <dsp:cNvPr id="0" name=""/>
        <dsp:cNvSpPr/>
      </dsp:nvSpPr>
      <dsp:spPr>
        <a:xfrm>
          <a:off x="6603538" y="1583080"/>
          <a:ext cx="195895" cy="60074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00744"/>
              </a:lnTo>
              <a:lnTo>
                <a:pt x="195895" y="60074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279D545-F3C5-4E43-8926-6F3F81022687}">
      <dsp:nvSpPr>
        <dsp:cNvPr id="0" name=""/>
        <dsp:cNvSpPr/>
      </dsp:nvSpPr>
      <dsp:spPr>
        <a:xfrm>
          <a:off x="4755595" y="655844"/>
          <a:ext cx="2370329" cy="27425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7126"/>
              </a:lnTo>
              <a:lnTo>
                <a:pt x="2370329" y="137126"/>
              </a:lnTo>
              <a:lnTo>
                <a:pt x="2370329" y="27425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9FA8C26-A4CD-AC42-9DF7-191AA58F7897}">
      <dsp:nvSpPr>
        <dsp:cNvPr id="0" name=""/>
        <dsp:cNvSpPr/>
      </dsp:nvSpPr>
      <dsp:spPr>
        <a:xfrm>
          <a:off x="4102611" y="2860"/>
          <a:ext cx="1305966" cy="6529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Design</a:t>
          </a:r>
        </a:p>
      </dsp:txBody>
      <dsp:txXfrm>
        <a:off x="4102611" y="2860"/>
        <a:ext cx="1305966" cy="652983"/>
      </dsp:txXfrm>
    </dsp:sp>
    <dsp:sp modelId="{3C407DF5-2A04-E147-B74A-2AFC92E708EB}">
      <dsp:nvSpPr>
        <dsp:cNvPr id="0" name=""/>
        <dsp:cNvSpPr/>
      </dsp:nvSpPr>
      <dsp:spPr>
        <a:xfrm>
          <a:off x="6472941" y="930097"/>
          <a:ext cx="1305966" cy="6529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UI</a:t>
          </a:r>
        </a:p>
      </dsp:txBody>
      <dsp:txXfrm>
        <a:off x="6472941" y="930097"/>
        <a:ext cx="1305966" cy="652983"/>
      </dsp:txXfrm>
    </dsp:sp>
    <dsp:sp modelId="{14A95C6B-C37B-8D4E-A13B-A7BC72EE9A06}">
      <dsp:nvSpPr>
        <dsp:cNvPr id="0" name=""/>
        <dsp:cNvSpPr/>
      </dsp:nvSpPr>
      <dsp:spPr>
        <a:xfrm>
          <a:off x="6799433" y="1857333"/>
          <a:ext cx="1305966" cy="6529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User Portal</a:t>
          </a:r>
        </a:p>
      </dsp:txBody>
      <dsp:txXfrm>
        <a:off x="6799433" y="1857333"/>
        <a:ext cx="1305966" cy="652983"/>
      </dsp:txXfrm>
    </dsp:sp>
    <dsp:sp modelId="{C2BD89DD-1407-E740-B7AF-16913B3A7F68}">
      <dsp:nvSpPr>
        <dsp:cNvPr id="0" name=""/>
        <dsp:cNvSpPr/>
      </dsp:nvSpPr>
      <dsp:spPr>
        <a:xfrm>
          <a:off x="6799433" y="2784569"/>
          <a:ext cx="1305966" cy="6529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Admin Portal</a:t>
          </a:r>
        </a:p>
      </dsp:txBody>
      <dsp:txXfrm>
        <a:off x="6799433" y="2784569"/>
        <a:ext cx="1305966" cy="652983"/>
      </dsp:txXfrm>
    </dsp:sp>
    <dsp:sp modelId="{E178B001-1EE5-D242-B22C-CDAC2343EF08}">
      <dsp:nvSpPr>
        <dsp:cNvPr id="0" name=""/>
        <dsp:cNvSpPr/>
      </dsp:nvSpPr>
      <dsp:spPr>
        <a:xfrm>
          <a:off x="6799433" y="3711806"/>
          <a:ext cx="1305966" cy="6529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Mobile banking</a:t>
          </a:r>
        </a:p>
      </dsp:txBody>
      <dsp:txXfrm>
        <a:off x="6799433" y="3711806"/>
        <a:ext cx="1305966" cy="652983"/>
      </dsp:txXfrm>
    </dsp:sp>
    <dsp:sp modelId="{FA21C370-707B-3B49-B5B6-7DD8AF1CF387}">
      <dsp:nvSpPr>
        <dsp:cNvPr id="0" name=""/>
        <dsp:cNvSpPr/>
      </dsp:nvSpPr>
      <dsp:spPr>
        <a:xfrm>
          <a:off x="4892721" y="930097"/>
          <a:ext cx="1305966" cy="6529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API</a:t>
          </a:r>
        </a:p>
      </dsp:txBody>
      <dsp:txXfrm>
        <a:off x="4892721" y="930097"/>
        <a:ext cx="1305966" cy="652983"/>
      </dsp:txXfrm>
    </dsp:sp>
    <dsp:sp modelId="{EC87867C-577F-5F49-A9DB-0F660F47B425}">
      <dsp:nvSpPr>
        <dsp:cNvPr id="0" name=""/>
        <dsp:cNvSpPr/>
      </dsp:nvSpPr>
      <dsp:spPr>
        <a:xfrm>
          <a:off x="5219213" y="1857333"/>
          <a:ext cx="1305966" cy="6529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Core banking API</a:t>
          </a:r>
        </a:p>
      </dsp:txBody>
      <dsp:txXfrm>
        <a:off x="5219213" y="1857333"/>
        <a:ext cx="1305966" cy="652983"/>
      </dsp:txXfrm>
    </dsp:sp>
    <dsp:sp modelId="{76C3E33F-597D-E14E-BEF0-9F100B1EA424}">
      <dsp:nvSpPr>
        <dsp:cNvPr id="0" name=""/>
        <dsp:cNvSpPr/>
      </dsp:nvSpPr>
      <dsp:spPr>
        <a:xfrm>
          <a:off x="5219213" y="2784569"/>
          <a:ext cx="1305966" cy="6529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Ledger API</a:t>
          </a:r>
        </a:p>
      </dsp:txBody>
      <dsp:txXfrm>
        <a:off x="5219213" y="2784569"/>
        <a:ext cx="1305966" cy="652983"/>
      </dsp:txXfrm>
    </dsp:sp>
    <dsp:sp modelId="{8CCCEA31-4958-C246-A32B-D3868BC43A03}">
      <dsp:nvSpPr>
        <dsp:cNvPr id="0" name=""/>
        <dsp:cNvSpPr/>
      </dsp:nvSpPr>
      <dsp:spPr>
        <a:xfrm>
          <a:off x="5219213" y="3711806"/>
          <a:ext cx="1305966" cy="6529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API Security</a:t>
          </a:r>
        </a:p>
      </dsp:txBody>
      <dsp:txXfrm>
        <a:off x="5219213" y="3711806"/>
        <a:ext cx="1305966" cy="652983"/>
      </dsp:txXfrm>
    </dsp:sp>
    <dsp:sp modelId="{8F108E91-06F7-FC44-A1A1-598398B0EBB9}">
      <dsp:nvSpPr>
        <dsp:cNvPr id="0" name=""/>
        <dsp:cNvSpPr/>
      </dsp:nvSpPr>
      <dsp:spPr>
        <a:xfrm>
          <a:off x="3312501" y="930097"/>
          <a:ext cx="1305966" cy="6529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Platform</a:t>
          </a:r>
        </a:p>
      </dsp:txBody>
      <dsp:txXfrm>
        <a:off x="3312501" y="930097"/>
        <a:ext cx="1305966" cy="652983"/>
      </dsp:txXfrm>
    </dsp:sp>
    <dsp:sp modelId="{05C04A0B-EBFF-9947-8289-21B842A93F3E}">
      <dsp:nvSpPr>
        <dsp:cNvPr id="0" name=""/>
        <dsp:cNvSpPr/>
      </dsp:nvSpPr>
      <dsp:spPr>
        <a:xfrm>
          <a:off x="3638993" y="1857333"/>
          <a:ext cx="1305966" cy="6529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InfoSec</a:t>
          </a:r>
        </a:p>
      </dsp:txBody>
      <dsp:txXfrm>
        <a:off x="3638993" y="1857333"/>
        <a:ext cx="1305966" cy="652983"/>
      </dsp:txXfrm>
    </dsp:sp>
    <dsp:sp modelId="{5845C4BE-61DE-6144-B917-945D9305259E}">
      <dsp:nvSpPr>
        <dsp:cNvPr id="0" name=""/>
        <dsp:cNvSpPr/>
      </dsp:nvSpPr>
      <dsp:spPr>
        <a:xfrm>
          <a:off x="3638993" y="2784569"/>
          <a:ext cx="1305966" cy="6529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Database</a:t>
          </a:r>
        </a:p>
      </dsp:txBody>
      <dsp:txXfrm>
        <a:off x="3638993" y="2784569"/>
        <a:ext cx="1305966" cy="652983"/>
      </dsp:txXfrm>
    </dsp:sp>
    <dsp:sp modelId="{DBF89C41-509C-4441-80AB-10325BD96D3A}">
      <dsp:nvSpPr>
        <dsp:cNvPr id="0" name=""/>
        <dsp:cNvSpPr/>
      </dsp:nvSpPr>
      <dsp:spPr>
        <a:xfrm>
          <a:off x="3638993" y="3711806"/>
          <a:ext cx="1305966" cy="6529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Servers</a:t>
          </a:r>
        </a:p>
      </dsp:txBody>
      <dsp:txXfrm>
        <a:off x="3638993" y="3711806"/>
        <a:ext cx="1305966" cy="652983"/>
      </dsp:txXfrm>
    </dsp:sp>
    <dsp:sp modelId="{CDB70E5C-F066-D349-8D88-21ABEAB29400}">
      <dsp:nvSpPr>
        <dsp:cNvPr id="0" name=""/>
        <dsp:cNvSpPr/>
      </dsp:nvSpPr>
      <dsp:spPr>
        <a:xfrm>
          <a:off x="1732282" y="930097"/>
          <a:ext cx="1305966" cy="6529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Services</a:t>
          </a:r>
        </a:p>
      </dsp:txBody>
      <dsp:txXfrm>
        <a:off x="1732282" y="930097"/>
        <a:ext cx="1305966" cy="652983"/>
      </dsp:txXfrm>
    </dsp:sp>
    <dsp:sp modelId="{EAF7C1AA-19C4-DF4D-9E66-5911DA63BA6D}">
      <dsp:nvSpPr>
        <dsp:cNvPr id="0" name=""/>
        <dsp:cNvSpPr/>
      </dsp:nvSpPr>
      <dsp:spPr>
        <a:xfrm>
          <a:off x="2058773" y="1857333"/>
          <a:ext cx="1305966" cy="6529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Core Banking</a:t>
          </a:r>
        </a:p>
      </dsp:txBody>
      <dsp:txXfrm>
        <a:off x="2058773" y="1857333"/>
        <a:ext cx="1305966" cy="652983"/>
      </dsp:txXfrm>
    </dsp:sp>
    <dsp:sp modelId="{9C37F515-A144-5B41-93EF-FB7D4453CB2D}">
      <dsp:nvSpPr>
        <dsp:cNvPr id="0" name=""/>
        <dsp:cNvSpPr/>
      </dsp:nvSpPr>
      <dsp:spPr>
        <a:xfrm>
          <a:off x="2058773" y="2784569"/>
          <a:ext cx="1305966" cy="6529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Ledger</a:t>
          </a:r>
        </a:p>
      </dsp:txBody>
      <dsp:txXfrm>
        <a:off x="2058773" y="2784569"/>
        <a:ext cx="1305966" cy="652983"/>
      </dsp:txXfrm>
    </dsp:sp>
    <dsp:sp modelId="{DF1B20B8-1CE6-6642-98A4-397F70CED1E0}">
      <dsp:nvSpPr>
        <dsp:cNvPr id="0" name=""/>
        <dsp:cNvSpPr/>
      </dsp:nvSpPr>
      <dsp:spPr>
        <a:xfrm>
          <a:off x="2058773" y="3711806"/>
          <a:ext cx="1305966" cy="6529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Orchestration</a:t>
          </a:r>
        </a:p>
      </dsp:txBody>
      <dsp:txXfrm>
        <a:off x="2058773" y="3711806"/>
        <a:ext cx="1305966" cy="652983"/>
      </dsp:txXfrm>
    </dsp:sp>
    <dsp:sp modelId="{793A8BBD-8A73-CD40-8C1E-BBB7CBDB51DE}">
      <dsp:nvSpPr>
        <dsp:cNvPr id="0" name=""/>
        <dsp:cNvSpPr/>
      </dsp:nvSpPr>
      <dsp:spPr>
        <a:xfrm>
          <a:off x="2058773" y="4639042"/>
          <a:ext cx="1305966" cy="6529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Reporting</a:t>
          </a:r>
        </a:p>
      </dsp:txBody>
      <dsp:txXfrm>
        <a:off x="2058773" y="4639042"/>
        <a:ext cx="1305966" cy="652983"/>
      </dsp:txXfrm>
    </dsp:sp>
    <dsp:sp modelId="{E5270617-3536-F74C-91C7-5D2DEA8B2D3D}">
      <dsp:nvSpPr>
        <dsp:cNvPr id="0" name=""/>
        <dsp:cNvSpPr/>
      </dsp:nvSpPr>
      <dsp:spPr>
        <a:xfrm>
          <a:off x="2058773" y="5566278"/>
          <a:ext cx="1305966" cy="6529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Reconciliation</a:t>
          </a:r>
        </a:p>
      </dsp:txBody>
      <dsp:txXfrm>
        <a:off x="2058773" y="5566278"/>
        <a:ext cx="1305966" cy="65298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A61A99-0E4F-A74C-BC80-4370A44E3052}">
      <dsp:nvSpPr>
        <dsp:cNvPr id="0" name=""/>
        <dsp:cNvSpPr/>
      </dsp:nvSpPr>
      <dsp:spPr>
        <a:xfrm>
          <a:off x="7921258" y="2436965"/>
          <a:ext cx="1501208" cy="17369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6846"/>
              </a:lnTo>
              <a:lnTo>
                <a:pt x="1501208" y="86846"/>
              </a:lnTo>
              <a:lnTo>
                <a:pt x="1501208" y="17369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C9F0C05-3B42-3E4E-86B2-98326D7ABFA3}">
      <dsp:nvSpPr>
        <dsp:cNvPr id="0" name=""/>
        <dsp:cNvSpPr/>
      </dsp:nvSpPr>
      <dsp:spPr>
        <a:xfrm>
          <a:off x="8090816" y="3024214"/>
          <a:ext cx="124066" cy="96772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67721"/>
              </a:lnTo>
              <a:lnTo>
                <a:pt x="124066" y="96772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4E741B7-5160-944D-A765-DCFA5CA0C683}">
      <dsp:nvSpPr>
        <dsp:cNvPr id="0" name=""/>
        <dsp:cNvSpPr/>
      </dsp:nvSpPr>
      <dsp:spPr>
        <a:xfrm>
          <a:off x="8090816" y="3024214"/>
          <a:ext cx="124066" cy="38047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80471"/>
              </a:lnTo>
              <a:lnTo>
                <a:pt x="124066" y="38047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72BB1F4-DEE4-3C4B-B0A1-BE1D8D271889}">
      <dsp:nvSpPr>
        <dsp:cNvPr id="0" name=""/>
        <dsp:cNvSpPr/>
      </dsp:nvSpPr>
      <dsp:spPr>
        <a:xfrm>
          <a:off x="7921258" y="2436965"/>
          <a:ext cx="500402" cy="17369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6846"/>
              </a:lnTo>
              <a:lnTo>
                <a:pt x="500402" y="86846"/>
              </a:lnTo>
              <a:lnTo>
                <a:pt x="500402" y="17369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3299528-944D-954F-BC79-63292A0A1A43}">
      <dsp:nvSpPr>
        <dsp:cNvPr id="0" name=""/>
        <dsp:cNvSpPr/>
      </dsp:nvSpPr>
      <dsp:spPr>
        <a:xfrm>
          <a:off x="7090010" y="3024214"/>
          <a:ext cx="124066" cy="155497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54971"/>
              </a:lnTo>
              <a:lnTo>
                <a:pt x="124066" y="155497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18F7A79-5648-1243-9213-1304A0ABE9B1}">
      <dsp:nvSpPr>
        <dsp:cNvPr id="0" name=""/>
        <dsp:cNvSpPr/>
      </dsp:nvSpPr>
      <dsp:spPr>
        <a:xfrm>
          <a:off x="7090010" y="3024214"/>
          <a:ext cx="124066" cy="96772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67721"/>
              </a:lnTo>
              <a:lnTo>
                <a:pt x="124066" y="96772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0DF2DF4-2D1B-CF43-8484-B66AD2E4304D}">
      <dsp:nvSpPr>
        <dsp:cNvPr id="0" name=""/>
        <dsp:cNvSpPr/>
      </dsp:nvSpPr>
      <dsp:spPr>
        <a:xfrm>
          <a:off x="7090010" y="3024214"/>
          <a:ext cx="124066" cy="38047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80471"/>
              </a:lnTo>
              <a:lnTo>
                <a:pt x="124066" y="38047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3B0FB5A-A1A9-D04B-A26B-FC6B43E7FAF6}">
      <dsp:nvSpPr>
        <dsp:cNvPr id="0" name=""/>
        <dsp:cNvSpPr/>
      </dsp:nvSpPr>
      <dsp:spPr>
        <a:xfrm>
          <a:off x="7420855" y="2436965"/>
          <a:ext cx="500402" cy="173693"/>
        </a:xfrm>
        <a:custGeom>
          <a:avLst/>
          <a:gdLst/>
          <a:ahLst/>
          <a:cxnLst/>
          <a:rect l="0" t="0" r="0" b="0"/>
          <a:pathLst>
            <a:path>
              <a:moveTo>
                <a:pt x="500402" y="0"/>
              </a:moveTo>
              <a:lnTo>
                <a:pt x="500402" y="86846"/>
              </a:lnTo>
              <a:lnTo>
                <a:pt x="0" y="86846"/>
              </a:lnTo>
              <a:lnTo>
                <a:pt x="0" y="17369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5F09465-75A4-B14B-A9E2-6055AA56D37D}">
      <dsp:nvSpPr>
        <dsp:cNvPr id="0" name=""/>
        <dsp:cNvSpPr/>
      </dsp:nvSpPr>
      <dsp:spPr>
        <a:xfrm>
          <a:off x="6089204" y="3024214"/>
          <a:ext cx="124066" cy="38047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80471"/>
              </a:lnTo>
              <a:lnTo>
                <a:pt x="124066" y="38047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85E79EB-DAB2-5647-A917-CA846691AB71}">
      <dsp:nvSpPr>
        <dsp:cNvPr id="0" name=""/>
        <dsp:cNvSpPr/>
      </dsp:nvSpPr>
      <dsp:spPr>
        <a:xfrm>
          <a:off x="6420049" y="2436965"/>
          <a:ext cx="1501208" cy="173693"/>
        </a:xfrm>
        <a:custGeom>
          <a:avLst/>
          <a:gdLst/>
          <a:ahLst/>
          <a:cxnLst/>
          <a:rect l="0" t="0" r="0" b="0"/>
          <a:pathLst>
            <a:path>
              <a:moveTo>
                <a:pt x="1501208" y="0"/>
              </a:moveTo>
              <a:lnTo>
                <a:pt x="1501208" y="86846"/>
              </a:lnTo>
              <a:lnTo>
                <a:pt x="0" y="86846"/>
              </a:lnTo>
              <a:lnTo>
                <a:pt x="0" y="17369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2E73835-4CBC-2E4E-AB5E-90EC120E26F8}">
      <dsp:nvSpPr>
        <dsp:cNvPr id="0" name=""/>
        <dsp:cNvSpPr/>
      </dsp:nvSpPr>
      <dsp:spPr>
        <a:xfrm>
          <a:off x="4918841" y="1849715"/>
          <a:ext cx="3002417" cy="17369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6846"/>
              </a:lnTo>
              <a:lnTo>
                <a:pt x="3002417" y="86846"/>
              </a:lnTo>
              <a:lnTo>
                <a:pt x="3002417" y="17369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51DEEDD-BC0A-5A46-A697-D1F5C02A290F}">
      <dsp:nvSpPr>
        <dsp:cNvPr id="0" name=""/>
        <dsp:cNvSpPr/>
      </dsp:nvSpPr>
      <dsp:spPr>
        <a:xfrm>
          <a:off x="4918841" y="1849715"/>
          <a:ext cx="1294430" cy="17369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6846"/>
              </a:lnTo>
              <a:lnTo>
                <a:pt x="1294430" y="86846"/>
              </a:lnTo>
              <a:lnTo>
                <a:pt x="1294430" y="17369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C64FD7D-99FF-6740-A21A-034788CF634A}">
      <dsp:nvSpPr>
        <dsp:cNvPr id="0" name=""/>
        <dsp:cNvSpPr/>
      </dsp:nvSpPr>
      <dsp:spPr>
        <a:xfrm>
          <a:off x="4881620" y="2436965"/>
          <a:ext cx="124066" cy="155497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54971"/>
              </a:lnTo>
              <a:lnTo>
                <a:pt x="124066" y="155497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AB8B1A3-14CE-CE46-AB74-3A0397AB6F28}">
      <dsp:nvSpPr>
        <dsp:cNvPr id="0" name=""/>
        <dsp:cNvSpPr/>
      </dsp:nvSpPr>
      <dsp:spPr>
        <a:xfrm>
          <a:off x="4881620" y="2436965"/>
          <a:ext cx="149169" cy="95935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59350"/>
              </a:lnTo>
              <a:lnTo>
                <a:pt x="149169" y="95935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1FC9C71-3258-B545-9888-4E9809D64572}">
      <dsp:nvSpPr>
        <dsp:cNvPr id="0" name=""/>
        <dsp:cNvSpPr/>
      </dsp:nvSpPr>
      <dsp:spPr>
        <a:xfrm>
          <a:off x="4881620" y="2436965"/>
          <a:ext cx="124066" cy="38047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80471"/>
              </a:lnTo>
              <a:lnTo>
                <a:pt x="124066" y="38047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502B95D-10CA-4547-A640-C23F4850AC32}">
      <dsp:nvSpPr>
        <dsp:cNvPr id="0" name=""/>
        <dsp:cNvSpPr/>
      </dsp:nvSpPr>
      <dsp:spPr>
        <a:xfrm>
          <a:off x="4918841" y="1849715"/>
          <a:ext cx="293624" cy="17369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6846"/>
              </a:lnTo>
              <a:lnTo>
                <a:pt x="293624" y="86846"/>
              </a:lnTo>
              <a:lnTo>
                <a:pt x="293624" y="17369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B9B101C-4D8B-8240-8678-A654F178545C}">
      <dsp:nvSpPr>
        <dsp:cNvPr id="0" name=""/>
        <dsp:cNvSpPr/>
      </dsp:nvSpPr>
      <dsp:spPr>
        <a:xfrm>
          <a:off x="3880815" y="2436965"/>
          <a:ext cx="124066" cy="214222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42220"/>
              </a:lnTo>
              <a:lnTo>
                <a:pt x="124066" y="21422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92C30D5-6C96-C243-9154-60FBCA6F38D2}">
      <dsp:nvSpPr>
        <dsp:cNvPr id="0" name=""/>
        <dsp:cNvSpPr/>
      </dsp:nvSpPr>
      <dsp:spPr>
        <a:xfrm>
          <a:off x="3880815" y="2436965"/>
          <a:ext cx="124066" cy="155497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54971"/>
              </a:lnTo>
              <a:lnTo>
                <a:pt x="124066" y="155497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7FCEE63-5B65-C645-A14F-9F486F1800C4}">
      <dsp:nvSpPr>
        <dsp:cNvPr id="0" name=""/>
        <dsp:cNvSpPr/>
      </dsp:nvSpPr>
      <dsp:spPr>
        <a:xfrm>
          <a:off x="3880815" y="2436965"/>
          <a:ext cx="124066" cy="96772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67721"/>
              </a:lnTo>
              <a:lnTo>
                <a:pt x="124066" y="96772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4889DB9-C6FC-944B-B400-C82903BDBC93}">
      <dsp:nvSpPr>
        <dsp:cNvPr id="0" name=""/>
        <dsp:cNvSpPr/>
      </dsp:nvSpPr>
      <dsp:spPr>
        <a:xfrm>
          <a:off x="3880815" y="2436965"/>
          <a:ext cx="124066" cy="38047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80471"/>
              </a:lnTo>
              <a:lnTo>
                <a:pt x="124066" y="38047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83721D2-6381-2C43-B20E-D891A7C35F9C}">
      <dsp:nvSpPr>
        <dsp:cNvPr id="0" name=""/>
        <dsp:cNvSpPr/>
      </dsp:nvSpPr>
      <dsp:spPr>
        <a:xfrm>
          <a:off x="4211660" y="1849715"/>
          <a:ext cx="707180" cy="173693"/>
        </a:xfrm>
        <a:custGeom>
          <a:avLst/>
          <a:gdLst/>
          <a:ahLst/>
          <a:cxnLst/>
          <a:rect l="0" t="0" r="0" b="0"/>
          <a:pathLst>
            <a:path>
              <a:moveTo>
                <a:pt x="707180" y="0"/>
              </a:moveTo>
              <a:lnTo>
                <a:pt x="707180" y="86846"/>
              </a:lnTo>
              <a:lnTo>
                <a:pt x="0" y="86846"/>
              </a:lnTo>
              <a:lnTo>
                <a:pt x="0" y="17369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2FB72C9-35B9-2845-B8FD-053FF66DED07}">
      <dsp:nvSpPr>
        <dsp:cNvPr id="0" name=""/>
        <dsp:cNvSpPr/>
      </dsp:nvSpPr>
      <dsp:spPr>
        <a:xfrm>
          <a:off x="1916423" y="2436965"/>
          <a:ext cx="1000805" cy="17369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6846"/>
              </a:lnTo>
              <a:lnTo>
                <a:pt x="1000805" y="86846"/>
              </a:lnTo>
              <a:lnTo>
                <a:pt x="1000805" y="17369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E3A78B0-8119-6B44-8DE7-79FEF3E0E294}">
      <dsp:nvSpPr>
        <dsp:cNvPr id="0" name=""/>
        <dsp:cNvSpPr/>
      </dsp:nvSpPr>
      <dsp:spPr>
        <a:xfrm>
          <a:off x="1916423" y="3024214"/>
          <a:ext cx="1501208" cy="17369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6846"/>
              </a:lnTo>
              <a:lnTo>
                <a:pt x="1501208" y="86846"/>
              </a:lnTo>
              <a:lnTo>
                <a:pt x="1501208" y="17369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B946FFE-2AFC-E047-B0C8-E202E1A76F52}">
      <dsp:nvSpPr>
        <dsp:cNvPr id="0" name=""/>
        <dsp:cNvSpPr/>
      </dsp:nvSpPr>
      <dsp:spPr>
        <a:xfrm>
          <a:off x="1916423" y="3024214"/>
          <a:ext cx="500402" cy="17369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6846"/>
              </a:lnTo>
              <a:lnTo>
                <a:pt x="500402" y="86846"/>
              </a:lnTo>
              <a:lnTo>
                <a:pt x="500402" y="17369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6A1D96-6B77-A54E-B471-E5F13851F106}">
      <dsp:nvSpPr>
        <dsp:cNvPr id="0" name=""/>
        <dsp:cNvSpPr/>
      </dsp:nvSpPr>
      <dsp:spPr>
        <a:xfrm>
          <a:off x="1416020" y="3024214"/>
          <a:ext cx="500402" cy="173693"/>
        </a:xfrm>
        <a:custGeom>
          <a:avLst/>
          <a:gdLst/>
          <a:ahLst/>
          <a:cxnLst/>
          <a:rect l="0" t="0" r="0" b="0"/>
          <a:pathLst>
            <a:path>
              <a:moveTo>
                <a:pt x="500402" y="0"/>
              </a:moveTo>
              <a:lnTo>
                <a:pt x="500402" y="86846"/>
              </a:lnTo>
              <a:lnTo>
                <a:pt x="0" y="86846"/>
              </a:lnTo>
              <a:lnTo>
                <a:pt x="0" y="17369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A5BB488-4CBB-5446-A59A-37C9FD04EB10}">
      <dsp:nvSpPr>
        <dsp:cNvPr id="0" name=""/>
        <dsp:cNvSpPr/>
      </dsp:nvSpPr>
      <dsp:spPr>
        <a:xfrm>
          <a:off x="84369" y="3611464"/>
          <a:ext cx="124066" cy="38047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80471"/>
              </a:lnTo>
              <a:lnTo>
                <a:pt x="124066" y="38047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A002B88-5D40-E84F-A93F-5A6F910AF8FC}">
      <dsp:nvSpPr>
        <dsp:cNvPr id="0" name=""/>
        <dsp:cNvSpPr/>
      </dsp:nvSpPr>
      <dsp:spPr>
        <a:xfrm>
          <a:off x="415214" y="3024214"/>
          <a:ext cx="1501208" cy="173693"/>
        </a:xfrm>
        <a:custGeom>
          <a:avLst/>
          <a:gdLst/>
          <a:ahLst/>
          <a:cxnLst/>
          <a:rect l="0" t="0" r="0" b="0"/>
          <a:pathLst>
            <a:path>
              <a:moveTo>
                <a:pt x="1501208" y="0"/>
              </a:moveTo>
              <a:lnTo>
                <a:pt x="1501208" y="86846"/>
              </a:lnTo>
              <a:lnTo>
                <a:pt x="0" y="86846"/>
              </a:lnTo>
              <a:lnTo>
                <a:pt x="0" y="17369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5A9E26D-597C-654A-AA2F-C3168A34E4FE}">
      <dsp:nvSpPr>
        <dsp:cNvPr id="0" name=""/>
        <dsp:cNvSpPr/>
      </dsp:nvSpPr>
      <dsp:spPr>
        <a:xfrm>
          <a:off x="1870703" y="2436965"/>
          <a:ext cx="91440" cy="173693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7369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A75044F-9803-8C40-89E5-3F221BABE3D8}">
      <dsp:nvSpPr>
        <dsp:cNvPr id="0" name=""/>
        <dsp:cNvSpPr/>
      </dsp:nvSpPr>
      <dsp:spPr>
        <a:xfrm>
          <a:off x="915617" y="2436965"/>
          <a:ext cx="1000805" cy="173693"/>
        </a:xfrm>
        <a:custGeom>
          <a:avLst/>
          <a:gdLst/>
          <a:ahLst/>
          <a:cxnLst/>
          <a:rect l="0" t="0" r="0" b="0"/>
          <a:pathLst>
            <a:path>
              <a:moveTo>
                <a:pt x="1000805" y="0"/>
              </a:moveTo>
              <a:lnTo>
                <a:pt x="1000805" y="86846"/>
              </a:lnTo>
              <a:lnTo>
                <a:pt x="0" y="86846"/>
              </a:lnTo>
              <a:lnTo>
                <a:pt x="0" y="17369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8EDDDEA-1B9F-504F-AEAA-1E4E07D58FBE}">
      <dsp:nvSpPr>
        <dsp:cNvPr id="0" name=""/>
        <dsp:cNvSpPr/>
      </dsp:nvSpPr>
      <dsp:spPr>
        <a:xfrm>
          <a:off x="1916423" y="1849715"/>
          <a:ext cx="3002417" cy="173693"/>
        </a:xfrm>
        <a:custGeom>
          <a:avLst/>
          <a:gdLst/>
          <a:ahLst/>
          <a:cxnLst/>
          <a:rect l="0" t="0" r="0" b="0"/>
          <a:pathLst>
            <a:path>
              <a:moveTo>
                <a:pt x="3002417" y="0"/>
              </a:moveTo>
              <a:lnTo>
                <a:pt x="3002417" y="86846"/>
              </a:lnTo>
              <a:lnTo>
                <a:pt x="0" y="86846"/>
              </a:lnTo>
              <a:lnTo>
                <a:pt x="0" y="17369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86093B8-704E-854B-B5B6-F8DEB46603DA}">
      <dsp:nvSpPr>
        <dsp:cNvPr id="0" name=""/>
        <dsp:cNvSpPr/>
      </dsp:nvSpPr>
      <dsp:spPr>
        <a:xfrm>
          <a:off x="4505284" y="1436159"/>
          <a:ext cx="827112" cy="4135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Delivery</a:t>
          </a:r>
        </a:p>
      </dsp:txBody>
      <dsp:txXfrm>
        <a:off x="4505284" y="1436159"/>
        <a:ext cx="827112" cy="413556"/>
      </dsp:txXfrm>
    </dsp:sp>
    <dsp:sp modelId="{823D3423-F885-BD4D-805B-A336B6CB369E}">
      <dsp:nvSpPr>
        <dsp:cNvPr id="0" name=""/>
        <dsp:cNvSpPr/>
      </dsp:nvSpPr>
      <dsp:spPr>
        <a:xfrm>
          <a:off x="1502867" y="2023408"/>
          <a:ext cx="827112" cy="4135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UI</a:t>
          </a:r>
        </a:p>
      </dsp:txBody>
      <dsp:txXfrm>
        <a:off x="1502867" y="2023408"/>
        <a:ext cx="827112" cy="413556"/>
      </dsp:txXfrm>
    </dsp:sp>
    <dsp:sp modelId="{B1CFAB00-62E0-F448-8FEA-6B702C382A8D}">
      <dsp:nvSpPr>
        <dsp:cNvPr id="0" name=""/>
        <dsp:cNvSpPr/>
      </dsp:nvSpPr>
      <dsp:spPr>
        <a:xfrm>
          <a:off x="502061" y="2610658"/>
          <a:ext cx="827112" cy="4135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User </a:t>
          </a:r>
          <a:br>
            <a:rPr lang="en-GB" sz="1100" kern="1200" dirty="0"/>
          </a:br>
          <a:r>
            <a:rPr lang="en-GB" sz="1100" kern="1200" dirty="0"/>
            <a:t>Portal</a:t>
          </a:r>
        </a:p>
      </dsp:txBody>
      <dsp:txXfrm>
        <a:off x="502061" y="2610658"/>
        <a:ext cx="827112" cy="413556"/>
      </dsp:txXfrm>
    </dsp:sp>
    <dsp:sp modelId="{8B96D9DA-B4D4-6540-B71B-08963DB56E69}">
      <dsp:nvSpPr>
        <dsp:cNvPr id="0" name=""/>
        <dsp:cNvSpPr/>
      </dsp:nvSpPr>
      <dsp:spPr>
        <a:xfrm>
          <a:off x="1502867" y="2610658"/>
          <a:ext cx="827112" cy="4135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Admin </a:t>
          </a:r>
          <a:br>
            <a:rPr lang="en-GB" sz="1100" kern="1200" dirty="0"/>
          </a:br>
          <a:r>
            <a:rPr lang="en-GB" sz="1100" kern="1200" dirty="0"/>
            <a:t>Portal</a:t>
          </a:r>
        </a:p>
      </dsp:txBody>
      <dsp:txXfrm>
        <a:off x="1502867" y="2610658"/>
        <a:ext cx="827112" cy="413556"/>
      </dsp:txXfrm>
    </dsp:sp>
    <dsp:sp modelId="{2D378DDA-6B75-0147-9ABA-83B1570D3259}">
      <dsp:nvSpPr>
        <dsp:cNvPr id="0" name=""/>
        <dsp:cNvSpPr/>
      </dsp:nvSpPr>
      <dsp:spPr>
        <a:xfrm>
          <a:off x="1658" y="3197908"/>
          <a:ext cx="827112" cy="4135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CRUD UI</a:t>
          </a:r>
        </a:p>
      </dsp:txBody>
      <dsp:txXfrm>
        <a:off x="1658" y="3197908"/>
        <a:ext cx="827112" cy="413556"/>
      </dsp:txXfrm>
    </dsp:sp>
    <dsp:sp modelId="{D3D414E5-1DF5-FF42-B7A2-61958B819E90}">
      <dsp:nvSpPr>
        <dsp:cNvPr id="0" name=""/>
        <dsp:cNvSpPr/>
      </dsp:nvSpPr>
      <dsp:spPr>
        <a:xfrm>
          <a:off x="208436" y="3785157"/>
          <a:ext cx="827112" cy="4135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100" kern="1200" dirty="0"/>
        </a:p>
      </dsp:txBody>
      <dsp:txXfrm>
        <a:off x="208436" y="3785157"/>
        <a:ext cx="827112" cy="413556"/>
      </dsp:txXfrm>
    </dsp:sp>
    <dsp:sp modelId="{C7BB3E89-59B3-F047-B23D-FDACE5074A0D}">
      <dsp:nvSpPr>
        <dsp:cNvPr id="0" name=""/>
        <dsp:cNvSpPr/>
      </dsp:nvSpPr>
      <dsp:spPr>
        <a:xfrm>
          <a:off x="1002464" y="3197908"/>
          <a:ext cx="827112" cy="4135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Transaction UI</a:t>
          </a:r>
        </a:p>
      </dsp:txBody>
      <dsp:txXfrm>
        <a:off x="1002464" y="3197908"/>
        <a:ext cx="827112" cy="413556"/>
      </dsp:txXfrm>
    </dsp:sp>
    <dsp:sp modelId="{0B1B680E-144D-CF49-91FF-E38FACF6C00D}">
      <dsp:nvSpPr>
        <dsp:cNvPr id="0" name=""/>
        <dsp:cNvSpPr/>
      </dsp:nvSpPr>
      <dsp:spPr>
        <a:xfrm>
          <a:off x="2003270" y="3197908"/>
          <a:ext cx="827112" cy="4135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Reconciliation UI</a:t>
          </a:r>
        </a:p>
      </dsp:txBody>
      <dsp:txXfrm>
        <a:off x="2003270" y="3197908"/>
        <a:ext cx="827112" cy="413556"/>
      </dsp:txXfrm>
    </dsp:sp>
    <dsp:sp modelId="{A805B6E8-9CDD-5A4B-8878-7A89A1313F31}">
      <dsp:nvSpPr>
        <dsp:cNvPr id="0" name=""/>
        <dsp:cNvSpPr/>
      </dsp:nvSpPr>
      <dsp:spPr>
        <a:xfrm>
          <a:off x="3004076" y="3197908"/>
          <a:ext cx="827112" cy="4135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Operations UI</a:t>
          </a:r>
        </a:p>
      </dsp:txBody>
      <dsp:txXfrm>
        <a:off x="3004076" y="3197908"/>
        <a:ext cx="827112" cy="413556"/>
      </dsp:txXfrm>
    </dsp:sp>
    <dsp:sp modelId="{B9C274F7-9BF9-7E4B-9307-1306EA1E294D}">
      <dsp:nvSpPr>
        <dsp:cNvPr id="0" name=""/>
        <dsp:cNvSpPr/>
      </dsp:nvSpPr>
      <dsp:spPr>
        <a:xfrm>
          <a:off x="2503673" y="2610658"/>
          <a:ext cx="827112" cy="4135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Mobile </a:t>
          </a:r>
          <a:br>
            <a:rPr lang="en-GB" sz="1100" kern="1200" dirty="0"/>
          </a:br>
          <a:r>
            <a:rPr lang="en-GB" sz="1100" kern="1200" dirty="0"/>
            <a:t>Banking</a:t>
          </a:r>
        </a:p>
      </dsp:txBody>
      <dsp:txXfrm>
        <a:off x="2503673" y="2610658"/>
        <a:ext cx="827112" cy="413556"/>
      </dsp:txXfrm>
    </dsp:sp>
    <dsp:sp modelId="{21E92944-743F-BC45-93A6-71F465E82104}">
      <dsp:nvSpPr>
        <dsp:cNvPr id="0" name=""/>
        <dsp:cNvSpPr/>
      </dsp:nvSpPr>
      <dsp:spPr>
        <a:xfrm>
          <a:off x="3798103" y="2023408"/>
          <a:ext cx="827112" cy="4135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Connectors</a:t>
          </a:r>
        </a:p>
      </dsp:txBody>
      <dsp:txXfrm>
        <a:off x="3798103" y="2023408"/>
        <a:ext cx="827112" cy="413556"/>
      </dsp:txXfrm>
    </dsp:sp>
    <dsp:sp modelId="{CDB70E5C-F066-D349-8D88-21ABEAB29400}">
      <dsp:nvSpPr>
        <dsp:cNvPr id="0" name=""/>
        <dsp:cNvSpPr/>
      </dsp:nvSpPr>
      <dsp:spPr>
        <a:xfrm>
          <a:off x="4004881" y="2610658"/>
          <a:ext cx="827112" cy="4135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Banking </a:t>
          </a:r>
          <a:br>
            <a:rPr lang="en-GB" sz="1100" kern="1200" dirty="0"/>
          </a:br>
          <a:r>
            <a:rPr lang="en-GB" sz="1100" kern="1200" dirty="0"/>
            <a:t>Circle</a:t>
          </a:r>
        </a:p>
      </dsp:txBody>
      <dsp:txXfrm>
        <a:off x="4004881" y="2610658"/>
        <a:ext cx="827112" cy="413556"/>
      </dsp:txXfrm>
    </dsp:sp>
    <dsp:sp modelId="{FF03C48A-6130-4A4F-915D-708CB9F13C03}">
      <dsp:nvSpPr>
        <dsp:cNvPr id="0" name=""/>
        <dsp:cNvSpPr/>
      </dsp:nvSpPr>
      <dsp:spPr>
        <a:xfrm>
          <a:off x="4004881" y="3197908"/>
          <a:ext cx="827112" cy="4135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LHV</a:t>
          </a:r>
        </a:p>
      </dsp:txBody>
      <dsp:txXfrm>
        <a:off x="4004881" y="3197908"/>
        <a:ext cx="827112" cy="413556"/>
      </dsp:txXfrm>
    </dsp:sp>
    <dsp:sp modelId="{B4E7E160-1277-AA44-81A9-941224A402AB}">
      <dsp:nvSpPr>
        <dsp:cNvPr id="0" name=""/>
        <dsp:cNvSpPr/>
      </dsp:nvSpPr>
      <dsp:spPr>
        <a:xfrm>
          <a:off x="4004881" y="3785157"/>
          <a:ext cx="827112" cy="4135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Convera</a:t>
          </a:r>
        </a:p>
      </dsp:txBody>
      <dsp:txXfrm>
        <a:off x="4004881" y="3785157"/>
        <a:ext cx="827112" cy="413556"/>
      </dsp:txXfrm>
    </dsp:sp>
    <dsp:sp modelId="{FC87EFC8-23D2-D448-9553-3EE57255C3C3}">
      <dsp:nvSpPr>
        <dsp:cNvPr id="0" name=""/>
        <dsp:cNvSpPr/>
      </dsp:nvSpPr>
      <dsp:spPr>
        <a:xfrm>
          <a:off x="4004881" y="4372407"/>
          <a:ext cx="827112" cy="4135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Bank of London</a:t>
          </a:r>
        </a:p>
      </dsp:txBody>
      <dsp:txXfrm>
        <a:off x="4004881" y="4372407"/>
        <a:ext cx="827112" cy="413556"/>
      </dsp:txXfrm>
    </dsp:sp>
    <dsp:sp modelId="{A129A4E5-DA60-164C-A199-84A0E69E9269}">
      <dsp:nvSpPr>
        <dsp:cNvPr id="0" name=""/>
        <dsp:cNvSpPr/>
      </dsp:nvSpPr>
      <dsp:spPr>
        <a:xfrm>
          <a:off x="4798909" y="2023408"/>
          <a:ext cx="827112" cy="4135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Orchestration</a:t>
          </a:r>
        </a:p>
      </dsp:txBody>
      <dsp:txXfrm>
        <a:off x="4798909" y="2023408"/>
        <a:ext cx="827112" cy="413556"/>
      </dsp:txXfrm>
    </dsp:sp>
    <dsp:sp modelId="{024A4656-D42A-4447-B2C0-D6EA36A4408D}">
      <dsp:nvSpPr>
        <dsp:cNvPr id="0" name=""/>
        <dsp:cNvSpPr/>
      </dsp:nvSpPr>
      <dsp:spPr>
        <a:xfrm>
          <a:off x="5005687" y="2610658"/>
          <a:ext cx="827112" cy="4135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Workflow</a:t>
          </a:r>
        </a:p>
      </dsp:txBody>
      <dsp:txXfrm>
        <a:off x="5005687" y="2610658"/>
        <a:ext cx="827112" cy="413556"/>
      </dsp:txXfrm>
    </dsp:sp>
    <dsp:sp modelId="{2DEEBAE6-2070-D549-853B-E5151CC46FE2}">
      <dsp:nvSpPr>
        <dsp:cNvPr id="0" name=""/>
        <dsp:cNvSpPr/>
      </dsp:nvSpPr>
      <dsp:spPr>
        <a:xfrm>
          <a:off x="5030790" y="3189537"/>
          <a:ext cx="827112" cy="4135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A/C Management</a:t>
          </a:r>
        </a:p>
      </dsp:txBody>
      <dsp:txXfrm>
        <a:off x="5030790" y="3189537"/>
        <a:ext cx="827112" cy="413556"/>
      </dsp:txXfrm>
    </dsp:sp>
    <dsp:sp modelId="{C86476A1-45F5-5646-B558-8E09C0F6800D}">
      <dsp:nvSpPr>
        <dsp:cNvPr id="0" name=""/>
        <dsp:cNvSpPr/>
      </dsp:nvSpPr>
      <dsp:spPr>
        <a:xfrm>
          <a:off x="5005687" y="3785157"/>
          <a:ext cx="827112" cy="4135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Rules </a:t>
          </a:r>
          <a:br>
            <a:rPr lang="en-GB" sz="1100" kern="1200" dirty="0"/>
          </a:br>
          <a:r>
            <a:rPr lang="en-GB" sz="1100" kern="1200" dirty="0"/>
            <a:t>database</a:t>
          </a:r>
        </a:p>
      </dsp:txBody>
      <dsp:txXfrm>
        <a:off x="5005687" y="3785157"/>
        <a:ext cx="827112" cy="413556"/>
      </dsp:txXfrm>
    </dsp:sp>
    <dsp:sp modelId="{86C6D38F-3815-3D4E-A1E1-5A02D5BD9891}">
      <dsp:nvSpPr>
        <dsp:cNvPr id="0" name=""/>
        <dsp:cNvSpPr/>
      </dsp:nvSpPr>
      <dsp:spPr>
        <a:xfrm>
          <a:off x="5799715" y="2023408"/>
          <a:ext cx="827112" cy="4135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Analytics</a:t>
          </a:r>
        </a:p>
      </dsp:txBody>
      <dsp:txXfrm>
        <a:off x="5799715" y="2023408"/>
        <a:ext cx="827112" cy="413556"/>
      </dsp:txXfrm>
    </dsp:sp>
    <dsp:sp modelId="{8EEFD725-B2DD-E944-B13C-BFDAFDCEC5A8}">
      <dsp:nvSpPr>
        <dsp:cNvPr id="0" name=""/>
        <dsp:cNvSpPr/>
      </dsp:nvSpPr>
      <dsp:spPr>
        <a:xfrm>
          <a:off x="7507702" y="2023408"/>
          <a:ext cx="827112" cy="4135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Core </a:t>
          </a:r>
          <a:br>
            <a:rPr lang="en-GB" sz="1100" kern="1200" dirty="0"/>
          </a:br>
          <a:r>
            <a:rPr lang="en-GB" sz="1100" kern="1200" dirty="0"/>
            <a:t>Banking</a:t>
          </a:r>
        </a:p>
      </dsp:txBody>
      <dsp:txXfrm>
        <a:off x="7507702" y="2023408"/>
        <a:ext cx="827112" cy="413556"/>
      </dsp:txXfrm>
    </dsp:sp>
    <dsp:sp modelId="{4F582808-9D5F-C34F-8B5C-5CD1C1EDB46D}">
      <dsp:nvSpPr>
        <dsp:cNvPr id="0" name=""/>
        <dsp:cNvSpPr/>
      </dsp:nvSpPr>
      <dsp:spPr>
        <a:xfrm>
          <a:off x="6006493" y="2610658"/>
          <a:ext cx="827112" cy="4135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Products</a:t>
          </a:r>
        </a:p>
      </dsp:txBody>
      <dsp:txXfrm>
        <a:off x="6006493" y="2610658"/>
        <a:ext cx="827112" cy="413556"/>
      </dsp:txXfrm>
    </dsp:sp>
    <dsp:sp modelId="{8E50FACC-A90E-3747-BF39-A0691633FE11}">
      <dsp:nvSpPr>
        <dsp:cNvPr id="0" name=""/>
        <dsp:cNvSpPr/>
      </dsp:nvSpPr>
      <dsp:spPr>
        <a:xfrm>
          <a:off x="6213271" y="3197908"/>
          <a:ext cx="827112" cy="4135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Payments</a:t>
          </a:r>
        </a:p>
      </dsp:txBody>
      <dsp:txXfrm>
        <a:off x="6213271" y="3197908"/>
        <a:ext cx="827112" cy="413556"/>
      </dsp:txXfrm>
    </dsp:sp>
    <dsp:sp modelId="{4ECC1D64-5B4E-2945-BF3B-240F32D05F2D}">
      <dsp:nvSpPr>
        <dsp:cNvPr id="0" name=""/>
        <dsp:cNvSpPr/>
      </dsp:nvSpPr>
      <dsp:spPr>
        <a:xfrm>
          <a:off x="7007299" y="2610658"/>
          <a:ext cx="827112" cy="4135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Ledger</a:t>
          </a:r>
        </a:p>
      </dsp:txBody>
      <dsp:txXfrm>
        <a:off x="7007299" y="2610658"/>
        <a:ext cx="827112" cy="413556"/>
      </dsp:txXfrm>
    </dsp:sp>
    <dsp:sp modelId="{E0F5CCB6-FDFF-8D41-BBDF-41F8041758AC}">
      <dsp:nvSpPr>
        <dsp:cNvPr id="0" name=""/>
        <dsp:cNvSpPr/>
      </dsp:nvSpPr>
      <dsp:spPr>
        <a:xfrm>
          <a:off x="7214077" y="3197908"/>
          <a:ext cx="827112" cy="4135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Database</a:t>
          </a:r>
        </a:p>
      </dsp:txBody>
      <dsp:txXfrm>
        <a:off x="7214077" y="3197908"/>
        <a:ext cx="827112" cy="413556"/>
      </dsp:txXfrm>
    </dsp:sp>
    <dsp:sp modelId="{9B051783-513D-ED42-BBD0-B6D9873AB193}">
      <dsp:nvSpPr>
        <dsp:cNvPr id="0" name=""/>
        <dsp:cNvSpPr/>
      </dsp:nvSpPr>
      <dsp:spPr>
        <a:xfrm>
          <a:off x="7214077" y="3785157"/>
          <a:ext cx="827112" cy="4135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Functions</a:t>
          </a:r>
        </a:p>
      </dsp:txBody>
      <dsp:txXfrm>
        <a:off x="7214077" y="3785157"/>
        <a:ext cx="827112" cy="413556"/>
      </dsp:txXfrm>
    </dsp:sp>
    <dsp:sp modelId="{80A03C01-D1CB-CF47-8CBE-E33F710E1CFD}">
      <dsp:nvSpPr>
        <dsp:cNvPr id="0" name=""/>
        <dsp:cNvSpPr/>
      </dsp:nvSpPr>
      <dsp:spPr>
        <a:xfrm>
          <a:off x="7214077" y="4372407"/>
          <a:ext cx="827112" cy="4135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API</a:t>
          </a:r>
        </a:p>
      </dsp:txBody>
      <dsp:txXfrm>
        <a:off x="7214077" y="4372407"/>
        <a:ext cx="827112" cy="413556"/>
      </dsp:txXfrm>
    </dsp:sp>
    <dsp:sp modelId="{FAF4BA88-1F9E-D941-B67F-008EB773497A}">
      <dsp:nvSpPr>
        <dsp:cNvPr id="0" name=""/>
        <dsp:cNvSpPr/>
      </dsp:nvSpPr>
      <dsp:spPr>
        <a:xfrm>
          <a:off x="8008105" y="2610658"/>
          <a:ext cx="827112" cy="4135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Processes</a:t>
          </a:r>
        </a:p>
      </dsp:txBody>
      <dsp:txXfrm>
        <a:off x="8008105" y="2610658"/>
        <a:ext cx="827112" cy="413556"/>
      </dsp:txXfrm>
    </dsp:sp>
    <dsp:sp modelId="{13454F3A-EB8A-F248-83CF-5D204648AA02}">
      <dsp:nvSpPr>
        <dsp:cNvPr id="0" name=""/>
        <dsp:cNvSpPr/>
      </dsp:nvSpPr>
      <dsp:spPr>
        <a:xfrm>
          <a:off x="8214883" y="3197908"/>
          <a:ext cx="827112" cy="4135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Reconciliation</a:t>
          </a:r>
        </a:p>
      </dsp:txBody>
      <dsp:txXfrm>
        <a:off x="8214883" y="3197908"/>
        <a:ext cx="827112" cy="413556"/>
      </dsp:txXfrm>
    </dsp:sp>
    <dsp:sp modelId="{6D044727-34B6-9D4A-9046-7F65E23F6F77}">
      <dsp:nvSpPr>
        <dsp:cNvPr id="0" name=""/>
        <dsp:cNvSpPr/>
      </dsp:nvSpPr>
      <dsp:spPr>
        <a:xfrm>
          <a:off x="8214883" y="3785157"/>
          <a:ext cx="827112" cy="4135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Settlement</a:t>
          </a:r>
        </a:p>
      </dsp:txBody>
      <dsp:txXfrm>
        <a:off x="8214883" y="3785157"/>
        <a:ext cx="827112" cy="413556"/>
      </dsp:txXfrm>
    </dsp:sp>
    <dsp:sp modelId="{3F4BCDE3-EFF7-6647-89E0-7615BCB04F26}">
      <dsp:nvSpPr>
        <dsp:cNvPr id="0" name=""/>
        <dsp:cNvSpPr/>
      </dsp:nvSpPr>
      <dsp:spPr>
        <a:xfrm>
          <a:off x="9008911" y="2610658"/>
          <a:ext cx="827112" cy="4135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API</a:t>
          </a:r>
        </a:p>
      </dsp:txBody>
      <dsp:txXfrm>
        <a:off x="9008911" y="2610658"/>
        <a:ext cx="827112" cy="41355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4C2E20-46C8-6745-9FD5-8DD84784205A}">
      <dsp:nvSpPr>
        <dsp:cNvPr id="0" name=""/>
        <dsp:cNvSpPr/>
      </dsp:nvSpPr>
      <dsp:spPr>
        <a:xfrm>
          <a:off x="3880" y="0"/>
          <a:ext cx="1533155" cy="593576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API Engineer</a:t>
          </a:r>
        </a:p>
      </dsp:txBody>
      <dsp:txXfrm>
        <a:off x="3880" y="0"/>
        <a:ext cx="1533155" cy="1780728"/>
      </dsp:txXfrm>
    </dsp:sp>
    <dsp:sp modelId="{BAF46A09-C053-3E40-8EE6-AC20CBD21F28}">
      <dsp:nvSpPr>
        <dsp:cNvPr id="0" name=""/>
        <dsp:cNvSpPr/>
      </dsp:nvSpPr>
      <dsp:spPr>
        <a:xfrm>
          <a:off x="157196" y="1781851"/>
          <a:ext cx="1226524" cy="6866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Min 5 years API build in TypeScript </a:t>
          </a:r>
        </a:p>
      </dsp:txBody>
      <dsp:txXfrm>
        <a:off x="177308" y="1801963"/>
        <a:ext cx="1186300" cy="646460"/>
      </dsp:txXfrm>
    </dsp:sp>
    <dsp:sp modelId="{C3B21A66-1F1E-F648-AAF8-50B498F2121D}">
      <dsp:nvSpPr>
        <dsp:cNvPr id="0" name=""/>
        <dsp:cNvSpPr/>
      </dsp:nvSpPr>
      <dsp:spPr>
        <a:xfrm>
          <a:off x="157196" y="2574180"/>
          <a:ext cx="1226524" cy="6866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Design, build, test and deploy API endpoints </a:t>
          </a:r>
        </a:p>
      </dsp:txBody>
      <dsp:txXfrm>
        <a:off x="177308" y="2594292"/>
        <a:ext cx="1186300" cy="646460"/>
      </dsp:txXfrm>
    </dsp:sp>
    <dsp:sp modelId="{B27FCF80-0234-5D48-8AB0-4C4A5E2E17D7}">
      <dsp:nvSpPr>
        <dsp:cNvPr id="0" name=""/>
        <dsp:cNvSpPr/>
      </dsp:nvSpPr>
      <dsp:spPr>
        <a:xfrm>
          <a:off x="157196" y="3366508"/>
          <a:ext cx="1226524" cy="6866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AWS/Azure serverless and API Gateway exp. </a:t>
          </a:r>
        </a:p>
      </dsp:txBody>
      <dsp:txXfrm>
        <a:off x="177308" y="3386620"/>
        <a:ext cx="1186300" cy="646460"/>
      </dsp:txXfrm>
    </dsp:sp>
    <dsp:sp modelId="{8B969EB1-44FE-014D-977C-D132AE68A5C6}">
      <dsp:nvSpPr>
        <dsp:cNvPr id="0" name=""/>
        <dsp:cNvSpPr/>
      </dsp:nvSpPr>
      <dsp:spPr>
        <a:xfrm>
          <a:off x="157196" y="4158837"/>
          <a:ext cx="1226524" cy="6866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Agile, CI/CD and TDD</a:t>
          </a:r>
        </a:p>
      </dsp:txBody>
      <dsp:txXfrm>
        <a:off x="177308" y="4178949"/>
        <a:ext cx="1186300" cy="646460"/>
      </dsp:txXfrm>
    </dsp:sp>
    <dsp:sp modelId="{7FDC8604-EF4D-E349-B4EA-B183934E2F2A}">
      <dsp:nvSpPr>
        <dsp:cNvPr id="0" name=""/>
        <dsp:cNvSpPr/>
      </dsp:nvSpPr>
      <dsp:spPr>
        <a:xfrm>
          <a:off x="157196" y="4951166"/>
          <a:ext cx="1226524" cy="6866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Fintech/Payment domain experience</a:t>
          </a:r>
        </a:p>
      </dsp:txBody>
      <dsp:txXfrm>
        <a:off x="177308" y="4971278"/>
        <a:ext cx="1186300" cy="646460"/>
      </dsp:txXfrm>
    </dsp:sp>
    <dsp:sp modelId="{63EF72D1-2ACA-8D41-A5DC-52AEB1008C3E}">
      <dsp:nvSpPr>
        <dsp:cNvPr id="0" name=""/>
        <dsp:cNvSpPr/>
      </dsp:nvSpPr>
      <dsp:spPr>
        <a:xfrm>
          <a:off x="1652022" y="0"/>
          <a:ext cx="1533155" cy="593576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Platform Engineer</a:t>
          </a:r>
        </a:p>
      </dsp:txBody>
      <dsp:txXfrm>
        <a:off x="1652022" y="0"/>
        <a:ext cx="1533155" cy="1780728"/>
      </dsp:txXfrm>
    </dsp:sp>
    <dsp:sp modelId="{198380F5-2A23-1A4E-97F7-2BBEB5755FEF}">
      <dsp:nvSpPr>
        <dsp:cNvPr id="0" name=""/>
        <dsp:cNvSpPr/>
      </dsp:nvSpPr>
      <dsp:spPr>
        <a:xfrm>
          <a:off x="1805338" y="1780873"/>
          <a:ext cx="1226524" cy="86471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DevOps/Cloud engineering AWS or Azure experience</a:t>
          </a:r>
        </a:p>
      </dsp:txBody>
      <dsp:txXfrm>
        <a:off x="1830665" y="1806200"/>
        <a:ext cx="1175870" cy="814060"/>
      </dsp:txXfrm>
    </dsp:sp>
    <dsp:sp modelId="{7BD8AACE-ED6F-1F46-A6FE-80973D9E78A8}">
      <dsp:nvSpPr>
        <dsp:cNvPr id="0" name=""/>
        <dsp:cNvSpPr/>
      </dsp:nvSpPr>
      <dsp:spPr>
        <a:xfrm>
          <a:off x="1805338" y="2778620"/>
          <a:ext cx="1226524" cy="86471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ECS, S3, Serverless, API Gateway, SQS, </a:t>
          </a:r>
          <a:r>
            <a:rPr lang="en-GB" sz="1200" kern="1200" dirty="0" err="1"/>
            <a:t>EventBridge</a:t>
          </a:r>
          <a:endParaRPr lang="en-GB" sz="1200" kern="1200" dirty="0"/>
        </a:p>
      </dsp:txBody>
      <dsp:txXfrm>
        <a:off x="1830665" y="2803947"/>
        <a:ext cx="1175870" cy="814060"/>
      </dsp:txXfrm>
    </dsp:sp>
    <dsp:sp modelId="{F5AC81F1-A51C-804B-9B01-3E79A0AC1022}">
      <dsp:nvSpPr>
        <dsp:cNvPr id="0" name=""/>
        <dsp:cNvSpPr/>
      </dsp:nvSpPr>
      <dsp:spPr>
        <a:xfrm>
          <a:off x="1805338" y="3776367"/>
          <a:ext cx="1226524" cy="86471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Solid CI/CD, </a:t>
          </a:r>
          <a:r>
            <a:rPr lang="en-GB" sz="1200" kern="1200" dirty="0" err="1"/>
            <a:t>IaC</a:t>
          </a:r>
          <a:r>
            <a:rPr lang="en-GB" sz="1200" kern="1200" dirty="0"/>
            <a:t>, build Automation, Terraform</a:t>
          </a:r>
        </a:p>
      </dsp:txBody>
      <dsp:txXfrm>
        <a:off x="1830665" y="3801694"/>
        <a:ext cx="1175870" cy="814060"/>
      </dsp:txXfrm>
    </dsp:sp>
    <dsp:sp modelId="{6403C0E9-17FA-D341-90EA-BEB22BE49FB5}">
      <dsp:nvSpPr>
        <dsp:cNvPr id="0" name=""/>
        <dsp:cNvSpPr/>
      </dsp:nvSpPr>
      <dsp:spPr>
        <a:xfrm>
          <a:off x="1805338" y="4774114"/>
          <a:ext cx="1226524" cy="86471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DevOps tools including Jira, Jenkins, GitHub, Docker</a:t>
          </a:r>
        </a:p>
      </dsp:txBody>
      <dsp:txXfrm>
        <a:off x="1830665" y="4799441"/>
        <a:ext cx="1175870" cy="814060"/>
      </dsp:txXfrm>
    </dsp:sp>
    <dsp:sp modelId="{8AFAB680-2F36-3D4E-A6CF-48428E0FB1E1}">
      <dsp:nvSpPr>
        <dsp:cNvPr id="0" name=""/>
        <dsp:cNvSpPr/>
      </dsp:nvSpPr>
      <dsp:spPr>
        <a:xfrm>
          <a:off x="3300165" y="0"/>
          <a:ext cx="1533155" cy="593576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Frontend Engineer</a:t>
          </a:r>
        </a:p>
      </dsp:txBody>
      <dsp:txXfrm>
        <a:off x="3300165" y="0"/>
        <a:ext cx="1533155" cy="1780728"/>
      </dsp:txXfrm>
    </dsp:sp>
    <dsp:sp modelId="{E1F2251A-35B3-7045-A82F-0589D639E024}">
      <dsp:nvSpPr>
        <dsp:cNvPr id="0" name=""/>
        <dsp:cNvSpPr/>
      </dsp:nvSpPr>
      <dsp:spPr>
        <a:xfrm>
          <a:off x="3453480" y="1781851"/>
          <a:ext cx="1226524" cy="6866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In-depth exp. of core web techs JS, CSS, HTML</a:t>
          </a:r>
        </a:p>
      </dsp:txBody>
      <dsp:txXfrm>
        <a:off x="3473592" y="1801963"/>
        <a:ext cx="1186300" cy="646460"/>
      </dsp:txXfrm>
    </dsp:sp>
    <dsp:sp modelId="{1625032E-19CD-754C-9D89-59F891601B9A}">
      <dsp:nvSpPr>
        <dsp:cNvPr id="0" name=""/>
        <dsp:cNvSpPr/>
      </dsp:nvSpPr>
      <dsp:spPr>
        <a:xfrm>
          <a:off x="3453480" y="2574180"/>
          <a:ext cx="1226524" cy="6866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Min 5 years front-end with </a:t>
          </a:r>
          <a:r>
            <a:rPr lang="en-GB" sz="1200" kern="1200" dirty="0" err="1"/>
            <a:t>NextJS</a:t>
          </a:r>
          <a:r>
            <a:rPr lang="en-GB" sz="1200" kern="1200" dirty="0"/>
            <a:t>/Remix, React</a:t>
          </a:r>
        </a:p>
      </dsp:txBody>
      <dsp:txXfrm>
        <a:off x="3473592" y="2594292"/>
        <a:ext cx="1186300" cy="646460"/>
      </dsp:txXfrm>
    </dsp:sp>
    <dsp:sp modelId="{71204230-9CED-824D-82F2-66550DB56AE0}">
      <dsp:nvSpPr>
        <dsp:cNvPr id="0" name=""/>
        <dsp:cNvSpPr/>
      </dsp:nvSpPr>
      <dsp:spPr>
        <a:xfrm>
          <a:off x="3453480" y="3366508"/>
          <a:ext cx="1226524" cy="6866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Interfacing with API endpoints + JWT, MFA</a:t>
          </a:r>
        </a:p>
      </dsp:txBody>
      <dsp:txXfrm>
        <a:off x="3473592" y="3386620"/>
        <a:ext cx="1186300" cy="646460"/>
      </dsp:txXfrm>
    </dsp:sp>
    <dsp:sp modelId="{071F4820-A6F4-FE48-97B8-0F24278C3907}">
      <dsp:nvSpPr>
        <dsp:cNvPr id="0" name=""/>
        <dsp:cNvSpPr/>
      </dsp:nvSpPr>
      <dsp:spPr>
        <a:xfrm>
          <a:off x="3453480" y="4158837"/>
          <a:ext cx="1226524" cy="6866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Front-end testing frameworks</a:t>
          </a:r>
        </a:p>
      </dsp:txBody>
      <dsp:txXfrm>
        <a:off x="3473592" y="4178949"/>
        <a:ext cx="1186300" cy="646460"/>
      </dsp:txXfrm>
    </dsp:sp>
    <dsp:sp modelId="{11044344-D6B1-964E-815E-C65E484399AB}">
      <dsp:nvSpPr>
        <dsp:cNvPr id="0" name=""/>
        <dsp:cNvSpPr/>
      </dsp:nvSpPr>
      <dsp:spPr>
        <a:xfrm>
          <a:off x="3453480" y="4951166"/>
          <a:ext cx="1226524" cy="6866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 Fintech/Payment domain experience</a:t>
          </a:r>
        </a:p>
      </dsp:txBody>
      <dsp:txXfrm>
        <a:off x="3473592" y="4971278"/>
        <a:ext cx="1186300" cy="646460"/>
      </dsp:txXfrm>
    </dsp:sp>
    <dsp:sp modelId="{6CF75C26-FF89-C04A-BD66-737235D1A539}">
      <dsp:nvSpPr>
        <dsp:cNvPr id="0" name=""/>
        <dsp:cNvSpPr/>
      </dsp:nvSpPr>
      <dsp:spPr>
        <a:xfrm>
          <a:off x="4948307" y="0"/>
          <a:ext cx="1533155" cy="593576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Backend Developer</a:t>
          </a:r>
        </a:p>
      </dsp:txBody>
      <dsp:txXfrm>
        <a:off x="4948307" y="0"/>
        <a:ext cx="1533155" cy="1780728"/>
      </dsp:txXfrm>
    </dsp:sp>
    <dsp:sp modelId="{CC3A3771-9911-1649-8007-400B06DC5385}">
      <dsp:nvSpPr>
        <dsp:cNvPr id="0" name=""/>
        <dsp:cNvSpPr/>
      </dsp:nvSpPr>
      <dsp:spPr>
        <a:xfrm>
          <a:off x="5101622" y="1781851"/>
          <a:ext cx="1226524" cy="6866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Solid server-side experience with Node.js</a:t>
          </a:r>
        </a:p>
      </dsp:txBody>
      <dsp:txXfrm>
        <a:off x="5121734" y="1801963"/>
        <a:ext cx="1186300" cy="646460"/>
      </dsp:txXfrm>
    </dsp:sp>
    <dsp:sp modelId="{6E91F482-E877-E344-B7B3-CAB4ED664ADF}">
      <dsp:nvSpPr>
        <dsp:cNvPr id="0" name=""/>
        <dsp:cNvSpPr/>
      </dsp:nvSpPr>
      <dsp:spPr>
        <a:xfrm>
          <a:off x="5101622" y="2574180"/>
          <a:ext cx="1226524" cy="6866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Workflow and Business process orchestration</a:t>
          </a:r>
        </a:p>
      </dsp:txBody>
      <dsp:txXfrm>
        <a:off x="5121734" y="2594292"/>
        <a:ext cx="1186300" cy="646460"/>
      </dsp:txXfrm>
    </dsp:sp>
    <dsp:sp modelId="{50D6CA8A-9913-4648-A80D-C8902735F760}">
      <dsp:nvSpPr>
        <dsp:cNvPr id="0" name=""/>
        <dsp:cNvSpPr/>
      </dsp:nvSpPr>
      <dsp:spPr>
        <a:xfrm>
          <a:off x="5101622" y="3366508"/>
          <a:ext cx="1226524" cy="6866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Consume external service provider API’s</a:t>
          </a:r>
        </a:p>
      </dsp:txBody>
      <dsp:txXfrm>
        <a:off x="5121734" y="3386620"/>
        <a:ext cx="1186300" cy="646460"/>
      </dsp:txXfrm>
    </dsp:sp>
    <dsp:sp modelId="{DDDDE447-A7DD-5041-AB5C-B874ED1C0198}">
      <dsp:nvSpPr>
        <dsp:cNvPr id="0" name=""/>
        <dsp:cNvSpPr/>
      </dsp:nvSpPr>
      <dsp:spPr>
        <a:xfrm>
          <a:off x="5101622" y="4158837"/>
          <a:ext cx="1226524" cy="6866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Agile CI/CD and TDD</a:t>
          </a:r>
        </a:p>
      </dsp:txBody>
      <dsp:txXfrm>
        <a:off x="5121734" y="4178949"/>
        <a:ext cx="1186300" cy="646460"/>
      </dsp:txXfrm>
    </dsp:sp>
    <dsp:sp modelId="{83CE26B9-E75C-4649-80FB-FEB184389031}">
      <dsp:nvSpPr>
        <dsp:cNvPr id="0" name=""/>
        <dsp:cNvSpPr/>
      </dsp:nvSpPr>
      <dsp:spPr>
        <a:xfrm>
          <a:off x="5101622" y="4951166"/>
          <a:ext cx="1226524" cy="6866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Fintech/Payment domain experience</a:t>
          </a:r>
        </a:p>
      </dsp:txBody>
      <dsp:txXfrm>
        <a:off x="5121734" y="4971278"/>
        <a:ext cx="1186300" cy="646460"/>
      </dsp:txXfrm>
    </dsp:sp>
    <dsp:sp modelId="{E0022AE6-AA1A-EE45-85DF-9F1BAB5FC7BE}">
      <dsp:nvSpPr>
        <dsp:cNvPr id="0" name=""/>
        <dsp:cNvSpPr/>
      </dsp:nvSpPr>
      <dsp:spPr>
        <a:xfrm>
          <a:off x="6596449" y="0"/>
          <a:ext cx="1533155" cy="593576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Database Developer</a:t>
          </a:r>
        </a:p>
      </dsp:txBody>
      <dsp:txXfrm>
        <a:off x="6596449" y="0"/>
        <a:ext cx="1533155" cy="1780728"/>
      </dsp:txXfrm>
    </dsp:sp>
    <dsp:sp modelId="{E6D5E998-9FBA-F947-8EC5-0B9220C3613E}">
      <dsp:nvSpPr>
        <dsp:cNvPr id="0" name=""/>
        <dsp:cNvSpPr/>
      </dsp:nvSpPr>
      <dsp:spPr>
        <a:xfrm>
          <a:off x="6749765" y="1781235"/>
          <a:ext cx="1226524" cy="116613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Solid experience in managing and optimising DBMS</a:t>
          </a:r>
        </a:p>
      </dsp:txBody>
      <dsp:txXfrm>
        <a:off x="6783920" y="1815390"/>
        <a:ext cx="1158214" cy="1097829"/>
      </dsp:txXfrm>
    </dsp:sp>
    <dsp:sp modelId="{4D5302DC-1240-7F41-9184-2BC7BA6151FF}">
      <dsp:nvSpPr>
        <dsp:cNvPr id="0" name=""/>
        <dsp:cNvSpPr/>
      </dsp:nvSpPr>
      <dsp:spPr>
        <a:xfrm>
          <a:off x="6749765" y="3126781"/>
          <a:ext cx="1226524" cy="116613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Expertise in schema design, SQL optimal coding</a:t>
          </a:r>
        </a:p>
      </dsp:txBody>
      <dsp:txXfrm>
        <a:off x="6783920" y="3160936"/>
        <a:ext cx="1158214" cy="1097829"/>
      </dsp:txXfrm>
    </dsp:sp>
    <dsp:sp modelId="{B224E1BA-A666-EA4B-9799-F1E8082AE773}">
      <dsp:nvSpPr>
        <dsp:cNvPr id="0" name=""/>
        <dsp:cNvSpPr/>
      </dsp:nvSpPr>
      <dsp:spPr>
        <a:xfrm>
          <a:off x="6749765" y="4472327"/>
          <a:ext cx="1226524" cy="116613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Min 5 years working with PostgreSQL and SQL Server</a:t>
          </a:r>
        </a:p>
      </dsp:txBody>
      <dsp:txXfrm>
        <a:off x="6783920" y="4506482"/>
        <a:ext cx="1158214" cy="1097829"/>
      </dsp:txXfrm>
    </dsp:sp>
    <dsp:sp modelId="{4B0C0AA9-15BA-104D-BA39-A5F6595E7A9C}">
      <dsp:nvSpPr>
        <dsp:cNvPr id="0" name=""/>
        <dsp:cNvSpPr/>
      </dsp:nvSpPr>
      <dsp:spPr>
        <a:xfrm>
          <a:off x="8213039" y="0"/>
          <a:ext cx="1533155" cy="593576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Senior Software Engineer</a:t>
          </a:r>
        </a:p>
      </dsp:txBody>
      <dsp:txXfrm>
        <a:off x="8213039" y="0"/>
        <a:ext cx="1533155" cy="1780728"/>
      </dsp:txXfrm>
    </dsp:sp>
    <dsp:sp modelId="{40A4AF03-069E-FC41-8117-9B68A24A9FC2}">
      <dsp:nvSpPr>
        <dsp:cNvPr id="0" name=""/>
        <dsp:cNvSpPr/>
      </dsp:nvSpPr>
      <dsp:spPr>
        <a:xfrm>
          <a:off x="8397907" y="1780873"/>
          <a:ext cx="1226524" cy="86471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Experience of high-performance systems development</a:t>
          </a:r>
        </a:p>
      </dsp:txBody>
      <dsp:txXfrm>
        <a:off x="8423234" y="1806200"/>
        <a:ext cx="1175870" cy="814060"/>
      </dsp:txXfrm>
    </dsp:sp>
    <dsp:sp modelId="{BE78A7C4-64DC-E24B-87B8-EE5AADA7974D}">
      <dsp:nvSpPr>
        <dsp:cNvPr id="0" name=""/>
        <dsp:cNvSpPr/>
      </dsp:nvSpPr>
      <dsp:spPr>
        <a:xfrm>
          <a:off x="8397907" y="2778620"/>
          <a:ext cx="1226524" cy="86471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Solid Rust or C++ experience</a:t>
          </a:r>
        </a:p>
      </dsp:txBody>
      <dsp:txXfrm>
        <a:off x="8423234" y="2803947"/>
        <a:ext cx="1175870" cy="814060"/>
      </dsp:txXfrm>
    </dsp:sp>
    <dsp:sp modelId="{C6E9A034-8285-924D-9CEF-AB7E31D7B849}">
      <dsp:nvSpPr>
        <dsp:cNvPr id="0" name=""/>
        <dsp:cNvSpPr/>
      </dsp:nvSpPr>
      <dsp:spPr>
        <a:xfrm>
          <a:off x="8397907" y="3776367"/>
          <a:ext cx="1226524" cy="86471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Design and build complex backend system/database technologies</a:t>
          </a:r>
        </a:p>
      </dsp:txBody>
      <dsp:txXfrm>
        <a:off x="8423234" y="3801694"/>
        <a:ext cx="1175870" cy="814060"/>
      </dsp:txXfrm>
    </dsp:sp>
    <dsp:sp modelId="{BD28C97F-2CA3-F846-8D16-6D7B53439E5C}">
      <dsp:nvSpPr>
        <dsp:cNvPr id="0" name=""/>
        <dsp:cNvSpPr/>
      </dsp:nvSpPr>
      <dsp:spPr>
        <a:xfrm>
          <a:off x="8397907" y="4774114"/>
          <a:ext cx="1226524" cy="86471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REST API design and integration with Postgres and Redis</a:t>
          </a:r>
        </a:p>
      </dsp:txBody>
      <dsp:txXfrm>
        <a:off x="8423234" y="4799441"/>
        <a:ext cx="1175870" cy="81406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D0DC47-C2C2-CB4A-85ED-9F7C8D143384}">
      <dsp:nvSpPr>
        <dsp:cNvPr id="0" name=""/>
        <dsp:cNvSpPr/>
      </dsp:nvSpPr>
      <dsp:spPr>
        <a:xfrm>
          <a:off x="0" y="1625600"/>
          <a:ext cx="8128000" cy="2167466"/>
        </a:xfrm>
        <a:prstGeom prst="notched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8C5B13-556B-7D4E-B3C6-987E697D8C41}">
      <dsp:nvSpPr>
        <dsp:cNvPr id="0" name=""/>
        <dsp:cNvSpPr/>
      </dsp:nvSpPr>
      <dsp:spPr>
        <a:xfrm>
          <a:off x="2053" y="0"/>
          <a:ext cx="777775" cy="21674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896" tIns="56896" rIns="56896" bIns="56896" numCol="1" spcCol="1270" anchor="b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kern="1200" dirty="0"/>
            <a:t>Ledger Database (31/03)</a:t>
          </a:r>
        </a:p>
      </dsp:txBody>
      <dsp:txXfrm>
        <a:off x="2053" y="0"/>
        <a:ext cx="777775" cy="2167466"/>
      </dsp:txXfrm>
    </dsp:sp>
    <dsp:sp modelId="{4EFE5E88-4430-E148-8167-B992E9EC09F3}">
      <dsp:nvSpPr>
        <dsp:cNvPr id="0" name=""/>
        <dsp:cNvSpPr/>
      </dsp:nvSpPr>
      <dsp:spPr>
        <a:xfrm>
          <a:off x="120008" y="2438400"/>
          <a:ext cx="541866" cy="54186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9CC138-8122-BA42-9C67-A3C8B144AFBD}">
      <dsp:nvSpPr>
        <dsp:cNvPr id="0" name=""/>
        <dsp:cNvSpPr/>
      </dsp:nvSpPr>
      <dsp:spPr>
        <a:xfrm>
          <a:off x="818718" y="3251200"/>
          <a:ext cx="777775" cy="21674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896" tIns="56896" rIns="56896" bIns="56896" numCol="1" spcCol="1270" anchor="t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kern="1200" dirty="0"/>
            <a:t>Ledger API (31/05)</a:t>
          </a:r>
        </a:p>
      </dsp:txBody>
      <dsp:txXfrm>
        <a:off x="818718" y="3251200"/>
        <a:ext cx="777775" cy="2167466"/>
      </dsp:txXfrm>
    </dsp:sp>
    <dsp:sp modelId="{4573C9CF-3B8B-0542-B5DE-CD2A52B6141E}">
      <dsp:nvSpPr>
        <dsp:cNvPr id="0" name=""/>
        <dsp:cNvSpPr/>
      </dsp:nvSpPr>
      <dsp:spPr>
        <a:xfrm>
          <a:off x="936672" y="2438400"/>
          <a:ext cx="541866" cy="54186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E9AC99-8C36-944C-93D4-563AC2D1BE95}">
      <dsp:nvSpPr>
        <dsp:cNvPr id="0" name=""/>
        <dsp:cNvSpPr/>
      </dsp:nvSpPr>
      <dsp:spPr>
        <a:xfrm>
          <a:off x="1635382" y="0"/>
          <a:ext cx="777775" cy="21674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896" tIns="56896" rIns="56896" bIns="56896" numCol="1" spcCol="1270" anchor="b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kern="1200" dirty="0"/>
            <a:t>Connectors (30/06)</a:t>
          </a:r>
        </a:p>
      </dsp:txBody>
      <dsp:txXfrm>
        <a:off x="1635382" y="0"/>
        <a:ext cx="777775" cy="2167466"/>
      </dsp:txXfrm>
    </dsp:sp>
    <dsp:sp modelId="{9361CF71-E3DF-814D-ABCD-2845AC9D86FF}">
      <dsp:nvSpPr>
        <dsp:cNvPr id="0" name=""/>
        <dsp:cNvSpPr/>
      </dsp:nvSpPr>
      <dsp:spPr>
        <a:xfrm>
          <a:off x="1753337" y="2438400"/>
          <a:ext cx="541866" cy="54186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A38E5A-4F4A-C346-907F-B46D3352B863}">
      <dsp:nvSpPr>
        <dsp:cNvPr id="0" name=""/>
        <dsp:cNvSpPr/>
      </dsp:nvSpPr>
      <dsp:spPr>
        <a:xfrm>
          <a:off x="2452047" y="3251200"/>
          <a:ext cx="777775" cy="21674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896" tIns="56896" rIns="56896" bIns="56896" numCol="1" spcCol="1270" anchor="t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kern="1200" dirty="0"/>
            <a:t>Orchestrator  (30/06)</a:t>
          </a:r>
        </a:p>
      </dsp:txBody>
      <dsp:txXfrm>
        <a:off x="2452047" y="3251200"/>
        <a:ext cx="777775" cy="2167466"/>
      </dsp:txXfrm>
    </dsp:sp>
    <dsp:sp modelId="{2F1264A7-1F50-6647-B987-AD2D3B6B2081}">
      <dsp:nvSpPr>
        <dsp:cNvPr id="0" name=""/>
        <dsp:cNvSpPr/>
      </dsp:nvSpPr>
      <dsp:spPr>
        <a:xfrm>
          <a:off x="2570002" y="2438400"/>
          <a:ext cx="541866" cy="54186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31B154-FC1E-BD46-8E5F-127D159EC1C7}">
      <dsp:nvSpPr>
        <dsp:cNvPr id="0" name=""/>
        <dsp:cNvSpPr/>
      </dsp:nvSpPr>
      <dsp:spPr>
        <a:xfrm>
          <a:off x="3268712" y="0"/>
          <a:ext cx="777775" cy="21674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896" tIns="56896" rIns="56896" bIns="56896" numCol="1" spcCol="1270" anchor="b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kern="1200" dirty="0"/>
            <a:t>UI (30/06)</a:t>
          </a:r>
        </a:p>
      </dsp:txBody>
      <dsp:txXfrm>
        <a:off x="3268712" y="0"/>
        <a:ext cx="777775" cy="2167466"/>
      </dsp:txXfrm>
    </dsp:sp>
    <dsp:sp modelId="{35C3DA5B-EAF4-6141-B118-F38DA3396D3C}">
      <dsp:nvSpPr>
        <dsp:cNvPr id="0" name=""/>
        <dsp:cNvSpPr/>
      </dsp:nvSpPr>
      <dsp:spPr>
        <a:xfrm>
          <a:off x="3386666" y="2438400"/>
          <a:ext cx="541866" cy="54186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CD0A22-3803-D345-B2F6-D0133C3E75DB}">
      <dsp:nvSpPr>
        <dsp:cNvPr id="0" name=""/>
        <dsp:cNvSpPr/>
      </dsp:nvSpPr>
      <dsp:spPr>
        <a:xfrm>
          <a:off x="4085376" y="3251200"/>
          <a:ext cx="777775" cy="21674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896" tIns="56896" rIns="56896" bIns="56896" numCol="1" spcCol="1270" anchor="t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kern="1200" dirty="0"/>
            <a:t>Orchestration (31/08)</a:t>
          </a:r>
        </a:p>
      </dsp:txBody>
      <dsp:txXfrm>
        <a:off x="4085376" y="3251200"/>
        <a:ext cx="777775" cy="2167466"/>
      </dsp:txXfrm>
    </dsp:sp>
    <dsp:sp modelId="{E0D071AD-CA73-C743-9D71-177C8B2C5F77}">
      <dsp:nvSpPr>
        <dsp:cNvPr id="0" name=""/>
        <dsp:cNvSpPr/>
      </dsp:nvSpPr>
      <dsp:spPr>
        <a:xfrm>
          <a:off x="4203331" y="2438400"/>
          <a:ext cx="541866" cy="54186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AC0041-16C1-554A-89A9-EAEC85729074}">
      <dsp:nvSpPr>
        <dsp:cNvPr id="0" name=""/>
        <dsp:cNvSpPr/>
      </dsp:nvSpPr>
      <dsp:spPr>
        <a:xfrm>
          <a:off x="4902041" y="0"/>
          <a:ext cx="777775" cy="21674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896" tIns="56896" rIns="56896" bIns="56896" numCol="1" spcCol="1270" anchor="b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kern="1200" dirty="0"/>
            <a:t>Integration (19/09)</a:t>
          </a:r>
        </a:p>
      </dsp:txBody>
      <dsp:txXfrm>
        <a:off x="4902041" y="0"/>
        <a:ext cx="777775" cy="2167466"/>
      </dsp:txXfrm>
    </dsp:sp>
    <dsp:sp modelId="{C27C5EE0-866E-0A46-BAB2-72C46317584B}">
      <dsp:nvSpPr>
        <dsp:cNvPr id="0" name=""/>
        <dsp:cNvSpPr/>
      </dsp:nvSpPr>
      <dsp:spPr>
        <a:xfrm>
          <a:off x="5019995" y="2438400"/>
          <a:ext cx="541866" cy="54186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B4FD14-BF57-3B4D-8884-239F14CFC981}">
      <dsp:nvSpPr>
        <dsp:cNvPr id="0" name=""/>
        <dsp:cNvSpPr/>
      </dsp:nvSpPr>
      <dsp:spPr>
        <a:xfrm>
          <a:off x="5718705" y="3251200"/>
          <a:ext cx="777775" cy="21674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896" tIns="56896" rIns="56896" bIns="56896" numCol="1" spcCol="1270" anchor="t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kern="1200" dirty="0"/>
            <a:t>UAT (17/10)</a:t>
          </a:r>
        </a:p>
      </dsp:txBody>
      <dsp:txXfrm>
        <a:off x="5718705" y="3251200"/>
        <a:ext cx="777775" cy="2167466"/>
      </dsp:txXfrm>
    </dsp:sp>
    <dsp:sp modelId="{6A46E540-B453-4C47-9FE2-410782E4A4B8}">
      <dsp:nvSpPr>
        <dsp:cNvPr id="0" name=""/>
        <dsp:cNvSpPr/>
      </dsp:nvSpPr>
      <dsp:spPr>
        <a:xfrm>
          <a:off x="5836660" y="2438400"/>
          <a:ext cx="541866" cy="54186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12240D-4D04-CC41-8F98-F3BB584CE882}">
      <dsp:nvSpPr>
        <dsp:cNvPr id="0" name=""/>
        <dsp:cNvSpPr/>
      </dsp:nvSpPr>
      <dsp:spPr>
        <a:xfrm>
          <a:off x="6535370" y="0"/>
          <a:ext cx="777775" cy="21674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896" tIns="56896" rIns="56896" bIns="56896" numCol="1" spcCol="1270" anchor="b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b="1" kern="1200" dirty="0">
              <a:solidFill>
                <a:srgbClr val="FF0000"/>
              </a:solidFill>
            </a:rPr>
            <a:t>Go Live (27/10)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800" kern="1200" dirty="0"/>
        </a:p>
      </dsp:txBody>
      <dsp:txXfrm>
        <a:off x="6535370" y="0"/>
        <a:ext cx="777775" cy="2167466"/>
      </dsp:txXfrm>
    </dsp:sp>
    <dsp:sp modelId="{6B6C3708-2587-E742-A02D-793F856FA3FC}">
      <dsp:nvSpPr>
        <dsp:cNvPr id="0" name=""/>
        <dsp:cNvSpPr/>
      </dsp:nvSpPr>
      <dsp:spPr>
        <a:xfrm>
          <a:off x="6653324" y="2438400"/>
          <a:ext cx="541866" cy="54186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EF72D1-2ACA-8D41-A5DC-52AEB1008C3E}">
      <dsp:nvSpPr>
        <dsp:cNvPr id="0" name=""/>
        <dsp:cNvSpPr/>
      </dsp:nvSpPr>
      <dsp:spPr>
        <a:xfrm>
          <a:off x="1194" y="0"/>
          <a:ext cx="3104520" cy="593576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Platform Engineer</a:t>
          </a:r>
        </a:p>
      </dsp:txBody>
      <dsp:txXfrm>
        <a:off x="1194" y="0"/>
        <a:ext cx="3104520" cy="1780728"/>
      </dsp:txXfrm>
    </dsp:sp>
    <dsp:sp modelId="{198380F5-2A23-1A4E-97F7-2BBEB5755FEF}">
      <dsp:nvSpPr>
        <dsp:cNvPr id="0" name=""/>
        <dsp:cNvSpPr/>
      </dsp:nvSpPr>
      <dsp:spPr>
        <a:xfrm>
          <a:off x="311646" y="1780873"/>
          <a:ext cx="2483616" cy="86471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DevOps/Cloud engineering AWS or Azure experience</a:t>
          </a:r>
        </a:p>
      </dsp:txBody>
      <dsp:txXfrm>
        <a:off x="336973" y="1806200"/>
        <a:ext cx="2432962" cy="814060"/>
      </dsp:txXfrm>
    </dsp:sp>
    <dsp:sp modelId="{7BD8AACE-ED6F-1F46-A6FE-80973D9E78A8}">
      <dsp:nvSpPr>
        <dsp:cNvPr id="0" name=""/>
        <dsp:cNvSpPr/>
      </dsp:nvSpPr>
      <dsp:spPr>
        <a:xfrm>
          <a:off x="311646" y="2778620"/>
          <a:ext cx="2483616" cy="86471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ECS, S3, Serverless, API Gateway, SQS, </a:t>
          </a:r>
          <a:r>
            <a:rPr lang="en-GB" sz="1200" kern="1200" dirty="0" err="1"/>
            <a:t>EventBridge</a:t>
          </a:r>
          <a:endParaRPr lang="en-GB" sz="1200" kern="1200" dirty="0"/>
        </a:p>
      </dsp:txBody>
      <dsp:txXfrm>
        <a:off x="336973" y="2803947"/>
        <a:ext cx="2432962" cy="814060"/>
      </dsp:txXfrm>
    </dsp:sp>
    <dsp:sp modelId="{F5AC81F1-A51C-804B-9B01-3E79A0AC1022}">
      <dsp:nvSpPr>
        <dsp:cNvPr id="0" name=""/>
        <dsp:cNvSpPr/>
      </dsp:nvSpPr>
      <dsp:spPr>
        <a:xfrm>
          <a:off x="311646" y="3776367"/>
          <a:ext cx="2483616" cy="86471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Solid CI/CD, </a:t>
          </a:r>
          <a:r>
            <a:rPr lang="en-GB" sz="1200" kern="1200" dirty="0" err="1"/>
            <a:t>IaC</a:t>
          </a:r>
          <a:r>
            <a:rPr lang="en-GB" sz="1200" kern="1200" dirty="0"/>
            <a:t>, build Automation, Terraform</a:t>
          </a:r>
        </a:p>
      </dsp:txBody>
      <dsp:txXfrm>
        <a:off x="336973" y="3801694"/>
        <a:ext cx="2432962" cy="814060"/>
      </dsp:txXfrm>
    </dsp:sp>
    <dsp:sp modelId="{6403C0E9-17FA-D341-90EA-BEB22BE49FB5}">
      <dsp:nvSpPr>
        <dsp:cNvPr id="0" name=""/>
        <dsp:cNvSpPr/>
      </dsp:nvSpPr>
      <dsp:spPr>
        <a:xfrm>
          <a:off x="311646" y="4774114"/>
          <a:ext cx="2483616" cy="86471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DevOps tools including Jira, Jenkins, GitHub, Docker</a:t>
          </a:r>
        </a:p>
      </dsp:txBody>
      <dsp:txXfrm>
        <a:off x="336973" y="4799441"/>
        <a:ext cx="2432962" cy="814060"/>
      </dsp:txXfrm>
    </dsp:sp>
    <dsp:sp modelId="{8AFAB680-2F36-3D4E-A6CF-48428E0FB1E1}">
      <dsp:nvSpPr>
        <dsp:cNvPr id="0" name=""/>
        <dsp:cNvSpPr/>
      </dsp:nvSpPr>
      <dsp:spPr>
        <a:xfrm>
          <a:off x="3338553" y="0"/>
          <a:ext cx="3104520" cy="593576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Frontend Engineer</a:t>
          </a:r>
        </a:p>
      </dsp:txBody>
      <dsp:txXfrm>
        <a:off x="3338553" y="0"/>
        <a:ext cx="3104520" cy="1780728"/>
      </dsp:txXfrm>
    </dsp:sp>
    <dsp:sp modelId="{E1F2251A-35B3-7045-A82F-0589D639E024}">
      <dsp:nvSpPr>
        <dsp:cNvPr id="0" name=""/>
        <dsp:cNvSpPr/>
      </dsp:nvSpPr>
      <dsp:spPr>
        <a:xfrm>
          <a:off x="3649005" y="1781851"/>
          <a:ext cx="2483616" cy="6866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In-depth exp. of core web techs JS, CSS, HTML</a:t>
          </a:r>
        </a:p>
      </dsp:txBody>
      <dsp:txXfrm>
        <a:off x="3669117" y="1801963"/>
        <a:ext cx="2443392" cy="646460"/>
      </dsp:txXfrm>
    </dsp:sp>
    <dsp:sp modelId="{1625032E-19CD-754C-9D89-59F891601B9A}">
      <dsp:nvSpPr>
        <dsp:cNvPr id="0" name=""/>
        <dsp:cNvSpPr/>
      </dsp:nvSpPr>
      <dsp:spPr>
        <a:xfrm>
          <a:off x="3649005" y="2574180"/>
          <a:ext cx="2483616" cy="6866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Min 5 years front-end with React</a:t>
          </a:r>
        </a:p>
      </dsp:txBody>
      <dsp:txXfrm>
        <a:off x="3669117" y="2594292"/>
        <a:ext cx="2443392" cy="646460"/>
      </dsp:txXfrm>
    </dsp:sp>
    <dsp:sp modelId="{71204230-9CED-824D-82F2-66550DB56AE0}">
      <dsp:nvSpPr>
        <dsp:cNvPr id="0" name=""/>
        <dsp:cNvSpPr/>
      </dsp:nvSpPr>
      <dsp:spPr>
        <a:xfrm>
          <a:off x="3649005" y="3366508"/>
          <a:ext cx="2483616" cy="6866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Interfacing with API endpoints + OAuth and MFA</a:t>
          </a:r>
        </a:p>
      </dsp:txBody>
      <dsp:txXfrm>
        <a:off x="3669117" y="3386620"/>
        <a:ext cx="2443392" cy="646460"/>
      </dsp:txXfrm>
    </dsp:sp>
    <dsp:sp modelId="{071F4820-A6F4-FE48-97B8-0F24278C3907}">
      <dsp:nvSpPr>
        <dsp:cNvPr id="0" name=""/>
        <dsp:cNvSpPr/>
      </dsp:nvSpPr>
      <dsp:spPr>
        <a:xfrm>
          <a:off x="3649005" y="4158837"/>
          <a:ext cx="2483616" cy="6866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Front-end testing frameworks</a:t>
          </a:r>
        </a:p>
      </dsp:txBody>
      <dsp:txXfrm>
        <a:off x="3669117" y="4178949"/>
        <a:ext cx="2443392" cy="646460"/>
      </dsp:txXfrm>
    </dsp:sp>
    <dsp:sp modelId="{11044344-D6B1-964E-815E-C65E484399AB}">
      <dsp:nvSpPr>
        <dsp:cNvPr id="0" name=""/>
        <dsp:cNvSpPr/>
      </dsp:nvSpPr>
      <dsp:spPr>
        <a:xfrm>
          <a:off x="3649005" y="4951166"/>
          <a:ext cx="2483616" cy="6866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 Fintech/Payment domain experience</a:t>
          </a:r>
        </a:p>
      </dsp:txBody>
      <dsp:txXfrm>
        <a:off x="3669117" y="4971278"/>
        <a:ext cx="2443392" cy="646460"/>
      </dsp:txXfrm>
    </dsp:sp>
    <dsp:sp modelId="{6CF75C26-FF89-C04A-BD66-737235D1A539}">
      <dsp:nvSpPr>
        <dsp:cNvPr id="0" name=""/>
        <dsp:cNvSpPr/>
      </dsp:nvSpPr>
      <dsp:spPr>
        <a:xfrm>
          <a:off x="6675913" y="0"/>
          <a:ext cx="3104520" cy="593576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Backend Engineer</a:t>
          </a:r>
        </a:p>
      </dsp:txBody>
      <dsp:txXfrm>
        <a:off x="6675913" y="0"/>
        <a:ext cx="3104520" cy="1780728"/>
      </dsp:txXfrm>
    </dsp:sp>
    <dsp:sp modelId="{CC3A3771-9911-1649-8007-400B06DC5385}">
      <dsp:nvSpPr>
        <dsp:cNvPr id="0" name=""/>
        <dsp:cNvSpPr/>
      </dsp:nvSpPr>
      <dsp:spPr>
        <a:xfrm>
          <a:off x="6986365" y="1781851"/>
          <a:ext cx="2483616" cy="6866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Solid server-side experience with Node.js</a:t>
          </a:r>
        </a:p>
      </dsp:txBody>
      <dsp:txXfrm>
        <a:off x="7006477" y="1801963"/>
        <a:ext cx="2443392" cy="646460"/>
      </dsp:txXfrm>
    </dsp:sp>
    <dsp:sp modelId="{6E91F482-E877-E344-B7B3-CAB4ED664ADF}">
      <dsp:nvSpPr>
        <dsp:cNvPr id="0" name=""/>
        <dsp:cNvSpPr/>
      </dsp:nvSpPr>
      <dsp:spPr>
        <a:xfrm>
          <a:off x="6986365" y="2574180"/>
          <a:ext cx="2483616" cy="6866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Workflow and Business process orchestration</a:t>
          </a:r>
        </a:p>
      </dsp:txBody>
      <dsp:txXfrm>
        <a:off x="7006477" y="2594292"/>
        <a:ext cx="2443392" cy="646460"/>
      </dsp:txXfrm>
    </dsp:sp>
    <dsp:sp modelId="{50D6CA8A-9913-4648-A80D-C8902735F760}">
      <dsp:nvSpPr>
        <dsp:cNvPr id="0" name=""/>
        <dsp:cNvSpPr/>
      </dsp:nvSpPr>
      <dsp:spPr>
        <a:xfrm>
          <a:off x="6986365" y="3366508"/>
          <a:ext cx="2483616" cy="6866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Consume external service provider API’s</a:t>
          </a:r>
        </a:p>
      </dsp:txBody>
      <dsp:txXfrm>
        <a:off x="7006477" y="3386620"/>
        <a:ext cx="2443392" cy="646460"/>
      </dsp:txXfrm>
    </dsp:sp>
    <dsp:sp modelId="{DDDDE447-A7DD-5041-AB5C-B874ED1C0198}">
      <dsp:nvSpPr>
        <dsp:cNvPr id="0" name=""/>
        <dsp:cNvSpPr/>
      </dsp:nvSpPr>
      <dsp:spPr>
        <a:xfrm>
          <a:off x="6986365" y="4158837"/>
          <a:ext cx="2483616" cy="6866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Agile CI/CD and TDD</a:t>
          </a:r>
        </a:p>
      </dsp:txBody>
      <dsp:txXfrm>
        <a:off x="7006477" y="4178949"/>
        <a:ext cx="2443392" cy="646460"/>
      </dsp:txXfrm>
    </dsp:sp>
    <dsp:sp modelId="{83CE26B9-E75C-4649-80FB-FEB184389031}">
      <dsp:nvSpPr>
        <dsp:cNvPr id="0" name=""/>
        <dsp:cNvSpPr/>
      </dsp:nvSpPr>
      <dsp:spPr>
        <a:xfrm>
          <a:off x="6986365" y="4951166"/>
          <a:ext cx="2483616" cy="6866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Fintech/Payment domain experience</a:t>
          </a:r>
        </a:p>
      </dsp:txBody>
      <dsp:txXfrm>
        <a:off x="7006477" y="4971278"/>
        <a:ext cx="2443392" cy="64646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023CA0-2BDA-0244-90C5-E2543124BE65}">
      <dsp:nvSpPr>
        <dsp:cNvPr id="0" name=""/>
        <dsp:cNvSpPr/>
      </dsp:nvSpPr>
      <dsp:spPr>
        <a:xfrm>
          <a:off x="4761067" y="1361285"/>
          <a:ext cx="2788270" cy="24195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0978"/>
              </a:lnTo>
              <a:lnTo>
                <a:pt x="2788270" y="120978"/>
              </a:lnTo>
              <a:lnTo>
                <a:pt x="2788270" y="24195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B19C56F-EEB3-CB4C-8E7E-3F3132546B9D}">
      <dsp:nvSpPr>
        <dsp:cNvPr id="0" name=""/>
        <dsp:cNvSpPr/>
      </dsp:nvSpPr>
      <dsp:spPr>
        <a:xfrm>
          <a:off x="4761067" y="1361285"/>
          <a:ext cx="1427179" cy="25297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1993"/>
              </a:lnTo>
              <a:lnTo>
                <a:pt x="1427179" y="131993"/>
              </a:lnTo>
              <a:lnTo>
                <a:pt x="1427179" y="25297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27C9AD8-F6E6-B043-9FA8-E5D14FF23718}">
      <dsp:nvSpPr>
        <dsp:cNvPr id="0" name=""/>
        <dsp:cNvSpPr/>
      </dsp:nvSpPr>
      <dsp:spPr>
        <a:xfrm>
          <a:off x="4715347" y="1361285"/>
          <a:ext cx="91440" cy="24195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4195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5C92856-C6E4-A348-A684-CBB7197FD4E1}">
      <dsp:nvSpPr>
        <dsp:cNvPr id="0" name=""/>
        <dsp:cNvSpPr/>
      </dsp:nvSpPr>
      <dsp:spPr>
        <a:xfrm>
          <a:off x="3366932" y="1361285"/>
          <a:ext cx="1394135" cy="241957"/>
        </a:xfrm>
        <a:custGeom>
          <a:avLst/>
          <a:gdLst/>
          <a:ahLst/>
          <a:cxnLst/>
          <a:rect l="0" t="0" r="0" b="0"/>
          <a:pathLst>
            <a:path>
              <a:moveTo>
                <a:pt x="1394135" y="0"/>
              </a:moveTo>
              <a:lnTo>
                <a:pt x="1394135" y="120978"/>
              </a:lnTo>
              <a:lnTo>
                <a:pt x="0" y="120978"/>
              </a:lnTo>
              <a:lnTo>
                <a:pt x="0" y="24195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EEE5E33-2DC0-2C4A-887E-820FBD91BB4F}">
      <dsp:nvSpPr>
        <dsp:cNvPr id="0" name=""/>
        <dsp:cNvSpPr/>
      </dsp:nvSpPr>
      <dsp:spPr>
        <a:xfrm>
          <a:off x="1972797" y="1361285"/>
          <a:ext cx="2788270" cy="241957"/>
        </a:xfrm>
        <a:custGeom>
          <a:avLst/>
          <a:gdLst/>
          <a:ahLst/>
          <a:cxnLst/>
          <a:rect l="0" t="0" r="0" b="0"/>
          <a:pathLst>
            <a:path>
              <a:moveTo>
                <a:pt x="2788270" y="0"/>
              </a:moveTo>
              <a:lnTo>
                <a:pt x="2788270" y="120978"/>
              </a:lnTo>
              <a:lnTo>
                <a:pt x="0" y="120978"/>
              </a:lnTo>
              <a:lnTo>
                <a:pt x="0" y="24195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D4ECF05-8CEF-774B-9F05-47491710205B}">
      <dsp:nvSpPr>
        <dsp:cNvPr id="0" name=""/>
        <dsp:cNvSpPr/>
      </dsp:nvSpPr>
      <dsp:spPr>
        <a:xfrm>
          <a:off x="117791" y="2179331"/>
          <a:ext cx="172826" cy="216609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66094"/>
              </a:lnTo>
              <a:lnTo>
                <a:pt x="172826" y="216609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A91B370-871D-2545-A5B6-3EBA3B393484}">
      <dsp:nvSpPr>
        <dsp:cNvPr id="0" name=""/>
        <dsp:cNvSpPr/>
      </dsp:nvSpPr>
      <dsp:spPr>
        <a:xfrm>
          <a:off x="117791" y="2179331"/>
          <a:ext cx="172826" cy="134804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48047"/>
              </a:lnTo>
              <a:lnTo>
                <a:pt x="172826" y="134804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9C4A877-BA81-7F42-8E5F-C9A097F6EBB7}">
      <dsp:nvSpPr>
        <dsp:cNvPr id="0" name=""/>
        <dsp:cNvSpPr/>
      </dsp:nvSpPr>
      <dsp:spPr>
        <a:xfrm>
          <a:off x="117791" y="2179331"/>
          <a:ext cx="172826" cy="53000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30001"/>
              </a:lnTo>
              <a:lnTo>
                <a:pt x="172826" y="53000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82E18F8-4F0E-B54F-A48E-2C18063A8B68}">
      <dsp:nvSpPr>
        <dsp:cNvPr id="0" name=""/>
        <dsp:cNvSpPr/>
      </dsp:nvSpPr>
      <dsp:spPr>
        <a:xfrm>
          <a:off x="532942" y="1361285"/>
          <a:ext cx="91440" cy="24195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4195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AE09C74-57D6-B64E-9CF2-C4983B3CC1F4}">
      <dsp:nvSpPr>
        <dsp:cNvPr id="0" name=""/>
        <dsp:cNvSpPr/>
      </dsp:nvSpPr>
      <dsp:spPr>
        <a:xfrm>
          <a:off x="2573" y="785196"/>
          <a:ext cx="1152177" cy="5760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World</a:t>
          </a:r>
        </a:p>
      </dsp:txBody>
      <dsp:txXfrm>
        <a:off x="2573" y="785196"/>
        <a:ext cx="1152177" cy="576088"/>
      </dsp:txXfrm>
    </dsp:sp>
    <dsp:sp modelId="{9AB7851C-6B05-CE40-880B-550602B35593}">
      <dsp:nvSpPr>
        <dsp:cNvPr id="0" name=""/>
        <dsp:cNvSpPr/>
      </dsp:nvSpPr>
      <dsp:spPr>
        <a:xfrm>
          <a:off x="2573" y="1603242"/>
          <a:ext cx="1152177" cy="5760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Banking Partner</a:t>
          </a:r>
        </a:p>
      </dsp:txBody>
      <dsp:txXfrm>
        <a:off x="2573" y="1603242"/>
        <a:ext cx="1152177" cy="576088"/>
      </dsp:txXfrm>
    </dsp:sp>
    <dsp:sp modelId="{259F42DE-F2D0-7449-9682-B1BDA87E3B9D}">
      <dsp:nvSpPr>
        <dsp:cNvPr id="0" name=""/>
        <dsp:cNvSpPr/>
      </dsp:nvSpPr>
      <dsp:spPr>
        <a:xfrm>
          <a:off x="290617" y="2421289"/>
          <a:ext cx="1152177" cy="5760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Convera</a:t>
          </a:r>
        </a:p>
      </dsp:txBody>
      <dsp:txXfrm>
        <a:off x="290617" y="2421289"/>
        <a:ext cx="1152177" cy="576088"/>
      </dsp:txXfrm>
    </dsp:sp>
    <dsp:sp modelId="{11703AE9-603F-CC4D-8174-6954D67934A2}">
      <dsp:nvSpPr>
        <dsp:cNvPr id="0" name=""/>
        <dsp:cNvSpPr/>
      </dsp:nvSpPr>
      <dsp:spPr>
        <a:xfrm>
          <a:off x="290617" y="3239335"/>
          <a:ext cx="1152177" cy="5760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Banking Circle</a:t>
          </a:r>
        </a:p>
      </dsp:txBody>
      <dsp:txXfrm>
        <a:off x="290617" y="3239335"/>
        <a:ext cx="1152177" cy="576088"/>
      </dsp:txXfrm>
    </dsp:sp>
    <dsp:sp modelId="{894B637E-63BD-8449-A454-409EA3C1355D}">
      <dsp:nvSpPr>
        <dsp:cNvPr id="0" name=""/>
        <dsp:cNvSpPr/>
      </dsp:nvSpPr>
      <dsp:spPr>
        <a:xfrm>
          <a:off x="290617" y="4057381"/>
          <a:ext cx="1152177" cy="5760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Bank of London</a:t>
          </a:r>
        </a:p>
      </dsp:txBody>
      <dsp:txXfrm>
        <a:off x="290617" y="4057381"/>
        <a:ext cx="1152177" cy="576088"/>
      </dsp:txXfrm>
    </dsp:sp>
    <dsp:sp modelId="{35A70A62-CE1A-DC4C-AB34-85F918BCD9C3}">
      <dsp:nvSpPr>
        <dsp:cNvPr id="0" name=""/>
        <dsp:cNvSpPr/>
      </dsp:nvSpPr>
      <dsp:spPr>
        <a:xfrm>
          <a:off x="4184978" y="785196"/>
          <a:ext cx="1152177" cy="5760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Frontier</a:t>
          </a:r>
        </a:p>
      </dsp:txBody>
      <dsp:txXfrm>
        <a:off x="4184978" y="785196"/>
        <a:ext cx="1152177" cy="576088"/>
      </dsp:txXfrm>
    </dsp:sp>
    <dsp:sp modelId="{172E7171-AC87-9548-AD4A-AC9CFC6F872E}">
      <dsp:nvSpPr>
        <dsp:cNvPr id="0" name=""/>
        <dsp:cNvSpPr/>
      </dsp:nvSpPr>
      <dsp:spPr>
        <a:xfrm>
          <a:off x="1396708" y="1603242"/>
          <a:ext cx="1152177" cy="5760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Customer Wallet</a:t>
          </a:r>
        </a:p>
      </dsp:txBody>
      <dsp:txXfrm>
        <a:off x="1396708" y="1603242"/>
        <a:ext cx="1152177" cy="576088"/>
      </dsp:txXfrm>
    </dsp:sp>
    <dsp:sp modelId="{99819D16-BD54-814C-9381-2BC6927FE974}">
      <dsp:nvSpPr>
        <dsp:cNvPr id="0" name=""/>
        <dsp:cNvSpPr/>
      </dsp:nvSpPr>
      <dsp:spPr>
        <a:xfrm>
          <a:off x="2790843" y="1603242"/>
          <a:ext cx="1152177" cy="5760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Company Cash</a:t>
          </a:r>
        </a:p>
      </dsp:txBody>
      <dsp:txXfrm>
        <a:off x="2790843" y="1603242"/>
        <a:ext cx="1152177" cy="576088"/>
      </dsp:txXfrm>
    </dsp:sp>
    <dsp:sp modelId="{794EBA43-6F2B-A946-89EE-B9D75C567A93}">
      <dsp:nvSpPr>
        <dsp:cNvPr id="0" name=""/>
        <dsp:cNvSpPr/>
      </dsp:nvSpPr>
      <dsp:spPr>
        <a:xfrm>
          <a:off x="4184978" y="1603242"/>
          <a:ext cx="1152177" cy="5760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Fees </a:t>
          </a:r>
          <a:br>
            <a:rPr lang="en-GB" sz="1600" kern="1200" dirty="0"/>
          </a:br>
          <a:r>
            <a:rPr lang="en-GB" sz="1600" kern="1200" dirty="0"/>
            <a:t>Revenue</a:t>
          </a:r>
        </a:p>
      </dsp:txBody>
      <dsp:txXfrm>
        <a:off x="4184978" y="1603242"/>
        <a:ext cx="1152177" cy="576088"/>
      </dsp:txXfrm>
    </dsp:sp>
    <dsp:sp modelId="{097222F0-BC8F-D74B-BA22-6692FBDACEC6}">
      <dsp:nvSpPr>
        <dsp:cNvPr id="0" name=""/>
        <dsp:cNvSpPr/>
      </dsp:nvSpPr>
      <dsp:spPr>
        <a:xfrm>
          <a:off x="5612158" y="1614257"/>
          <a:ext cx="1152177" cy="5760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FX Fees Revenues</a:t>
          </a:r>
        </a:p>
      </dsp:txBody>
      <dsp:txXfrm>
        <a:off x="5612158" y="1614257"/>
        <a:ext cx="1152177" cy="576088"/>
      </dsp:txXfrm>
    </dsp:sp>
    <dsp:sp modelId="{6D162A1B-09F5-D643-910A-0854170B8176}">
      <dsp:nvSpPr>
        <dsp:cNvPr id="0" name=""/>
        <dsp:cNvSpPr/>
      </dsp:nvSpPr>
      <dsp:spPr>
        <a:xfrm>
          <a:off x="6973248" y="1603242"/>
          <a:ext cx="1152177" cy="576088"/>
        </a:xfrm>
        <a:prstGeom prst="rect">
          <a:avLst/>
        </a:prstGeom>
        <a:solidFill>
          <a:srgbClr val="45AFB0">
            <a:hueOff val="0"/>
            <a:satOff val="0"/>
            <a:lumOff val="0"/>
            <a:alphaOff val="0"/>
          </a:srgb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>
              <a:solidFill>
                <a:srgbClr val="FFFFFF"/>
              </a:solidFill>
              <a:latin typeface="Gill Sans Nova"/>
              <a:ea typeface="+mn-ea"/>
              <a:cs typeface="+mn-cs"/>
            </a:rPr>
            <a:t>Expenses</a:t>
          </a:r>
        </a:p>
      </dsp:txBody>
      <dsp:txXfrm>
        <a:off x="6973248" y="1603242"/>
        <a:ext cx="1152177" cy="57608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63B5E4-7B7D-514D-B202-4AAF6B51BB93}" type="datetimeFigureOut">
              <a:rPr lang="en-US" smtClean="0"/>
              <a:t>10/2/25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E4701D-FC48-104F-98C6-7719D862D9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9971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EDD17-9A47-DCA0-CDD1-F4017029C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2AED44-2D87-2052-F54F-364DC716DB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4FDBAA-C83E-CC35-D985-D8C7DA16FB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ED560C-F42D-308B-E608-C01D24C1FA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E4701D-FC48-104F-98C6-7719D862D99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7297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F754F-93B5-BF61-A675-AF3CDDAF7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AD9F1A-CB1D-E407-E719-A922C9FBD8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0F4421-679F-DA3B-A1C7-B6BD1EEF13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ED7096-D071-6A81-9241-21D1718D3C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E4701D-FC48-104F-98C6-7719D862D99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4499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CEA154-795E-B390-47D6-F8B80B7E8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A0F480-5983-1E84-5397-6BBEE260C2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CDCE08-90DE-E640-08FF-24D8C899BC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0EE1D3-9108-BF5B-CDB8-D14E90AD27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E4701D-FC48-104F-98C6-7719D862D99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2437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74CC1-A4CE-DCEC-4FC8-E890876DA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F35736-84AE-937A-2722-23313A796C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B4363A-6C4B-F236-73A1-E0F59D446D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6CCFBB-B99E-FCD8-123A-B302EC4BF6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E4701D-FC48-104F-98C6-7719D862D99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9250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9B7214-0B53-65E4-F40E-808281865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C5EAFC-8609-0633-D619-1B3B820F6D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4E6806-C0A4-35DF-A46E-E37D18E995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A4D785-B8F7-DC6A-DFED-69D1D77948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E4701D-FC48-104F-98C6-7719D862D99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0686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3EBBED-EDF3-4B38-B340-F1AB2CF9B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A43A50-577A-699E-DC9E-23DF355495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F02A68-4E2C-9CE9-E24B-3224DDCA8D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38F989-84BF-EE89-675C-BC8E8EB992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E4701D-FC48-104F-98C6-7719D862D99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6696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245BB-A490-F6CF-836A-7700CB95D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CAB43D-8290-D188-D5DB-1B691D021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2B0ADE-5E2E-7173-1FAC-05A0BBEF75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10B049-512B-7CC9-2371-77A236C2DB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E4701D-FC48-104F-98C6-7719D862D99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9917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6A478-CD18-6A41-4BE4-C5EA70E3D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C7ADF3-345A-2252-8EF4-6C108E44F4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384A0D-2FF2-F6CC-9E0A-4F01CD229D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3216F7-4C69-AEB4-0DC1-60D7692D83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E4701D-FC48-104F-98C6-7719D862D99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0979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74165-4ECA-9DB6-CE2B-0C8666C2B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031C6A-844D-CB8E-C1B6-6C7B73E8F5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DC98C1-A463-077F-CD56-F87FA19E29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54F4E6-C10B-19EF-C5EC-47990F36EB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E4701D-FC48-104F-98C6-7719D862D99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4958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AA593-2686-1D48-01C9-3B829FF2A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BD4982-87F5-14B2-7A10-7583D66ECA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0B98FF-D50E-7833-3844-FC8B2EA242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C4223A-D851-5F3A-40B6-DA2CFCF0AD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E4701D-FC48-104F-98C6-7719D862D99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2879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77BDB-DAF1-A5F7-951F-CC5E11101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4332F2-F2D7-81A1-3E73-CF50325D6F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5BAC62-5370-A28C-F6D6-1BC0C8A379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123006-76E3-F6DE-A20C-4B55CB95CA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E4701D-FC48-104F-98C6-7719D862D99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860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D6E2C-36FC-C804-B6B2-C0599A095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EC6740-358D-DC53-E6A4-C245096798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6F24C0-772F-CA15-EB45-5205413650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0F6A9F-F689-6352-C96B-CD1D7ED3B2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E4701D-FC48-104F-98C6-7719D862D99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6096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0661C-4165-D4B1-94FA-495649C85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946D90-EE8C-C724-5850-7889716B5A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79E419-804C-C3A0-D0CC-5FD5A977F9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80FA74-6408-65E3-8F95-082364D687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E4701D-FC48-104F-98C6-7719D862D99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9091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30089-B94C-B069-AD64-4D0087D55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7F3E32-763B-316E-B5B8-AC283669BF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E1DC94-F65E-F2BD-F37F-61090A0855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9C83BA-2EDF-1E39-0FC6-D6E91CAD4F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E4701D-FC48-104F-98C6-7719D862D99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1789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E4701D-FC48-104F-98C6-7719D862D99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8189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BAD99A-5F21-40FE-3B72-9493134EE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748F12-ACCA-E17A-4F0A-A42532EC39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9956E3-887F-8C3A-245D-DD2E1649EE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59C365-4F66-6EF3-DA93-84ECADE5ED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E4701D-FC48-104F-98C6-7719D862D99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09426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B569D-C75A-DC91-41E0-7B1649769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BA5449-B689-B4BD-D008-59386CEC7F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658435-1401-8BF4-EE19-5B94220EE2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154771-EC94-4C99-3BCB-74E4A6F41B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E4701D-FC48-104F-98C6-7719D862D99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313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B1271-824C-890C-B0BF-D2EE759D2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18AEFF-DEF6-C399-4848-6CA2007C35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3E8ED5-3DEC-14AB-197F-CCBCFD9093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AA9203-A76F-AEF2-C857-9CD3748193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E4701D-FC48-104F-98C6-7719D862D99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79130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7BA37-9338-55DF-A474-EF82B708F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F83919-86A2-92E0-EF18-695FFCB14C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341D43-CF22-E84F-E2AC-2E3DC6030D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411ACF-B422-76EE-EB8A-B5ECE00707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E4701D-FC48-104F-98C6-7719D862D99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97327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4E658-0DF4-BAA0-7A29-BF325315C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CCFFFF-B8CB-1F2F-64ED-F8B2436A93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16BF17-EB3C-F24B-83F3-99F14149D1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F18459-60B5-E9E3-D707-FCD55146E6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E4701D-FC48-104F-98C6-7719D862D99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84271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31096-8180-1262-AFB5-DA14A3A46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C601D2-DBF4-DE8B-BDCC-D7853CA79A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7EC124-8152-7E7B-BEAF-70531462E8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4B4809-41A1-217D-6E5F-77D1B27B5D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E4701D-FC48-104F-98C6-7719D862D992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92974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19477B-3BDA-1102-0418-A068FB1F1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D431D9-3900-B552-6874-897A81E8E3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1A2F45-E441-9188-A667-15B7CAD6F4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D8A4EC-A0AE-CFEA-FB1B-3C05C01A0C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E4701D-FC48-104F-98C6-7719D862D992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57085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B2AB8-A9B6-5D05-7CB4-E0AB3066D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407CB6-5535-FF15-0D0F-1CAEB63079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9E611A-C9B4-DCA4-B651-2DB7600B79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0634F0-BCDB-A472-C911-FF83982836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E4701D-FC48-104F-98C6-7719D862D992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61204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4DB80-8D57-C55C-504D-19E8ACE6B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BA75D3-EED2-3336-44DF-99E03020B4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C8198E-3A27-1892-3E60-B1E0F8061C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353043-AB79-FFDD-6E86-209BAC3EE0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E4701D-FC48-104F-98C6-7719D862D992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4757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5F347-C521-ADEE-0926-58788F0C2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E4EA7F-720D-6CB8-4CFC-BBFF1853B8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F876EC-D88A-76F7-2BC1-E639A13757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8E6993-0FC1-DA8F-4A77-D72E99C5A1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E4701D-FC48-104F-98C6-7719D862D992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82511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6073B-31ED-A34D-EB88-FE03BDD79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DBAA19-D233-5BF7-F56E-6C796A13FB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DE3261-7501-E0DF-6368-BFA8667322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BB12DE-6EF5-1FF1-59DD-E164C6DAC6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E4701D-FC48-104F-98C6-7719D862D992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84491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8F5F78-801C-F968-B877-B82826CF9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025969-08EE-6FCB-AD31-D0244AF31E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76BCEA-DCC4-0E66-43A6-1735A0BB59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B0B36D-D553-3D04-DEC7-E7395CE9D7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E4701D-FC48-104F-98C6-7719D862D992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35808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A8565-F512-D05F-A85E-D92F5D15F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B03571-8774-7E46-E780-55A040FB3F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E34E37-176D-4CF5-0C47-BD500840F4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13391D-434A-3EB3-CBF5-2BEC755EFA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E4701D-FC48-104F-98C6-7719D862D992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96579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CADFC-B38F-D8D0-4EBC-E6BF7230C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AB8E60-D2F3-CBF3-CA5F-A9D8B14BE2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ADA3D9-77D2-2AFF-BC82-D2B6287442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4D0490-6D69-00D6-6E39-626FCB12E3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E4701D-FC48-104F-98C6-7719D862D992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68207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5C097-C196-E73F-80A5-F98788EF6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EC9FA3-FF3E-6CAC-7EE7-6D5C0CEA62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AB204D-A06F-BA0F-781E-C9EC108B4E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B0CCDB-3FA8-D203-0E0A-4DE2C73D7D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E4701D-FC48-104F-98C6-7719D862D992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9095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D1109-2D0A-CA2F-E6A7-5BC3AAE28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D34AF0-AEFB-402E-46E6-46EAFCB498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1CE410-C6C6-AC12-FF20-52D3CB88B0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636022-922E-36ED-00F2-007CB69EFC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E4701D-FC48-104F-98C6-7719D862D992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84466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292CE-ACE8-687B-8E2C-23DCEC283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0F3EC3-65C5-955C-2166-33E63A01DE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ABABF6-96F0-6ADE-786A-59AFD34D77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955F79-3E7A-3F25-FCEB-5A48214219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E4701D-FC48-104F-98C6-7719D862D992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60953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9C49C-EC36-3AE8-28BA-02A9DECDC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750279-7968-969B-662A-216E157C9A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0D38D4-3320-F02E-E5B5-C590268116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1D786-2B77-CA54-83B6-EF460F40ED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E4701D-FC48-104F-98C6-7719D862D992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48852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C0EA9-18A7-09F7-7EC9-1D2A697D4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8EC840-170E-F287-737C-34687EACCB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57F452-5847-27E2-96E2-5260F1881A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F17BBD-3C18-BA08-87ED-EDA5A95CAA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E4701D-FC48-104F-98C6-7719D862D992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24743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CD2A85-19BB-A611-F740-F1745468F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B1FBF7-F402-44EC-0F15-1995D54784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3BD137-53A8-CE95-E35C-113D950378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62853A-DE8A-2C40-C17B-8F3D4BFA4B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E4701D-FC48-104F-98C6-7719D862D992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3414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E6003-8D6B-FD2A-0E66-03C5F6879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B7AC3B-248C-5BD7-6844-0740DD8230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55FBF8-B1A0-A42A-794F-BDA4EB58C0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E318A6-A17A-1552-5F99-211945251A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E4701D-FC48-104F-98C6-7719D862D992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69517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3B176-2ABE-EBC3-B145-1756D6CEA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BA8C74-DA66-48A5-B87B-4E73D843A5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7B930D-C8FC-614A-AFEC-5D8A97E98F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DFEB52-3BFB-6770-F7D8-B3B5FD8B86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E4701D-FC48-104F-98C6-7719D862D992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25460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49C32-7132-5747-D4D3-26FC81ECC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78E1E6-C57C-F04B-B73C-0B64F9B425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D78EBF-DC65-40C8-5C35-E9712E681F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3451F6-A25F-E616-E6AD-FA0353294F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E4701D-FC48-104F-98C6-7719D862D992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62668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C4261-B0AE-070B-F1B7-EC3CBB71B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B2D349-3BF2-4B59-81BC-72CC7FD4AC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FBB0A1-8E8A-30CE-C964-394224E6D2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CAA03C-C19B-E9A3-E3E0-E53B628C03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E4701D-FC48-104F-98C6-7719D862D992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20728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E79DE-5A3C-85EE-0342-F75A077C2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38D523-4C77-673F-FBC6-92CD6C9C43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E9C8CF-C19E-AA65-8394-D2E5445805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FE3790-3EA6-C844-5CD9-5EE11ACFBE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E4701D-FC48-104F-98C6-7719D862D992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97891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9040D-0C8A-8261-E0F9-DFA6BABC9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8DA9DD-8C8E-F993-0B92-D18B3E0C35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B7AF2A-E305-AFFE-7AAC-7F06527592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19E495-3840-E231-C7D5-FA1753FD05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E4701D-FC48-104F-98C6-7719D862D992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02196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1E77A-B371-CA94-BCB5-AA2C67E2C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06E5EF-A376-1A87-AA61-13996071EF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E237B9-AEE5-10E6-2F06-5347CE821E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E28F64-8CAA-1A19-F2BD-8EF7A43932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E4701D-FC48-104F-98C6-7719D862D992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84136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FD0EC-24CE-D6EA-CD67-390460279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84C9D9-5E3F-82FE-CF4A-1393EBDF35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D1DCFC-4427-4481-D88F-8A3D788815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C8731B-1B39-9C19-1DA3-F639DC8F11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E4701D-FC48-104F-98C6-7719D862D992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1527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2EA3E-44B3-DFDE-87D8-2C517A448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541983-9E0F-4654-F684-99B78F3EC0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288D24-43F5-658A-2691-C93EB0EBF4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5DD166-9D04-1F13-4CC2-2F162372B1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E4701D-FC48-104F-98C6-7719D862D992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34233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B0FF84-5CB4-33C9-CAB1-BF1847A05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CD3426-B5B9-4CB8-8A10-BEF6818EB4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D85690-CD02-FC94-50DE-21AF7B8817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95D149-8558-5CAF-B05F-01887BCE2C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E4701D-FC48-104F-98C6-7719D862D992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52512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41CAE1-4D89-3298-EA61-CB54BD737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25423D-6EC5-A1EC-6C86-1A678E23B7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675184-1A5E-762F-4A15-13F93A7535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41F931-EB6F-6918-DA68-DD15080563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E4701D-FC48-104F-98C6-7719D862D992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7808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5D6E8-2014-574E-AA2B-53E591810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6A5DC4-0BA3-947C-D9E4-2B404FB370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2F6C07-3915-DF1D-8D19-2A67AFDEDD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6C4808-30A7-733D-55F2-872F04BCEB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E4701D-FC48-104F-98C6-7719D862D992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50661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1BEC69-B44D-2293-BB19-2B4895D46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688AE5-2C47-C95C-DBA3-1EB5BEB7DD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5C06FA-D3F4-BC0B-B4E6-DFC4038C48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76DC21-5455-D0EE-CCB3-A2F01839A6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E4701D-FC48-104F-98C6-7719D862D992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92211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2C6E3-90F4-5783-42F6-B46816D51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E735C5-7376-22EB-2777-91EE9A0E44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F76F0A-DC9B-3126-43D6-D5B89DBC2A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DFF09C-5989-A441-4223-925ABA8A57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E4701D-FC48-104F-98C6-7719D862D992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662040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97A42-EA0A-070E-DD16-7B633A42D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08BFC6-9A85-8C11-36E3-D111366DA5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B4A64A-85CF-25D2-D27A-135695D88B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C27846-90E8-262F-0E47-6EEFB6F606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E4701D-FC48-104F-98C6-7719D862D992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432575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C7BC6-1DED-526D-8A22-78D86BE8C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DFF37F-89D6-1A2B-370A-60FCF66DF6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429959-C651-9D07-FC40-3F4DF37126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236794-7445-626F-3284-A0468D2E2D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E4701D-FC48-104F-98C6-7719D862D992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150695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B7AE3-7446-F1D8-0546-E92E661F6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5F1FD1-EAD3-1ED8-7023-29F98F367D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F2CBF8-24B0-BA78-E225-8619C87A0D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97A121-3025-DDBD-20A5-39B8E5FA5C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E4701D-FC48-104F-98C6-7719D862D992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691929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C0A68-9D6F-A78E-F45B-DD5C4F2B4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E1FFEF-3236-571F-CF98-BB50D57C80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4B8006-1E9A-84D5-7AA9-D24432DED5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D31E53-8FF9-86E2-F55D-3B6C088782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E4701D-FC48-104F-98C6-7719D862D992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557988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7C97D-F34C-6C90-3DEE-841336EAD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8EBBB3-2593-0E27-F173-AFAD7A3009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111BC0-B767-AB35-2F9B-7217844679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34BB70-4C3A-DDBD-3965-1D7EDA006B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E4701D-FC48-104F-98C6-7719D862D992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527063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39B073-2905-F2BB-7002-984786824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1712F1-2FD7-E4B4-E660-928212EDAC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848F20-4C81-958B-9AB3-BB2F8F6E24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DE3656-68E1-35B0-FD6E-F4365BF9A5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E4701D-FC48-104F-98C6-7719D862D992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496843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065CB-C07C-942B-1D28-E615FB167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7FFF9A-6D1A-4971-697A-3C4DD5C0AB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160E17-BB31-D14B-B5A0-15BB97F7D7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DC262F-3646-A4E2-ECDC-48AF6B3E7A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E4701D-FC48-104F-98C6-7719D862D992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459335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6C615-2B43-1303-23DD-50F834223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337D97-79B0-B70D-D63E-E3B28086CF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AC7A19-91F0-00DB-9B19-8B24BA1669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B5EC3E-40F8-4552-1122-5635CA45A1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E4701D-FC48-104F-98C6-7719D862D992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6361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54F5B-9BE9-5A93-FFF9-A689C1F0C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42C2FF-CC06-BD58-8D2B-6693EFC3BE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E4CBC3-12CF-DC4C-F886-EF5DBDC40F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2FA5A1-3341-69FA-84EE-CC1F999BAD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E4701D-FC48-104F-98C6-7719D862D992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5939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0F28B-45E3-4585-87E3-73838692A7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668049"/>
            <a:ext cx="7626795" cy="2841914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F755B0-E17A-4B52-A99D-C35BB18BB2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3602038"/>
            <a:ext cx="7626795" cy="2501728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390C28-805B-4DA6-A10E-651C0FD01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10/2/25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5EBBA9-C52F-4628-AE0D-DCD1772F9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5BAC57-F8E1-4B54-A111-CB53B3203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159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A2C84-1247-4534-81D1-136C3E1EB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8D490-CEA6-4844-A537-F749658D37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DAEFC9-887F-4E73-9938-6032D5286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10/2/25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FCF0CF-134A-404E-A177-9FAAA039F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A1B0DC-2D2C-408B-A577-904A2385C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352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55431-EF88-4771-9699-27EF70A55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50"/>
            <a:ext cx="7673389" cy="3816588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AF57C3-A928-4093-B3FC-ECC2194AE9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4589463"/>
            <a:ext cx="7673389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BFD625-A893-46D3-A518-9E969CB4F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10/2/25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CAD37A-B380-4B65-9FB9-3FB914120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E773B6-CD13-4451-9BF3-C4102BA5E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7134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1FBD0A-9F7B-4EBB-9982-B55F5F9806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Color Fill">
            <a:extLst>
              <a:ext uri="{FF2B5EF4-FFF2-40B4-BE49-F238E27FC236}">
                <a16:creationId xmlns:a16="http://schemas.microsoft.com/office/drawing/2014/main" id="{88CFF0B8-0BA9-4DD9-B7B2-0655DC8419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77B910E-9B87-4291-987B-6883212CBA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151383" y="2767655"/>
            <a:ext cx="1040617" cy="2833045"/>
            <a:chOff x="11151383" y="2767655"/>
            <a:chExt cx="1040617" cy="2833045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5596CF7-55B3-409D-A36C-F5BE9D625628}"/>
                </a:ext>
              </a:extLst>
            </p:cNvPr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2245D23-45D8-474C-8A38-633E99962676}"/>
                </a:ext>
              </a:extLst>
            </p:cNvPr>
            <p:cNvSpPr/>
            <p:nvPr/>
          </p:nvSpPr>
          <p:spPr>
            <a:xfrm flipV="1">
              <a:off x="11151383" y="4336822"/>
              <a:ext cx="1040617" cy="1263878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18A8D14-28CA-4095-B2FA-E48B3150AD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8492" y="2767655"/>
              <a:ext cx="553508" cy="1567713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</p:grpSp>
      <p:sp>
        <p:nvSpPr>
          <p:cNvPr id="13" name="Texture">
            <a:extLst>
              <a:ext uri="{FF2B5EF4-FFF2-40B4-BE49-F238E27FC236}">
                <a16:creationId xmlns:a16="http://schemas.microsoft.com/office/drawing/2014/main" id="{1D1F176A-19F1-4537-800D-210F29EC1A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A04C26-6125-4D95-9FC0-50DEB9419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10451534" cy="159174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35401A-13E5-4CED-864F-06D6EECCBC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2341329"/>
            <a:ext cx="5562600" cy="38356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513523-8F78-4766-91D7-03E329B683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341329"/>
            <a:ext cx="4736534" cy="38356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5B757F-BAD2-4343-BD57-FC02D0BE1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10/2/25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30EF3C-A61E-4F43-9C8F-BC9A6455C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19D947-1DC8-4CE9-A031-6EEB776BD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805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5BFA9BB-A51E-4D09-8602-5AD9010463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Color Fill">
            <a:extLst>
              <a:ext uri="{FF2B5EF4-FFF2-40B4-BE49-F238E27FC236}">
                <a16:creationId xmlns:a16="http://schemas.microsoft.com/office/drawing/2014/main" id="{A60257A1-779B-4048-BC0D-1EA579B5B1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8F4B5D0-AA24-4702-9C01-FC1A03E7B6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151383" y="2767655"/>
            <a:ext cx="1040617" cy="2833045"/>
            <a:chOff x="11151383" y="2767655"/>
            <a:chExt cx="1040617" cy="2833045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29CBF9BD-1EB2-4122-98FE-F2B5DF8771C9}"/>
                </a:ext>
              </a:extLst>
            </p:cNvPr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7C41FF89-01DF-4236-AA4D-243CB8A464B3}"/>
                </a:ext>
              </a:extLst>
            </p:cNvPr>
            <p:cNvSpPr/>
            <p:nvPr/>
          </p:nvSpPr>
          <p:spPr>
            <a:xfrm flipV="1">
              <a:off x="11151383" y="4336822"/>
              <a:ext cx="1040617" cy="1263878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D03BB88-350D-4DE0-BB34-870F643568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8492" y="2767655"/>
              <a:ext cx="553508" cy="1567713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</p:grpSp>
      <p:sp>
        <p:nvSpPr>
          <p:cNvPr id="15" name="Texture">
            <a:extLst>
              <a:ext uri="{FF2B5EF4-FFF2-40B4-BE49-F238E27FC236}">
                <a16:creationId xmlns:a16="http://schemas.microsoft.com/office/drawing/2014/main" id="{4A8025C0-8995-4863-A847-7ED1F8CCE8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162335-6445-435C-A1C6-9F090B965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10450629" cy="13255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074B3D-418F-464D-91E7-993D0B4801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086" y="2182814"/>
            <a:ext cx="502151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904709-9362-4AB5-9AA2-32F51BF06A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086" y="3115949"/>
            <a:ext cx="5021512" cy="3073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083836-1CF5-406F-B0CB-643F37066C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890597" y="2182814"/>
            <a:ext cx="501723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4A8670-0F33-4222-AAC9-96A21C47C3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890597" y="3115949"/>
            <a:ext cx="5017232" cy="3073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1E6970-4A96-4519-9C0E-11E245D56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10/2/25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FEE249-70F5-4359-B699-23D68A503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2AE510-A38C-45EE-B061-CB02E4E3D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097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A9D1A-F943-4838-BA2F-6DF4F2EC9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7685037" cy="13638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FEE401-3424-4696-A6FC-BBEE79379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10/2/25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E9D767-A30A-4508-B510-99AB91737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0979DC-F3D5-43AB-8A0F-9C8A14E0C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452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DCDA0B-9BEE-4B57-8F97-96D5645D0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10/2/25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282AF2-09A1-4A1C-AEB6-577962B71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4D99D9-82B1-496C-ABBC-4FF0C375D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590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7D9AFA4-EB8E-4091-A5E2-1B9D163A07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Color Fill">
            <a:extLst>
              <a:ext uri="{FF2B5EF4-FFF2-40B4-BE49-F238E27FC236}">
                <a16:creationId xmlns:a16="http://schemas.microsoft.com/office/drawing/2014/main" id="{F25018FE-FB44-4E2E-A181-B3476F3E85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6C7CD4B-70DE-49E2-A336-B6F43F58F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300855" y="0"/>
            <a:ext cx="1891145" cy="5600700"/>
            <a:chOff x="10300855" y="0"/>
            <a:chExt cx="1891145" cy="560070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B4B8BFC9-6F67-47CB-BAE4-45260FBAF397}"/>
                </a:ext>
              </a:extLst>
            </p:cNvPr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6" name="Graphic 9">
              <a:extLst>
                <a:ext uri="{FF2B5EF4-FFF2-40B4-BE49-F238E27FC236}">
                  <a16:creationId xmlns:a16="http://schemas.microsoft.com/office/drawing/2014/main" id="{40F836E5-3C5B-4DE7-B09A-AE00DEE730A9}"/>
                </a:ext>
              </a:extLst>
            </p:cNvPr>
            <p:cNvSpPr/>
            <p:nvPr/>
          </p:nvSpPr>
          <p:spPr>
            <a:xfrm>
              <a:off x="10330568" y="2199078"/>
              <a:ext cx="1195288" cy="119528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lumMod val="75000"/>
                <a:alpha val="65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8E1B8E4-080E-4F43-B33F-59DD21B6B658}"/>
                </a:ext>
              </a:extLst>
            </p:cNvPr>
            <p:cNvSpPr/>
            <p:nvPr/>
          </p:nvSpPr>
          <p:spPr>
            <a:xfrm flipV="1">
              <a:off x="11151383" y="4336822"/>
              <a:ext cx="1040617" cy="1263878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07639D4-740A-4B71-8393-99CA375EB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8492" y="2767655"/>
              <a:ext cx="553508" cy="1567713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9" name="Graphic 9">
              <a:extLst>
                <a:ext uri="{FF2B5EF4-FFF2-40B4-BE49-F238E27FC236}">
                  <a16:creationId xmlns:a16="http://schemas.microsoft.com/office/drawing/2014/main" id="{AE7E56E5-1F6A-442B-B5E0-ED19F815D2E2}"/>
                </a:ext>
              </a:extLst>
            </p:cNvPr>
            <p:cNvSpPr/>
            <p:nvPr/>
          </p:nvSpPr>
          <p:spPr>
            <a:xfrm flipH="1">
              <a:off x="10300855" y="0"/>
              <a:ext cx="1891145" cy="1891145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20" name="Graphic 9">
              <a:extLst>
                <a:ext uri="{FF2B5EF4-FFF2-40B4-BE49-F238E27FC236}">
                  <a16:creationId xmlns:a16="http://schemas.microsoft.com/office/drawing/2014/main" id="{3774E986-8FE2-4670-A4C0-96E213269BD7}"/>
                </a:ext>
              </a:extLst>
            </p:cNvPr>
            <p:cNvSpPr/>
            <p:nvPr/>
          </p:nvSpPr>
          <p:spPr>
            <a:xfrm flipH="1">
              <a:off x="10424367" y="122795"/>
              <a:ext cx="1644119" cy="164411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  <p:sp>
        <p:nvSpPr>
          <p:cNvPr id="13" name="Texture">
            <a:extLst>
              <a:ext uri="{FF2B5EF4-FFF2-40B4-BE49-F238E27FC236}">
                <a16:creationId xmlns:a16="http://schemas.microsoft.com/office/drawing/2014/main" id="{3A5846DF-A106-4887-BE2C-DCD89DAA65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67E81C-AA51-44A0-B21C-757B2F3B9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4314825" cy="1957828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0438A-298D-4466-B55D-F466C345C3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668049"/>
            <a:ext cx="4875212" cy="523125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143104-0579-4974-88D2-61DF1A30D3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2749024"/>
            <a:ext cx="4314825" cy="311996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A32755-0632-47CB-AA69-7EFB212FA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10/2/25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ED0B4F-5B59-4064-A88B-E9938A40F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512E7F-93B8-4E93-BCB3-ADE74FC15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7797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F3C1870-4E69-4DE7-BF2F-DE8A7881C6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Color Fill">
            <a:extLst>
              <a:ext uri="{FF2B5EF4-FFF2-40B4-BE49-F238E27FC236}">
                <a16:creationId xmlns:a16="http://schemas.microsoft.com/office/drawing/2014/main" id="{7439AB1C-A8A1-4745-9625-B18FE9160B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1ADDC4D-D9AA-48F8-BD10-2D20F14607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300855" y="0"/>
            <a:ext cx="1891145" cy="5600700"/>
            <a:chOff x="10300855" y="0"/>
            <a:chExt cx="1891145" cy="560070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C1136312-3085-4615-A743-4EE531585B11}"/>
                </a:ext>
              </a:extLst>
            </p:cNvPr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6" name="Graphic 9">
              <a:extLst>
                <a:ext uri="{FF2B5EF4-FFF2-40B4-BE49-F238E27FC236}">
                  <a16:creationId xmlns:a16="http://schemas.microsoft.com/office/drawing/2014/main" id="{29539FE4-376B-4187-A80A-C98EBA23DA30}"/>
                </a:ext>
              </a:extLst>
            </p:cNvPr>
            <p:cNvSpPr/>
            <p:nvPr/>
          </p:nvSpPr>
          <p:spPr>
            <a:xfrm>
              <a:off x="10330568" y="2199078"/>
              <a:ext cx="1195288" cy="119528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lumMod val="75000"/>
                <a:alpha val="65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11DC5D7-2276-4A57-8783-A0EFB00416E9}"/>
                </a:ext>
              </a:extLst>
            </p:cNvPr>
            <p:cNvSpPr/>
            <p:nvPr/>
          </p:nvSpPr>
          <p:spPr>
            <a:xfrm flipV="1">
              <a:off x="11151383" y="4336822"/>
              <a:ext cx="1040617" cy="1263878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7D5B578-4971-4ADC-97D8-B9CEF52AA7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8492" y="2767655"/>
              <a:ext cx="553508" cy="1567713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9" name="Graphic 9">
              <a:extLst>
                <a:ext uri="{FF2B5EF4-FFF2-40B4-BE49-F238E27FC236}">
                  <a16:creationId xmlns:a16="http://schemas.microsoft.com/office/drawing/2014/main" id="{2D968E77-E43D-4870-93BC-CBF1947336B3}"/>
                </a:ext>
              </a:extLst>
            </p:cNvPr>
            <p:cNvSpPr/>
            <p:nvPr/>
          </p:nvSpPr>
          <p:spPr>
            <a:xfrm flipH="1">
              <a:off x="10300855" y="0"/>
              <a:ext cx="1891145" cy="1891145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20" name="Graphic 9">
              <a:extLst>
                <a:ext uri="{FF2B5EF4-FFF2-40B4-BE49-F238E27FC236}">
                  <a16:creationId xmlns:a16="http://schemas.microsoft.com/office/drawing/2014/main" id="{1221D41A-E71E-4587-A876-F8778E7C03E1}"/>
                </a:ext>
              </a:extLst>
            </p:cNvPr>
            <p:cNvSpPr/>
            <p:nvPr/>
          </p:nvSpPr>
          <p:spPr>
            <a:xfrm flipH="1">
              <a:off x="10424367" y="122795"/>
              <a:ext cx="1644119" cy="164411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  <p:sp>
        <p:nvSpPr>
          <p:cNvPr id="13" name="Texture">
            <a:extLst>
              <a:ext uri="{FF2B5EF4-FFF2-40B4-BE49-F238E27FC236}">
                <a16:creationId xmlns:a16="http://schemas.microsoft.com/office/drawing/2014/main" id="{50457195-385D-490A-91AB-30B969C619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06FF6D-24FA-4E04-90ED-7DBE228B2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4314825" cy="2235711"/>
          </a:xfrm>
        </p:spPr>
        <p:txBody>
          <a:bodyPr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32D78B-0E21-420F-9DFF-6131CB0F7E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668049"/>
            <a:ext cx="4958436" cy="523125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AC2A57-1064-4391-B96B-4D04305E0B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2941222"/>
            <a:ext cx="4314825" cy="292776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D04EB0-850A-4256-8D12-E01A201A4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10/2/25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9CF4AF-C757-4552-AB8A-3B89C3746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62A368-F12B-4B5E-82F0-A6AEE6AF2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195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A5B40-C529-41A6-8D06-07AF9430A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B5A354-E2A8-4A91-9D7A-36D9E0915C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5D3944-2E3D-42BC-B83D-7630699D4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10/2/25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FC57FA-204E-4A7A-BAE2-DF17BB0FF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BDA36D-49FF-495A-8E25-4CCC98E39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9032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44ECD05-4E94-4A60-8FDA-700BF100B0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Color Fill">
            <a:extLst>
              <a:ext uri="{FF2B5EF4-FFF2-40B4-BE49-F238E27FC236}">
                <a16:creationId xmlns:a16="http://schemas.microsoft.com/office/drawing/2014/main" id="{8BCB0EB2-4067-418C-9465-9D4C71240E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4E37999-41E7-446D-8C53-B904C3CE87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300855" y="0"/>
            <a:ext cx="1891145" cy="5600700"/>
            <a:chOff x="10300855" y="0"/>
            <a:chExt cx="1891145" cy="560070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438A90E8-87F8-4150-B5EB-E19C8A01AFB9}"/>
                </a:ext>
              </a:extLst>
            </p:cNvPr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0" name="Graphic 9">
              <a:extLst>
                <a:ext uri="{FF2B5EF4-FFF2-40B4-BE49-F238E27FC236}">
                  <a16:creationId xmlns:a16="http://schemas.microsoft.com/office/drawing/2014/main" id="{724DCA1C-A8E8-4F90-8FAE-85B1426C108A}"/>
                </a:ext>
              </a:extLst>
            </p:cNvPr>
            <p:cNvSpPr/>
            <p:nvPr/>
          </p:nvSpPr>
          <p:spPr>
            <a:xfrm>
              <a:off x="10330568" y="2199078"/>
              <a:ext cx="1195288" cy="119528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lumMod val="75000"/>
                <a:alpha val="65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158D6291-6756-44E3-9FCE-0B2ECA5EE664}"/>
                </a:ext>
              </a:extLst>
            </p:cNvPr>
            <p:cNvSpPr/>
            <p:nvPr/>
          </p:nvSpPr>
          <p:spPr>
            <a:xfrm flipV="1">
              <a:off x="11151383" y="4336822"/>
              <a:ext cx="1040617" cy="1263878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37CA96E-9DD9-4172-B63B-50DF43B576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8492" y="2767655"/>
              <a:ext cx="553508" cy="1567713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3" name="Graphic 9">
              <a:extLst>
                <a:ext uri="{FF2B5EF4-FFF2-40B4-BE49-F238E27FC236}">
                  <a16:creationId xmlns:a16="http://schemas.microsoft.com/office/drawing/2014/main" id="{B335AFFE-BF3D-491C-8255-692B9DAC6775}"/>
                </a:ext>
              </a:extLst>
            </p:cNvPr>
            <p:cNvSpPr/>
            <p:nvPr/>
          </p:nvSpPr>
          <p:spPr>
            <a:xfrm flipH="1">
              <a:off x="10300855" y="0"/>
              <a:ext cx="1891145" cy="1891145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14" name="Graphic 9">
              <a:extLst>
                <a:ext uri="{FF2B5EF4-FFF2-40B4-BE49-F238E27FC236}">
                  <a16:creationId xmlns:a16="http://schemas.microsoft.com/office/drawing/2014/main" id="{AA052AAF-7A7C-4EDB-AE2C-FCA3A756C4E5}"/>
                </a:ext>
              </a:extLst>
            </p:cNvPr>
            <p:cNvSpPr/>
            <p:nvPr/>
          </p:nvSpPr>
          <p:spPr>
            <a:xfrm flipH="1">
              <a:off x="10424367" y="122795"/>
              <a:ext cx="1644119" cy="164411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  <p:sp>
        <p:nvSpPr>
          <p:cNvPr id="20" name="Texture">
            <a:extLst>
              <a:ext uri="{FF2B5EF4-FFF2-40B4-BE49-F238E27FC236}">
                <a16:creationId xmlns:a16="http://schemas.microsoft.com/office/drawing/2014/main" id="{31F99E9D-6528-47AC-B178-7032D0E17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4DD302-622D-4E42-BD6F-FAAA98B372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06311" y="668049"/>
            <a:ext cx="2628900" cy="55089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70D9F5-C907-405F-BE11-571C61745E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668049"/>
            <a:ext cx="6689098" cy="55089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CFD860-3FBD-4FE7-A9FD-1D4A4D10A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10/2/25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0A367B-81B3-4BD3-9C95-18EC0710A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7D8E54-346D-4D66-BF99-96DA43F80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934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F358BAA-9C8A-4E17-BAD8-32FD6FFEA7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Color Fill">
            <a:extLst>
              <a:ext uri="{FF2B5EF4-FFF2-40B4-BE49-F238E27FC236}">
                <a16:creationId xmlns:a16="http://schemas.microsoft.com/office/drawing/2014/main" id="{4D6F41A4-BEE3-4935-9371-4ADEA67A22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726F010-956A-40BC-8A1F-8002DC729B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51566" y="0"/>
            <a:ext cx="3840434" cy="6858000"/>
            <a:chOff x="8351565" y="0"/>
            <a:chExt cx="3840434" cy="6858000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D386E468-0048-46C4-ADDD-FBE7A6AE9F31}"/>
                </a:ext>
              </a:extLst>
            </p:cNvPr>
            <p:cNvSpPr/>
            <p:nvPr/>
          </p:nvSpPr>
          <p:spPr>
            <a:xfrm>
              <a:off x="11260165" y="519204"/>
              <a:ext cx="474635" cy="47463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5B35ED4-0C31-4C8C-A45E-6A3EDEAB2867}"/>
                </a:ext>
              </a:extLst>
            </p:cNvPr>
            <p:cNvSpPr/>
            <p:nvPr/>
          </p:nvSpPr>
          <p:spPr>
            <a:xfrm>
              <a:off x="8385871" y="0"/>
              <a:ext cx="2955657" cy="679194"/>
            </a:xfrm>
            <a:custGeom>
              <a:avLst/>
              <a:gdLst>
                <a:gd name="connsiteX0" fmla="*/ 0 w 2955657"/>
                <a:gd name="connsiteY0" fmla="*/ 0 h 679194"/>
                <a:gd name="connsiteX1" fmla="*/ 2955657 w 2955657"/>
                <a:gd name="connsiteY1" fmla="*/ 0 h 679194"/>
                <a:gd name="connsiteX2" fmla="*/ 2892839 w 2955657"/>
                <a:gd name="connsiteY2" fmla="*/ 84007 h 679194"/>
                <a:gd name="connsiteX3" fmla="*/ 1630760 w 2955657"/>
                <a:gd name="connsiteY3" fmla="*/ 679194 h 679194"/>
                <a:gd name="connsiteX4" fmla="*/ 0 w 2955657"/>
                <a:gd name="connsiteY4" fmla="*/ 679194 h 679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55657" h="679194">
                  <a:moveTo>
                    <a:pt x="0" y="0"/>
                  </a:moveTo>
                  <a:lnTo>
                    <a:pt x="2955657" y="0"/>
                  </a:lnTo>
                  <a:lnTo>
                    <a:pt x="2892839" y="84007"/>
                  </a:lnTo>
                  <a:cubicBezTo>
                    <a:pt x="2592855" y="447504"/>
                    <a:pt x="2138868" y="679194"/>
                    <a:pt x="1630760" y="679194"/>
                  </a:cubicBezTo>
                  <a:lnTo>
                    <a:pt x="0" y="679194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40A1EF3-FA93-48F4-9F82-BC0C79635750}"/>
                </a:ext>
              </a:extLst>
            </p:cNvPr>
            <p:cNvSpPr/>
            <p:nvPr/>
          </p:nvSpPr>
          <p:spPr>
            <a:xfrm>
              <a:off x="8351565" y="4121414"/>
              <a:ext cx="3266317" cy="2736586"/>
            </a:xfrm>
            <a:custGeom>
              <a:avLst/>
              <a:gdLst>
                <a:gd name="connsiteX0" fmla="*/ 1635557 w 3266317"/>
                <a:gd name="connsiteY0" fmla="*/ 0 h 2736586"/>
                <a:gd name="connsiteX1" fmla="*/ 3266317 w 3266317"/>
                <a:gd name="connsiteY1" fmla="*/ 0 h 2736586"/>
                <a:gd name="connsiteX2" fmla="*/ 3266317 w 3266317"/>
                <a:gd name="connsiteY2" fmla="*/ 1630760 h 2736586"/>
                <a:gd name="connsiteX3" fmla="*/ 2892838 w 3266317"/>
                <a:gd name="connsiteY3" fmla="*/ 2671131 h 2736586"/>
                <a:gd name="connsiteX4" fmla="*/ 2833348 w 3266317"/>
                <a:gd name="connsiteY4" fmla="*/ 2736586 h 2736586"/>
                <a:gd name="connsiteX5" fmla="*/ 0 w 3266317"/>
                <a:gd name="connsiteY5" fmla="*/ 2736586 h 2736586"/>
                <a:gd name="connsiteX6" fmla="*/ 0 w 3266317"/>
                <a:gd name="connsiteY6" fmla="*/ 1635558 h 2736586"/>
                <a:gd name="connsiteX7" fmla="*/ 1635557 w 3266317"/>
                <a:gd name="connsiteY7" fmla="*/ 0 h 2736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66317" h="2736586">
                  <a:moveTo>
                    <a:pt x="1635557" y="0"/>
                  </a:moveTo>
                  <a:lnTo>
                    <a:pt x="3266317" y="0"/>
                  </a:lnTo>
                  <a:lnTo>
                    <a:pt x="3266317" y="1630760"/>
                  </a:lnTo>
                  <a:cubicBezTo>
                    <a:pt x="3266317" y="2025955"/>
                    <a:pt x="3126159" y="2388411"/>
                    <a:pt x="2892838" y="2671131"/>
                  </a:cubicBezTo>
                  <a:lnTo>
                    <a:pt x="2833348" y="2736586"/>
                  </a:lnTo>
                  <a:lnTo>
                    <a:pt x="0" y="2736586"/>
                  </a:lnTo>
                  <a:lnTo>
                    <a:pt x="0" y="1635558"/>
                  </a:lnTo>
                  <a:cubicBezTo>
                    <a:pt x="0" y="732255"/>
                    <a:pt x="732254" y="0"/>
                    <a:pt x="1635557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985F09D-6969-44D0-B04F-4EDE0FEDAF63}"/>
                </a:ext>
              </a:extLst>
            </p:cNvPr>
            <p:cNvSpPr/>
            <p:nvPr/>
          </p:nvSpPr>
          <p:spPr>
            <a:xfrm>
              <a:off x="11755674" y="3386384"/>
              <a:ext cx="436325" cy="1309674"/>
            </a:xfrm>
            <a:custGeom>
              <a:avLst/>
              <a:gdLst>
                <a:gd name="connsiteX0" fmla="*/ 470325 w 477612"/>
                <a:gd name="connsiteY0" fmla="*/ 0 h 1433600"/>
                <a:gd name="connsiteX1" fmla="*/ 475607 w 477612"/>
                <a:gd name="connsiteY1" fmla="*/ 3701 h 1433600"/>
                <a:gd name="connsiteX2" fmla="*/ 477612 w 477612"/>
                <a:gd name="connsiteY2" fmla="*/ 5160 h 1433600"/>
                <a:gd name="connsiteX3" fmla="*/ 477612 w 477612"/>
                <a:gd name="connsiteY3" fmla="*/ 1428441 h 1433600"/>
                <a:gd name="connsiteX4" fmla="*/ 475607 w 477612"/>
                <a:gd name="connsiteY4" fmla="*/ 1429900 h 1433600"/>
                <a:gd name="connsiteX5" fmla="*/ 470325 w 477612"/>
                <a:gd name="connsiteY5" fmla="*/ 1433600 h 1433600"/>
                <a:gd name="connsiteX6" fmla="*/ 0 w 477612"/>
                <a:gd name="connsiteY6" fmla="*/ 716800 h 1433600"/>
                <a:gd name="connsiteX7" fmla="*/ 470325 w 477612"/>
                <a:gd name="connsiteY7" fmla="*/ 0 h 143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77612" h="1433600">
                  <a:moveTo>
                    <a:pt x="470325" y="0"/>
                  </a:moveTo>
                  <a:cubicBezTo>
                    <a:pt x="470325" y="0"/>
                    <a:pt x="472162" y="1254"/>
                    <a:pt x="475607" y="3701"/>
                  </a:cubicBezTo>
                  <a:lnTo>
                    <a:pt x="477612" y="5160"/>
                  </a:lnTo>
                  <a:lnTo>
                    <a:pt x="477612" y="1428441"/>
                  </a:lnTo>
                  <a:lnTo>
                    <a:pt x="475607" y="1429900"/>
                  </a:lnTo>
                  <a:cubicBezTo>
                    <a:pt x="472162" y="1432347"/>
                    <a:pt x="470325" y="1433600"/>
                    <a:pt x="470325" y="1433600"/>
                  </a:cubicBezTo>
                  <a:cubicBezTo>
                    <a:pt x="470325" y="1433600"/>
                    <a:pt x="0" y="1112672"/>
                    <a:pt x="0" y="716800"/>
                  </a:cubicBezTo>
                  <a:cubicBezTo>
                    <a:pt x="0" y="320929"/>
                    <a:pt x="470325" y="0"/>
                    <a:pt x="470325" y="0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20000"/>
                  <a:lumOff val="80000"/>
                </a:schemeClr>
              </a:fgClr>
              <a:bgClr>
                <a:schemeClr val="accent4">
                  <a:lumMod val="60000"/>
                  <a:lumOff val="40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dirty="0"/>
            </a:p>
          </p:txBody>
        </p:sp>
        <p:sp>
          <p:nvSpPr>
            <p:cNvPr id="18" name="Graphic 9">
              <a:extLst>
                <a:ext uri="{FF2B5EF4-FFF2-40B4-BE49-F238E27FC236}">
                  <a16:creationId xmlns:a16="http://schemas.microsoft.com/office/drawing/2014/main" id="{003913A0-A3C0-4ED8-8920-318068FBC46F}"/>
                </a:ext>
              </a:extLst>
            </p:cNvPr>
            <p:cNvSpPr/>
            <p:nvPr/>
          </p:nvSpPr>
          <p:spPr>
            <a:xfrm>
              <a:off x="8385870" y="791588"/>
              <a:ext cx="3232012" cy="3232012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sp>
        <p:nvSpPr>
          <p:cNvPr id="12" name="Texture">
            <a:extLst>
              <a:ext uri="{FF2B5EF4-FFF2-40B4-BE49-F238E27FC236}">
                <a16:creationId xmlns:a16="http://schemas.microsoft.com/office/drawing/2014/main" id="{7FE1D329-7CB2-4DF5-B0C0-36DD19EBC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13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3083B5-1505-44FE-894D-AA1AB6D60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7685037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3F3930-F8C8-43B1-BC1A-6264F4ACB2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096713"/>
            <a:ext cx="7685037" cy="4080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F4F2F7-3ECA-43D7-BFF3-FBB407AEAB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11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08048B-57AF-4F53-BC84-8E0A1033FBEC}" type="datetimeFigureOut">
              <a:rPr lang="en-US" smtClean="0"/>
              <a:pPr/>
              <a:t>10/2/25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3A193F-0B61-43DD-8E45-EFEAC43E38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15544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11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625961-D3A8-4945-AEE4-EE1952DBDC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54512" y="6355080"/>
            <a:ext cx="79552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11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8A8A1B-4E1E-43EF-8A39-7D4A3879B94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876612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9" r:id="rId1"/>
    <p:sldLayoutId id="2147483688" r:id="rId2"/>
    <p:sldLayoutId id="2147483690" r:id="rId3"/>
    <p:sldLayoutId id="2147483691" r:id="rId4"/>
    <p:sldLayoutId id="2147483692" r:id="rId5"/>
    <p:sldLayoutId id="2147483693" r:id="rId6"/>
    <p:sldLayoutId id="2147483698" r:id="rId7"/>
    <p:sldLayoutId id="2147483694" r:id="rId8"/>
    <p:sldLayoutId id="2147483695" r:id="rId9"/>
    <p:sldLayoutId id="2147483696" r:id="rId10"/>
    <p:sldLayoutId id="214748369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amplify.aws/nextjs/build-a-backend/data/set-up-data/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1F4E8-9917-E0C0-BB6D-A65F1AE86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Mission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58E21-3810-E41D-65BE-F58B313E93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To harnessing leading-edge technology to empower our business customers with secure and innovative payment solutions to transform banking transactions into opportunities for growth.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649276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2665D-9D7D-280E-2557-18D70730E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751C142-B6F2-E6B4-3CB0-A316E3B2C502}"/>
              </a:ext>
            </a:extLst>
          </p:cNvPr>
          <p:cNvSpPr/>
          <p:nvPr/>
        </p:nvSpPr>
        <p:spPr>
          <a:xfrm>
            <a:off x="4991431" y="1099368"/>
            <a:ext cx="3096103" cy="4976147"/>
          </a:xfrm>
          <a:prstGeom prst="roundRect">
            <a:avLst/>
          </a:prstGeom>
          <a:solidFill>
            <a:schemeClr val="accent1">
              <a:lumMod val="7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GB" sz="1400" b="1" dirty="0" err="1">
                <a:solidFill>
                  <a:schemeClr val="tx1"/>
                </a:solidFill>
              </a:rPr>
              <a:t>Trusek</a:t>
            </a:r>
            <a:r>
              <a:rPr lang="en-GB" sz="1400" b="1" dirty="0">
                <a:solidFill>
                  <a:schemeClr val="tx1"/>
                </a:solidFill>
              </a:rPr>
              <a:t> </a:t>
            </a:r>
            <a:br>
              <a:rPr lang="en-GB" sz="1400" b="1" dirty="0">
                <a:solidFill>
                  <a:schemeClr val="tx1"/>
                </a:solidFill>
              </a:rPr>
            </a:br>
            <a:r>
              <a:rPr lang="en-GB" sz="1400" b="1" dirty="0">
                <a:solidFill>
                  <a:schemeClr val="tx1"/>
                </a:solidFill>
              </a:rPr>
              <a:t>Core Banking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3CBB708D-9C9D-A60D-7764-F52FB1B7A2DD}"/>
              </a:ext>
            </a:extLst>
          </p:cNvPr>
          <p:cNvSpPr/>
          <p:nvPr/>
        </p:nvSpPr>
        <p:spPr>
          <a:xfrm>
            <a:off x="8390936" y="1094503"/>
            <a:ext cx="3096102" cy="4976147"/>
          </a:xfrm>
          <a:prstGeom prst="roundRect">
            <a:avLst/>
          </a:prstGeom>
          <a:solidFill>
            <a:schemeClr val="accent1">
              <a:lumMod val="7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Payment Rail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A4553B0-DAF0-716C-E1CD-B2F7074B571B}"/>
              </a:ext>
            </a:extLst>
          </p:cNvPr>
          <p:cNvSpPr/>
          <p:nvPr/>
        </p:nvSpPr>
        <p:spPr>
          <a:xfrm>
            <a:off x="1586453" y="1164771"/>
            <a:ext cx="3002509" cy="4976147"/>
          </a:xfrm>
          <a:prstGeom prst="roundRect">
            <a:avLst/>
          </a:prstGeom>
          <a:solidFill>
            <a:schemeClr val="accent1">
              <a:lumMod val="7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FPMS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2EC5F0-944E-4354-1677-D52AB36FEAB4}"/>
              </a:ext>
            </a:extLst>
          </p:cNvPr>
          <p:cNvSpPr/>
          <p:nvPr/>
        </p:nvSpPr>
        <p:spPr>
          <a:xfrm>
            <a:off x="8484503" y="2067976"/>
            <a:ext cx="715678" cy="478214"/>
          </a:xfrm>
          <a:prstGeom prst="rect">
            <a:avLst/>
          </a:prstGeom>
          <a:solidFill>
            <a:schemeClr val="tx1">
              <a:lumMod val="5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Banking Circle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2ADA05B-1B2F-1557-3C27-ACAB2A58353A}"/>
              </a:ext>
            </a:extLst>
          </p:cNvPr>
          <p:cNvSpPr/>
          <p:nvPr/>
        </p:nvSpPr>
        <p:spPr>
          <a:xfrm>
            <a:off x="8484503" y="4581517"/>
            <a:ext cx="715678" cy="478214"/>
          </a:xfrm>
          <a:prstGeom prst="rect">
            <a:avLst/>
          </a:prstGeom>
          <a:solidFill>
            <a:schemeClr val="tx1">
              <a:lumMod val="5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Modulr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93DC956-EA3E-0872-5924-60B9BCF793BF}"/>
              </a:ext>
            </a:extLst>
          </p:cNvPr>
          <p:cNvSpPr/>
          <p:nvPr/>
        </p:nvSpPr>
        <p:spPr>
          <a:xfrm>
            <a:off x="8484503" y="3324746"/>
            <a:ext cx="715678" cy="478214"/>
          </a:xfrm>
          <a:prstGeom prst="rect">
            <a:avLst/>
          </a:prstGeom>
          <a:solidFill>
            <a:schemeClr val="tx1">
              <a:lumMod val="5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Equals Money</a:t>
            </a:r>
          </a:p>
        </p:txBody>
      </p:sp>
      <p:sp>
        <p:nvSpPr>
          <p:cNvPr id="23" name="Can 22">
            <a:extLst>
              <a:ext uri="{FF2B5EF4-FFF2-40B4-BE49-F238E27FC236}">
                <a16:creationId xmlns:a16="http://schemas.microsoft.com/office/drawing/2014/main" id="{7E2E2BB7-5918-98D9-F038-EA2C195B1D1C}"/>
              </a:ext>
            </a:extLst>
          </p:cNvPr>
          <p:cNvSpPr/>
          <p:nvPr/>
        </p:nvSpPr>
        <p:spPr>
          <a:xfrm>
            <a:off x="1856889" y="4800622"/>
            <a:ext cx="1001277" cy="1178992"/>
          </a:xfrm>
          <a:prstGeom prst="can">
            <a:avLst/>
          </a:prstGeom>
          <a:scene3d>
            <a:camera prst="perspectiveFront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bg1"/>
                </a:solidFill>
              </a:rPr>
              <a:t>Business rules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DDE6AA1A-9630-2B59-8C35-F30BF13C481D}"/>
              </a:ext>
            </a:extLst>
          </p:cNvPr>
          <p:cNvSpPr/>
          <p:nvPr/>
        </p:nvSpPr>
        <p:spPr>
          <a:xfrm>
            <a:off x="1739312" y="1782890"/>
            <a:ext cx="1121422" cy="574585"/>
          </a:xfrm>
          <a:prstGeom prst="roundRect">
            <a:avLst/>
          </a:prstGeom>
          <a:solidFill>
            <a:schemeClr val="accent1">
              <a:lumMod val="7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Admin Portal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E8A96523-A124-077F-E3D3-CD0764BE29A8}"/>
              </a:ext>
            </a:extLst>
          </p:cNvPr>
          <p:cNvSpPr/>
          <p:nvPr/>
        </p:nvSpPr>
        <p:spPr>
          <a:xfrm>
            <a:off x="3319375" y="1782890"/>
            <a:ext cx="1100571" cy="574585"/>
          </a:xfrm>
          <a:prstGeom prst="roundRect">
            <a:avLst/>
          </a:prstGeom>
          <a:solidFill>
            <a:schemeClr val="accent1">
              <a:lumMod val="7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BI/Analytics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A0C90E80-9045-162C-621C-8A2210F66EB4}"/>
              </a:ext>
            </a:extLst>
          </p:cNvPr>
          <p:cNvSpPr/>
          <p:nvPr/>
        </p:nvSpPr>
        <p:spPr>
          <a:xfrm rot="16200000">
            <a:off x="3278516" y="3327720"/>
            <a:ext cx="2988329" cy="327098"/>
          </a:xfrm>
          <a:prstGeom prst="roundRect">
            <a:avLst/>
          </a:prstGeom>
          <a:solidFill>
            <a:schemeClr val="tx1">
              <a:lumMod val="5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API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35CCE68-4332-82D1-411C-8FD5F94B0DC2}"/>
              </a:ext>
            </a:extLst>
          </p:cNvPr>
          <p:cNvSpPr/>
          <p:nvPr/>
        </p:nvSpPr>
        <p:spPr>
          <a:xfrm>
            <a:off x="5699072" y="4272107"/>
            <a:ext cx="1712774" cy="460768"/>
          </a:xfrm>
          <a:prstGeom prst="ellipse">
            <a:avLst/>
          </a:prstGeom>
          <a:solidFill>
            <a:schemeClr val="accent1">
              <a:lumMod val="7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Account Management</a:t>
            </a:r>
          </a:p>
        </p:txBody>
      </p:sp>
      <p:sp>
        <p:nvSpPr>
          <p:cNvPr id="20" name="Can 19">
            <a:extLst>
              <a:ext uri="{FF2B5EF4-FFF2-40B4-BE49-F238E27FC236}">
                <a16:creationId xmlns:a16="http://schemas.microsoft.com/office/drawing/2014/main" id="{F9D8C8D1-6D03-CFD8-8E9E-E0B280809285}"/>
              </a:ext>
            </a:extLst>
          </p:cNvPr>
          <p:cNvSpPr/>
          <p:nvPr/>
        </p:nvSpPr>
        <p:spPr>
          <a:xfrm>
            <a:off x="5369438" y="4800622"/>
            <a:ext cx="1062179" cy="1178992"/>
          </a:xfrm>
          <a:prstGeom prst="can">
            <a:avLst/>
          </a:prstGeom>
          <a:scene3d>
            <a:camera prst="perspectiveFront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bg1"/>
                </a:solidFill>
              </a:rPr>
              <a:t>Ledger</a:t>
            </a:r>
          </a:p>
        </p:txBody>
      </p:sp>
      <p:sp>
        <p:nvSpPr>
          <p:cNvPr id="21" name="Can 20">
            <a:extLst>
              <a:ext uri="{FF2B5EF4-FFF2-40B4-BE49-F238E27FC236}">
                <a16:creationId xmlns:a16="http://schemas.microsoft.com/office/drawing/2014/main" id="{B61DDBA5-07B7-1AD0-D1ED-58A37DB6360E}"/>
              </a:ext>
            </a:extLst>
          </p:cNvPr>
          <p:cNvSpPr/>
          <p:nvPr/>
        </p:nvSpPr>
        <p:spPr>
          <a:xfrm>
            <a:off x="6590123" y="4800622"/>
            <a:ext cx="1062178" cy="1178992"/>
          </a:xfrm>
          <a:prstGeom prst="can">
            <a:avLst/>
          </a:prstGeom>
          <a:scene3d>
            <a:camera prst="perspectiveFront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bg1"/>
                </a:solidFill>
              </a:rPr>
              <a:t>Accounts, Products, Transactions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ED46A20C-1FCF-AFF7-FA2A-C09208A0B333}"/>
              </a:ext>
            </a:extLst>
          </p:cNvPr>
          <p:cNvSpPr/>
          <p:nvPr/>
        </p:nvSpPr>
        <p:spPr>
          <a:xfrm rot="16200000">
            <a:off x="6740001" y="3380661"/>
            <a:ext cx="2988329" cy="327098"/>
          </a:xfrm>
          <a:prstGeom prst="roundRect">
            <a:avLst/>
          </a:prstGeom>
          <a:solidFill>
            <a:schemeClr val="tx1">
              <a:lumMod val="5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Payment Services integration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4D4937BE-9457-F0A7-2643-37F7221E0C93}"/>
              </a:ext>
            </a:extLst>
          </p:cNvPr>
          <p:cNvSpPr/>
          <p:nvPr/>
        </p:nvSpPr>
        <p:spPr>
          <a:xfrm>
            <a:off x="9290887" y="1582512"/>
            <a:ext cx="1270076" cy="434224"/>
          </a:xfrm>
          <a:prstGeom prst="ellipse">
            <a:avLst/>
          </a:prstGeom>
          <a:solidFill>
            <a:schemeClr val="accent1">
              <a:lumMod val="7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Virtual IBANs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2ABA79E-853F-F509-3648-CF89BAB25BAB}"/>
              </a:ext>
            </a:extLst>
          </p:cNvPr>
          <p:cNvSpPr/>
          <p:nvPr/>
        </p:nvSpPr>
        <p:spPr>
          <a:xfrm>
            <a:off x="9290887" y="2110598"/>
            <a:ext cx="1270076" cy="434224"/>
          </a:xfrm>
          <a:prstGeom prst="ellipse">
            <a:avLst/>
          </a:prstGeom>
          <a:solidFill>
            <a:schemeClr val="accent1">
              <a:lumMod val="7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FX Services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37BA3343-0385-09A3-4B56-B30C1BD386FF}"/>
              </a:ext>
            </a:extLst>
          </p:cNvPr>
          <p:cNvSpPr/>
          <p:nvPr/>
        </p:nvSpPr>
        <p:spPr>
          <a:xfrm>
            <a:off x="9290887" y="2638684"/>
            <a:ext cx="1270076" cy="434224"/>
          </a:xfrm>
          <a:prstGeom prst="ellipse">
            <a:avLst/>
          </a:prstGeom>
          <a:solidFill>
            <a:schemeClr val="accent1">
              <a:lumMod val="7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Domestic Payments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1AB26352-A726-DB39-F21A-0B9B57656A52}"/>
              </a:ext>
            </a:extLst>
          </p:cNvPr>
          <p:cNvSpPr/>
          <p:nvPr/>
        </p:nvSpPr>
        <p:spPr>
          <a:xfrm>
            <a:off x="9290887" y="3166770"/>
            <a:ext cx="1270076" cy="434224"/>
          </a:xfrm>
          <a:prstGeom prst="ellipse">
            <a:avLst/>
          </a:prstGeom>
          <a:solidFill>
            <a:schemeClr val="accent1">
              <a:lumMod val="7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Cross-border Payments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8312689C-52B6-013C-D9EA-DAB30F7435FC}"/>
              </a:ext>
            </a:extLst>
          </p:cNvPr>
          <p:cNvSpPr/>
          <p:nvPr/>
        </p:nvSpPr>
        <p:spPr>
          <a:xfrm>
            <a:off x="9290887" y="3694856"/>
            <a:ext cx="1270076" cy="434224"/>
          </a:xfrm>
          <a:prstGeom prst="ellipse">
            <a:avLst/>
          </a:prstGeom>
          <a:solidFill>
            <a:schemeClr val="accent1">
              <a:lumMod val="7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Settlement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E936982E-FDEC-209D-1481-4165E179F253}"/>
              </a:ext>
            </a:extLst>
          </p:cNvPr>
          <p:cNvSpPr/>
          <p:nvPr/>
        </p:nvSpPr>
        <p:spPr>
          <a:xfrm>
            <a:off x="9290887" y="4265877"/>
            <a:ext cx="1270076" cy="434224"/>
          </a:xfrm>
          <a:prstGeom prst="ellipse">
            <a:avLst/>
          </a:prstGeom>
          <a:solidFill>
            <a:schemeClr val="accent1">
              <a:lumMod val="7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Client Portal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1C542EDD-436F-93CE-DD84-ECD86A71D7F9}"/>
              </a:ext>
            </a:extLst>
          </p:cNvPr>
          <p:cNvSpPr/>
          <p:nvPr/>
        </p:nvSpPr>
        <p:spPr>
          <a:xfrm>
            <a:off x="9290887" y="4793963"/>
            <a:ext cx="1270076" cy="434224"/>
          </a:xfrm>
          <a:prstGeom prst="ellipse">
            <a:avLst/>
          </a:prstGeom>
          <a:solidFill>
            <a:schemeClr val="accent1">
              <a:lumMod val="7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BACS, CHAPS, FPS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C8F7BBB9-09E8-BD40-31B5-0C62B9407430}"/>
              </a:ext>
            </a:extLst>
          </p:cNvPr>
          <p:cNvSpPr/>
          <p:nvPr/>
        </p:nvSpPr>
        <p:spPr>
          <a:xfrm>
            <a:off x="9290887" y="5322049"/>
            <a:ext cx="1270076" cy="434224"/>
          </a:xfrm>
          <a:prstGeom prst="ellipse">
            <a:avLst/>
          </a:prstGeom>
          <a:solidFill>
            <a:schemeClr val="accent1">
              <a:lumMod val="7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SEPA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634F8665-6FBE-783A-4DB1-65C81CE3F52A}"/>
              </a:ext>
            </a:extLst>
          </p:cNvPr>
          <p:cNvSpPr/>
          <p:nvPr/>
        </p:nvSpPr>
        <p:spPr>
          <a:xfrm>
            <a:off x="5699072" y="2435461"/>
            <a:ext cx="1712774" cy="460768"/>
          </a:xfrm>
          <a:prstGeom prst="ellipse">
            <a:avLst/>
          </a:prstGeom>
          <a:solidFill>
            <a:schemeClr val="accent1">
              <a:lumMod val="7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Reconciliation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E1D94192-493F-866A-791D-F22409BEB38B}"/>
              </a:ext>
            </a:extLst>
          </p:cNvPr>
          <p:cNvSpPr/>
          <p:nvPr/>
        </p:nvSpPr>
        <p:spPr>
          <a:xfrm>
            <a:off x="5699072" y="2985590"/>
            <a:ext cx="1712774" cy="460768"/>
          </a:xfrm>
          <a:prstGeom prst="ellipse">
            <a:avLst/>
          </a:prstGeom>
          <a:solidFill>
            <a:schemeClr val="accent1">
              <a:lumMod val="7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Settlement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B47F4697-C954-7DA1-94AB-7C9F94AF1198}"/>
              </a:ext>
            </a:extLst>
          </p:cNvPr>
          <p:cNvSpPr/>
          <p:nvPr/>
        </p:nvSpPr>
        <p:spPr>
          <a:xfrm>
            <a:off x="5699072" y="3594981"/>
            <a:ext cx="1712774" cy="460768"/>
          </a:xfrm>
          <a:prstGeom prst="ellipse">
            <a:avLst/>
          </a:prstGeom>
          <a:solidFill>
            <a:schemeClr val="accent1">
              <a:lumMod val="7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Reporting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FADD3A89-2ADC-AC75-A314-0404AB72E013}"/>
              </a:ext>
            </a:extLst>
          </p:cNvPr>
          <p:cNvSpPr/>
          <p:nvPr/>
        </p:nvSpPr>
        <p:spPr>
          <a:xfrm>
            <a:off x="2428546" y="2521594"/>
            <a:ext cx="1364974" cy="445379"/>
          </a:xfrm>
          <a:prstGeom prst="ellipse">
            <a:avLst/>
          </a:prstGeom>
          <a:solidFill>
            <a:schemeClr val="accent1">
              <a:lumMod val="7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Onboarding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EEAEFA93-E633-BD3B-7A91-703A7A7DB996}"/>
              </a:ext>
            </a:extLst>
          </p:cNvPr>
          <p:cNvSpPr/>
          <p:nvPr/>
        </p:nvSpPr>
        <p:spPr>
          <a:xfrm>
            <a:off x="1641672" y="3100101"/>
            <a:ext cx="1364974" cy="445379"/>
          </a:xfrm>
          <a:prstGeom prst="ellipse">
            <a:avLst/>
          </a:prstGeom>
          <a:solidFill>
            <a:schemeClr val="accent1">
              <a:lumMod val="7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KYC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3AD4FF8A-9E20-AAA0-9CA6-FB8845C80C9D}"/>
              </a:ext>
            </a:extLst>
          </p:cNvPr>
          <p:cNvSpPr/>
          <p:nvPr/>
        </p:nvSpPr>
        <p:spPr>
          <a:xfrm>
            <a:off x="1626845" y="4201508"/>
            <a:ext cx="1364974" cy="445379"/>
          </a:xfrm>
          <a:prstGeom prst="ellipse">
            <a:avLst/>
          </a:prstGeom>
          <a:solidFill>
            <a:schemeClr val="accent1">
              <a:lumMod val="7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TX Monitoring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5A14791D-4DCC-5572-DA54-060A782456B5}"/>
              </a:ext>
            </a:extLst>
          </p:cNvPr>
          <p:cNvSpPr/>
          <p:nvPr/>
        </p:nvSpPr>
        <p:spPr>
          <a:xfrm>
            <a:off x="3147597" y="3645613"/>
            <a:ext cx="1364974" cy="445379"/>
          </a:xfrm>
          <a:prstGeom prst="ellipse">
            <a:avLst/>
          </a:prstGeom>
          <a:solidFill>
            <a:schemeClr val="accent1">
              <a:lumMod val="7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Reconciliation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9C634BE5-25DD-AD6C-985D-04D1CD7083A1}"/>
              </a:ext>
            </a:extLst>
          </p:cNvPr>
          <p:cNvSpPr/>
          <p:nvPr/>
        </p:nvSpPr>
        <p:spPr>
          <a:xfrm>
            <a:off x="1641672" y="3650805"/>
            <a:ext cx="1364974" cy="445379"/>
          </a:xfrm>
          <a:prstGeom prst="ellipse">
            <a:avLst/>
          </a:prstGeom>
          <a:solidFill>
            <a:schemeClr val="accent1">
              <a:lumMod val="7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Audit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ED3FB0F6-094B-C11F-A64F-1695C0BF68E7}"/>
              </a:ext>
            </a:extLst>
          </p:cNvPr>
          <p:cNvSpPr/>
          <p:nvPr/>
        </p:nvSpPr>
        <p:spPr>
          <a:xfrm>
            <a:off x="3147597" y="3100101"/>
            <a:ext cx="1364974" cy="445379"/>
          </a:xfrm>
          <a:prstGeom prst="ellipse">
            <a:avLst/>
          </a:prstGeom>
          <a:solidFill>
            <a:schemeClr val="accent1">
              <a:lumMod val="7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Reporting</a:t>
            </a:r>
          </a:p>
        </p:txBody>
      </p:sp>
      <p:sp>
        <p:nvSpPr>
          <p:cNvPr id="57" name="Title 1">
            <a:extLst>
              <a:ext uri="{FF2B5EF4-FFF2-40B4-BE49-F238E27FC236}">
                <a16:creationId xmlns:a16="http://schemas.microsoft.com/office/drawing/2014/main" id="{F8D8F6B2-FAA7-C470-2730-465B33CD1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165" y="-177056"/>
            <a:ext cx="4953601" cy="681503"/>
          </a:xfrm>
        </p:spPr>
        <p:txBody>
          <a:bodyPr>
            <a:normAutofit/>
          </a:bodyPr>
          <a:lstStyle/>
          <a:p>
            <a:r>
              <a:rPr lang="en-GB" sz="2400" dirty="0"/>
              <a:t>Payment Service – </a:t>
            </a:r>
            <a:r>
              <a:rPr lang="en-GB" sz="2400" i="1" dirty="0"/>
              <a:t>Current State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56B30161-F07F-2326-6D54-9A379743447D}"/>
              </a:ext>
            </a:extLst>
          </p:cNvPr>
          <p:cNvSpPr/>
          <p:nvPr/>
        </p:nvSpPr>
        <p:spPr>
          <a:xfrm>
            <a:off x="8484503" y="2696361"/>
            <a:ext cx="715678" cy="478214"/>
          </a:xfrm>
          <a:prstGeom prst="rect">
            <a:avLst/>
          </a:prstGeom>
          <a:solidFill>
            <a:schemeClr val="tx1">
              <a:lumMod val="5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LHV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FDB9BED1-16B8-FCF2-CF1D-A672F7C8BA1C}"/>
              </a:ext>
            </a:extLst>
          </p:cNvPr>
          <p:cNvSpPr/>
          <p:nvPr/>
        </p:nvSpPr>
        <p:spPr>
          <a:xfrm>
            <a:off x="3155687" y="4191124"/>
            <a:ext cx="1364974" cy="445379"/>
          </a:xfrm>
          <a:prstGeom prst="ellipse">
            <a:avLst/>
          </a:prstGeom>
          <a:solidFill>
            <a:schemeClr val="accent1">
              <a:lumMod val="7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SAR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1205CFBA-E8E2-8B8B-BE04-3232F5EEA32E}"/>
              </a:ext>
            </a:extLst>
          </p:cNvPr>
          <p:cNvSpPr/>
          <p:nvPr/>
        </p:nvSpPr>
        <p:spPr>
          <a:xfrm>
            <a:off x="330126" y="2548837"/>
            <a:ext cx="881771" cy="478214"/>
          </a:xfrm>
          <a:prstGeom prst="rect">
            <a:avLst/>
          </a:prstGeom>
          <a:solidFill>
            <a:schemeClr val="tx1">
              <a:lumMod val="5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Wire Wand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AC7CC77C-490C-539B-BB82-E6ED2EA47427}"/>
              </a:ext>
            </a:extLst>
          </p:cNvPr>
          <p:cNvSpPr/>
          <p:nvPr/>
        </p:nvSpPr>
        <p:spPr>
          <a:xfrm>
            <a:off x="330126" y="3645385"/>
            <a:ext cx="881771" cy="478214"/>
          </a:xfrm>
          <a:prstGeom prst="rect">
            <a:avLst/>
          </a:prstGeom>
          <a:solidFill>
            <a:schemeClr val="tx1">
              <a:lumMod val="5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Credit Safe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8AF4C6DD-1D1E-709D-2D92-E54BEDB920F2}"/>
              </a:ext>
            </a:extLst>
          </p:cNvPr>
          <p:cNvSpPr/>
          <p:nvPr/>
        </p:nvSpPr>
        <p:spPr>
          <a:xfrm>
            <a:off x="330126" y="3094771"/>
            <a:ext cx="881771" cy="478214"/>
          </a:xfrm>
          <a:prstGeom prst="rect">
            <a:avLst/>
          </a:prstGeom>
          <a:solidFill>
            <a:schemeClr val="tx1">
              <a:lumMod val="5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Company’s House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B97CDCC5-8020-6E11-3FC1-057EF4D244DD}"/>
              </a:ext>
            </a:extLst>
          </p:cNvPr>
          <p:cNvSpPr/>
          <p:nvPr/>
        </p:nvSpPr>
        <p:spPr>
          <a:xfrm>
            <a:off x="330126" y="4221593"/>
            <a:ext cx="881771" cy="478214"/>
          </a:xfrm>
          <a:prstGeom prst="rect">
            <a:avLst/>
          </a:prstGeom>
          <a:solidFill>
            <a:schemeClr val="tx1">
              <a:lumMod val="5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NCA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B20CFF74-0935-21E6-365B-0E4F197F269F}"/>
              </a:ext>
            </a:extLst>
          </p:cNvPr>
          <p:cNvSpPr/>
          <p:nvPr/>
        </p:nvSpPr>
        <p:spPr>
          <a:xfrm>
            <a:off x="8484503" y="3953131"/>
            <a:ext cx="715678" cy="478214"/>
          </a:xfrm>
          <a:prstGeom prst="rect">
            <a:avLst/>
          </a:prstGeom>
          <a:solidFill>
            <a:schemeClr val="tx1">
              <a:lumMod val="5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Convera</a:t>
            </a:r>
          </a:p>
        </p:txBody>
      </p:sp>
      <p:sp>
        <p:nvSpPr>
          <p:cNvPr id="65" name="Can 64">
            <a:extLst>
              <a:ext uri="{FF2B5EF4-FFF2-40B4-BE49-F238E27FC236}">
                <a16:creationId xmlns:a16="http://schemas.microsoft.com/office/drawing/2014/main" id="{DD2BC916-24A8-B791-8D17-B7E46111AADA}"/>
              </a:ext>
            </a:extLst>
          </p:cNvPr>
          <p:cNvSpPr/>
          <p:nvPr/>
        </p:nvSpPr>
        <p:spPr>
          <a:xfrm>
            <a:off x="3282692" y="4800622"/>
            <a:ext cx="1001277" cy="1178992"/>
          </a:xfrm>
          <a:prstGeom prst="can">
            <a:avLst/>
          </a:prstGeom>
          <a:scene3d>
            <a:camera prst="perspectiveFront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bg1"/>
                </a:solidFill>
              </a:rPr>
              <a:t>Operational Datastore</a:t>
            </a:r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E56A97AF-CE35-C5F7-D138-74437E7E20E3}"/>
              </a:ext>
            </a:extLst>
          </p:cNvPr>
          <p:cNvSpPr/>
          <p:nvPr/>
        </p:nvSpPr>
        <p:spPr>
          <a:xfrm>
            <a:off x="5224912" y="1782890"/>
            <a:ext cx="1121422" cy="574585"/>
          </a:xfrm>
          <a:prstGeom prst="roundRect">
            <a:avLst/>
          </a:prstGeom>
          <a:solidFill>
            <a:schemeClr val="accent1">
              <a:lumMod val="7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Payment Portal</a:t>
            </a: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F0838676-35DF-B09E-9A01-3146C4D5C14C}"/>
              </a:ext>
            </a:extLst>
          </p:cNvPr>
          <p:cNvSpPr/>
          <p:nvPr/>
        </p:nvSpPr>
        <p:spPr>
          <a:xfrm>
            <a:off x="6682945" y="1782890"/>
            <a:ext cx="1121422" cy="574585"/>
          </a:xfrm>
          <a:prstGeom prst="roundRect">
            <a:avLst/>
          </a:prstGeom>
          <a:solidFill>
            <a:schemeClr val="accent1">
              <a:lumMod val="7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Admin Portal</a:t>
            </a:r>
          </a:p>
        </p:txBody>
      </p:sp>
    </p:spTree>
    <p:extLst>
      <p:ext uri="{BB962C8B-B14F-4D97-AF65-F5344CB8AC3E}">
        <p14:creationId xmlns:p14="http://schemas.microsoft.com/office/powerpoint/2010/main" val="4703806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FE9B8-ED2A-661F-D460-79B5360E8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C0B354AD-CDE2-160B-D424-511C948BB731}"/>
              </a:ext>
            </a:extLst>
          </p:cNvPr>
          <p:cNvSpPr/>
          <p:nvPr/>
        </p:nvSpPr>
        <p:spPr>
          <a:xfrm>
            <a:off x="8407761" y="665495"/>
            <a:ext cx="2477111" cy="5245659"/>
          </a:xfrm>
          <a:prstGeom prst="roundRect">
            <a:avLst/>
          </a:prstGeom>
          <a:solidFill>
            <a:schemeClr val="accent1">
              <a:lumMod val="7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lvl="1"/>
            <a:endParaRPr lang="en-GB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577E959-7C0C-3821-4846-118014D6218D}"/>
              </a:ext>
            </a:extLst>
          </p:cNvPr>
          <p:cNvSpPr/>
          <p:nvPr/>
        </p:nvSpPr>
        <p:spPr>
          <a:xfrm>
            <a:off x="1777083" y="789364"/>
            <a:ext cx="6169491" cy="5646708"/>
          </a:xfrm>
          <a:prstGeom prst="roundRect">
            <a:avLst/>
          </a:prstGeom>
          <a:solidFill>
            <a:schemeClr val="accent1">
              <a:lumMod val="7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Payment Middleware</a:t>
            </a:r>
          </a:p>
        </p:txBody>
      </p:sp>
      <p:sp>
        <p:nvSpPr>
          <p:cNvPr id="23" name="Can 22">
            <a:extLst>
              <a:ext uri="{FF2B5EF4-FFF2-40B4-BE49-F238E27FC236}">
                <a16:creationId xmlns:a16="http://schemas.microsoft.com/office/drawing/2014/main" id="{7EF51BA9-4DFE-0AC7-8CEB-09501E05BAB9}"/>
              </a:ext>
            </a:extLst>
          </p:cNvPr>
          <p:cNvSpPr/>
          <p:nvPr/>
        </p:nvSpPr>
        <p:spPr>
          <a:xfrm>
            <a:off x="2264799" y="5180141"/>
            <a:ext cx="1201911" cy="935014"/>
          </a:xfrm>
          <a:prstGeom prst="can">
            <a:avLst/>
          </a:prstGeom>
          <a:solidFill>
            <a:srgbClr val="00B0F0"/>
          </a:solidFill>
          <a:scene3d>
            <a:camera prst="perspectiveFront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bg1"/>
                </a:solidFill>
              </a:rPr>
              <a:t>Orchestration Rules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115C7AB5-B746-64B9-27C4-58397C373846}"/>
              </a:ext>
            </a:extLst>
          </p:cNvPr>
          <p:cNvSpPr/>
          <p:nvPr/>
        </p:nvSpPr>
        <p:spPr>
          <a:xfrm>
            <a:off x="2805770" y="1354385"/>
            <a:ext cx="1121422" cy="574585"/>
          </a:xfrm>
          <a:prstGeom prst="round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bg1"/>
                </a:solidFill>
              </a:rPr>
              <a:t>Web Portal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9D0132A3-B65D-76FD-5518-16E5F9CE83C2}"/>
              </a:ext>
            </a:extLst>
          </p:cNvPr>
          <p:cNvSpPr/>
          <p:nvPr/>
        </p:nvSpPr>
        <p:spPr>
          <a:xfrm>
            <a:off x="5819392" y="1343150"/>
            <a:ext cx="1100571" cy="574585"/>
          </a:xfrm>
          <a:prstGeom prst="round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bg1"/>
                </a:solidFill>
              </a:rPr>
              <a:t>BI/Analytics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21490A8-CB27-308F-3108-6F38E68D3D3A}"/>
              </a:ext>
            </a:extLst>
          </p:cNvPr>
          <p:cNvSpPr/>
          <p:nvPr/>
        </p:nvSpPr>
        <p:spPr>
          <a:xfrm>
            <a:off x="3436478" y="3503017"/>
            <a:ext cx="1291788" cy="650851"/>
          </a:xfrm>
          <a:prstGeom prst="ellipse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bg1"/>
                </a:solidFill>
              </a:rPr>
              <a:t>Account Management</a:t>
            </a:r>
          </a:p>
        </p:txBody>
      </p:sp>
      <p:sp>
        <p:nvSpPr>
          <p:cNvPr id="21" name="Can 20">
            <a:extLst>
              <a:ext uri="{FF2B5EF4-FFF2-40B4-BE49-F238E27FC236}">
                <a16:creationId xmlns:a16="http://schemas.microsoft.com/office/drawing/2014/main" id="{62403619-6813-3B13-CED9-4188519EBDE1}"/>
              </a:ext>
            </a:extLst>
          </p:cNvPr>
          <p:cNvSpPr/>
          <p:nvPr/>
        </p:nvSpPr>
        <p:spPr>
          <a:xfrm>
            <a:off x="6403032" y="5180141"/>
            <a:ext cx="1062178" cy="935014"/>
          </a:xfrm>
          <a:prstGeom prst="can">
            <a:avLst/>
          </a:prstGeom>
          <a:solidFill>
            <a:srgbClr val="00B0F0"/>
          </a:solidFill>
          <a:scene3d>
            <a:camera prst="perspectiveFront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bg1"/>
                </a:solidFill>
              </a:rPr>
              <a:t>Accounts, Products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93BF83A1-2D44-18A3-0C1C-3C6411FDDB4C}"/>
              </a:ext>
            </a:extLst>
          </p:cNvPr>
          <p:cNvSpPr/>
          <p:nvPr/>
        </p:nvSpPr>
        <p:spPr>
          <a:xfrm rot="16200000">
            <a:off x="6672476" y="3239986"/>
            <a:ext cx="2988329" cy="327098"/>
          </a:xfrm>
          <a:prstGeom prst="round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bg1"/>
                </a:solidFill>
              </a:rPr>
              <a:t>Payment Services Connectors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BF4C225C-4753-0C95-AFD6-E8F62BB15F59}"/>
              </a:ext>
            </a:extLst>
          </p:cNvPr>
          <p:cNvSpPr/>
          <p:nvPr/>
        </p:nvSpPr>
        <p:spPr>
          <a:xfrm>
            <a:off x="9341187" y="1217136"/>
            <a:ext cx="1270076" cy="434224"/>
          </a:xfrm>
          <a:prstGeom prst="ellipse">
            <a:avLst/>
          </a:prstGeom>
          <a:solidFill>
            <a:schemeClr val="accent1">
              <a:lumMod val="7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Virtual IBANs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C16F993-C59A-81FD-EC9C-ABD49A7DFDD1}"/>
              </a:ext>
            </a:extLst>
          </p:cNvPr>
          <p:cNvSpPr/>
          <p:nvPr/>
        </p:nvSpPr>
        <p:spPr>
          <a:xfrm>
            <a:off x="9341187" y="2367360"/>
            <a:ext cx="1270076" cy="434224"/>
          </a:xfrm>
          <a:prstGeom prst="ellipse">
            <a:avLst/>
          </a:prstGeom>
          <a:solidFill>
            <a:schemeClr val="accent1">
              <a:lumMod val="7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FX Services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70F9E965-0382-F768-19F1-19ABBD4C6B27}"/>
              </a:ext>
            </a:extLst>
          </p:cNvPr>
          <p:cNvSpPr/>
          <p:nvPr/>
        </p:nvSpPr>
        <p:spPr>
          <a:xfrm>
            <a:off x="9341187" y="2942472"/>
            <a:ext cx="1270076" cy="434224"/>
          </a:xfrm>
          <a:prstGeom prst="ellipse">
            <a:avLst/>
          </a:prstGeom>
          <a:solidFill>
            <a:schemeClr val="accent1">
              <a:lumMod val="7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Domestic Payments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087BF0D6-2356-C37B-9D53-047E467A52F8}"/>
              </a:ext>
            </a:extLst>
          </p:cNvPr>
          <p:cNvSpPr/>
          <p:nvPr/>
        </p:nvSpPr>
        <p:spPr>
          <a:xfrm>
            <a:off x="9341187" y="3517584"/>
            <a:ext cx="1270076" cy="434224"/>
          </a:xfrm>
          <a:prstGeom prst="ellipse">
            <a:avLst/>
          </a:prstGeom>
          <a:solidFill>
            <a:schemeClr val="accent1">
              <a:lumMod val="7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Cross-border Payments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00D3EBD9-286D-D67E-C072-CFF356DA49DE}"/>
              </a:ext>
            </a:extLst>
          </p:cNvPr>
          <p:cNvSpPr/>
          <p:nvPr/>
        </p:nvSpPr>
        <p:spPr>
          <a:xfrm>
            <a:off x="9341187" y="4092696"/>
            <a:ext cx="1270076" cy="434224"/>
          </a:xfrm>
          <a:prstGeom prst="ellipse">
            <a:avLst/>
          </a:prstGeom>
          <a:solidFill>
            <a:schemeClr val="accent1">
              <a:lumMod val="7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Settlement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8DD4124A-C471-64AC-C2B6-A4DC6F3CCFA9}"/>
              </a:ext>
            </a:extLst>
          </p:cNvPr>
          <p:cNvSpPr/>
          <p:nvPr/>
        </p:nvSpPr>
        <p:spPr>
          <a:xfrm>
            <a:off x="9341187" y="4667808"/>
            <a:ext cx="1270076" cy="434224"/>
          </a:xfrm>
          <a:prstGeom prst="ellipse">
            <a:avLst/>
          </a:prstGeom>
          <a:solidFill>
            <a:schemeClr val="accent1">
              <a:lumMod val="7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BACS, CHAPS, FPS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488129EC-F45C-BAA6-9109-9BCA0A9F2E8D}"/>
              </a:ext>
            </a:extLst>
          </p:cNvPr>
          <p:cNvSpPr/>
          <p:nvPr/>
        </p:nvSpPr>
        <p:spPr>
          <a:xfrm>
            <a:off x="9341187" y="5242918"/>
            <a:ext cx="1270076" cy="434224"/>
          </a:xfrm>
          <a:prstGeom prst="ellipse">
            <a:avLst/>
          </a:prstGeom>
          <a:solidFill>
            <a:schemeClr val="accent1">
              <a:lumMod val="7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SEPA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04C845D5-1DD4-37EB-966C-EE3D02D9F92C}"/>
              </a:ext>
            </a:extLst>
          </p:cNvPr>
          <p:cNvSpPr/>
          <p:nvPr/>
        </p:nvSpPr>
        <p:spPr>
          <a:xfrm>
            <a:off x="6488536" y="2796754"/>
            <a:ext cx="1291788" cy="650851"/>
          </a:xfrm>
          <a:prstGeom prst="ellipse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bg1"/>
                </a:solidFill>
              </a:rPr>
              <a:t>Integration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184AA157-75F0-2E59-5BE7-625A60F5D1D3}"/>
              </a:ext>
            </a:extLst>
          </p:cNvPr>
          <p:cNvSpPr/>
          <p:nvPr/>
        </p:nvSpPr>
        <p:spPr>
          <a:xfrm>
            <a:off x="3436478" y="2796754"/>
            <a:ext cx="1291788" cy="650851"/>
          </a:xfrm>
          <a:prstGeom prst="ellipse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bg1"/>
                </a:solidFill>
              </a:rPr>
              <a:t>Settlement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885295-7159-4D52-7C95-7C581B4AA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165" y="-177056"/>
            <a:ext cx="4953601" cy="681503"/>
          </a:xfrm>
        </p:spPr>
        <p:txBody>
          <a:bodyPr>
            <a:normAutofit/>
          </a:bodyPr>
          <a:lstStyle/>
          <a:p>
            <a:r>
              <a:rPr lang="en-GB" sz="2400" dirty="0"/>
              <a:t>Payment Service – </a:t>
            </a:r>
            <a:r>
              <a:rPr lang="en-GB" sz="2400" i="1" dirty="0"/>
              <a:t>Future State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D0D7572-E0E0-B610-B3EB-8E69DD92FD11}"/>
              </a:ext>
            </a:extLst>
          </p:cNvPr>
          <p:cNvSpPr/>
          <p:nvPr/>
        </p:nvSpPr>
        <p:spPr>
          <a:xfrm>
            <a:off x="4962507" y="2090490"/>
            <a:ext cx="1196198" cy="650851"/>
          </a:xfrm>
          <a:prstGeom prst="ellipse">
            <a:avLst/>
          </a:prstGeom>
          <a:solidFill>
            <a:schemeClr val="accent1">
              <a:lumMod val="7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TX Monitoring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87D32D8-0BAC-848F-6BBB-DE0DA859CE69}"/>
              </a:ext>
            </a:extLst>
          </p:cNvPr>
          <p:cNvSpPr/>
          <p:nvPr/>
        </p:nvSpPr>
        <p:spPr>
          <a:xfrm>
            <a:off x="3436478" y="2090490"/>
            <a:ext cx="1196198" cy="650851"/>
          </a:xfrm>
          <a:prstGeom prst="ellipse">
            <a:avLst/>
          </a:prstGeom>
          <a:solidFill>
            <a:schemeClr val="accent1">
              <a:lumMod val="7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Onboarding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D09B21A-851C-EF50-EC01-5828003F025B}"/>
              </a:ext>
            </a:extLst>
          </p:cNvPr>
          <p:cNvSpPr/>
          <p:nvPr/>
        </p:nvSpPr>
        <p:spPr>
          <a:xfrm>
            <a:off x="1910449" y="2090490"/>
            <a:ext cx="1196198" cy="650851"/>
          </a:xfrm>
          <a:prstGeom prst="ellipse">
            <a:avLst/>
          </a:prstGeom>
          <a:solidFill>
            <a:schemeClr val="accent1">
              <a:lumMod val="7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KYC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7B550F1-40A3-174A-8F21-7C8E2B8326E2}"/>
              </a:ext>
            </a:extLst>
          </p:cNvPr>
          <p:cNvSpPr/>
          <p:nvPr/>
        </p:nvSpPr>
        <p:spPr>
          <a:xfrm>
            <a:off x="6488536" y="2090490"/>
            <a:ext cx="1196198" cy="650851"/>
          </a:xfrm>
          <a:prstGeom prst="ellipse">
            <a:avLst/>
          </a:prstGeom>
          <a:solidFill>
            <a:schemeClr val="accent1">
              <a:lumMod val="7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Audit/SAR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60BF588-7DA8-9980-5D6C-4C46F3EE5711}"/>
              </a:ext>
            </a:extLst>
          </p:cNvPr>
          <p:cNvSpPr/>
          <p:nvPr/>
        </p:nvSpPr>
        <p:spPr>
          <a:xfrm>
            <a:off x="8559388" y="1927301"/>
            <a:ext cx="715678" cy="478214"/>
          </a:xfrm>
          <a:prstGeom prst="rect">
            <a:avLst/>
          </a:prstGeom>
          <a:solidFill>
            <a:schemeClr val="tx1">
              <a:lumMod val="5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Banking Circle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58C4E92-423E-FC82-8306-E088EB687842}"/>
              </a:ext>
            </a:extLst>
          </p:cNvPr>
          <p:cNvSpPr/>
          <p:nvPr/>
        </p:nvSpPr>
        <p:spPr>
          <a:xfrm>
            <a:off x="8559388" y="4440842"/>
            <a:ext cx="715678" cy="478214"/>
          </a:xfrm>
          <a:prstGeom prst="rect">
            <a:avLst/>
          </a:prstGeom>
          <a:solidFill>
            <a:schemeClr val="tx1">
              <a:lumMod val="5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Clowd9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89F2C37-6121-4C33-537C-6A9E457A05E5}"/>
              </a:ext>
            </a:extLst>
          </p:cNvPr>
          <p:cNvSpPr/>
          <p:nvPr/>
        </p:nvSpPr>
        <p:spPr>
          <a:xfrm>
            <a:off x="8559388" y="3184071"/>
            <a:ext cx="715678" cy="478214"/>
          </a:xfrm>
          <a:prstGeom prst="rect">
            <a:avLst/>
          </a:prstGeom>
          <a:solidFill>
            <a:schemeClr val="tx1">
              <a:lumMod val="5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Equals Money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ACA7C64-5CF5-AC76-AF38-803AEE5F4C41}"/>
              </a:ext>
            </a:extLst>
          </p:cNvPr>
          <p:cNvSpPr/>
          <p:nvPr/>
        </p:nvSpPr>
        <p:spPr>
          <a:xfrm>
            <a:off x="8559388" y="2555686"/>
            <a:ext cx="715678" cy="478214"/>
          </a:xfrm>
          <a:prstGeom prst="rect">
            <a:avLst/>
          </a:prstGeom>
          <a:solidFill>
            <a:schemeClr val="tx1">
              <a:lumMod val="5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LHV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F4099D9-D4CE-0558-2800-9A75FBC8AF5C}"/>
              </a:ext>
            </a:extLst>
          </p:cNvPr>
          <p:cNvSpPr/>
          <p:nvPr/>
        </p:nvSpPr>
        <p:spPr>
          <a:xfrm>
            <a:off x="8559388" y="3812456"/>
            <a:ext cx="715678" cy="478214"/>
          </a:xfrm>
          <a:prstGeom prst="rect">
            <a:avLst/>
          </a:prstGeom>
          <a:solidFill>
            <a:schemeClr val="tx1">
              <a:lumMod val="5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Convera</a:t>
            </a:r>
          </a:p>
        </p:txBody>
      </p:sp>
      <p:sp>
        <p:nvSpPr>
          <p:cNvPr id="17" name="Right Arrow 16">
            <a:extLst>
              <a:ext uri="{FF2B5EF4-FFF2-40B4-BE49-F238E27FC236}">
                <a16:creationId xmlns:a16="http://schemas.microsoft.com/office/drawing/2014/main" id="{57EE20F0-6E66-B2F0-8224-02AC95F0EF55}"/>
              </a:ext>
            </a:extLst>
          </p:cNvPr>
          <p:cNvSpPr/>
          <p:nvPr/>
        </p:nvSpPr>
        <p:spPr>
          <a:xfrm>
            <a:off x="8303302" y="2725832"/>
            <a:ext cx="347466" cy="167517"/>
          </a:xfrm>
          <a:prstGeom prst="rightArrow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>
              <a:solidFill>
                <a:schemeClr val="bg1"/>
              </a:solidFill>
            </a:endParaRPr>
          </a:p>
        </p:txBody>
      </p:sp>
      <p:sp>
        <p:nvSpPr>
          <p:cNvPr id="18" name="Right Arrow 17">
            <a:extLst>
              <a:ext uri="{FF2B5EF4-FFF2-40B4-BE49-F238E27FC236}">
                <a16:creationId xmlns:a16="http://schemas.microsoft.com/office/drawing/2014/main" id="{1D7C32B1-0D5C-32F0-B1F2-22B0120BB2C4}"/>
              </a:ext>
            </a:extLst>
          </p:cNvPr>
          <p:cNvSpPr/>
          <p:nvPr/>
        </p:nvSpPr>
        <p:spPr>
          <a:xfrm>
            <a:off x="8324635" y="2081823"/>
            <a:ext cx="347466" cy="167517"/>
          </a:xfrm>
          <a:prstGeom prst="rightArrow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>
              <a:solidFill>
                <a:schemeClr val="bg1"/>
              </a:solidFill>
            </a:endParaRPr>
          </a:p>
        </p:txBody>
      </p:sp>
      <p:sp>
        <p:nvSpPr>
          <p:cNvPr id="22" name="Right Arrow 21">
            <a:extLst>
              <a:ext uri="{FF2B5EF4-FFF2-40B4-BE49-F238E27FC236}">
                <a16:creationId xmlns:a16="http://schemas.microsoft.com/office/drawing/2014/main" id="{6A51B67C-743A-5D4F-D420-2DA08BDD420B}"/>
              </a:ext>
            </a:extLst>
          </p:cNvPr>
          <p:cNvSpPr/>
          <p:nvPr/>
        </p:nvSpPr>
        <p:spPr>
          <a:xfrm>
            <a:off x="8301764" y="4587458"/>
            <a:ext cx="347466" cy="167517"/>
          </a:xfrm>
          <a:prstGeom prst="rightArrow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>
              <a:solidFill>
                <a:schemeClr val="bg1"/>
              </a:solidFill>
            </a:endParaRPr>
          </a:p>
        </p:txBody>
      </p:sp>
      <p:sp>
        <p:nvSpPr>
          <p:cNvPr id="24" name="Right Arrow 23">
            <a:extLst>
              <a:ext uri="{FF2B5EF4-FFF2-40B4-BE49-F238E27FC236}">
                <a16:creationId xmlns:a16="http://schemas.microsoft.com/office/drawing/2014/main" id="{62082A55-3CF7-693B-DBED-2DCC65A28313}"/>
              </a:ext>
            </a:extLst>
          </p:cNvPr>
          <p:cNvSpPr/>
          <p:nvPr/>
        </p:nvSpPr>
        <p:spPr>
          <a:xfrm>
            <a:off x="8309881" y="4030673"/>
            <a:ext cx="347466" cy="167517"/>
          </a:xfrm>
          <a:prstGeom prst="rightArrow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>
              <a:solidFill>
                <a:schemeClr val="bg1"/>
              </a:solidFill>
            </a:endParaRPr>
          </a:p>
        </p:txBody>
      </p:sp>
      <p:sp>
        <p:nvSpPr>
          <p:cNvPr id="43" name="Right Arrow 42">
            <a:extLst>
              <a:ext uri="{FF2B5EF4-FFF2-40B4-BE49-F238E27FC236}">
                <a16:creationId xmlns:a16="http://schemas.microsoft.com/office/drawing/2014/main" id="{0DF06E2B-4E47-BD96-A4EF-A30DD919C1AA}"/>
              </a:ext>
            </a:extLst>
          </p:cNvPr>
          <p:cNvSpPr/>
          <p:nvPr/>
        </p:nvSpPr>
        <p:spPr>
          <a:xfrm>
            <a:off x="8317089" y="3386664"/>
            <a:ext cx="347466" cy="167517"/>
          </a:xfrm>
          <a:prstGeom prst="rightArrow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>
              <a:solidFill>
                <a:schemeClr val="bg1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9945353-5CFE-40A2-1128-3B2ACBB96E53}"/>
              </a:ext>
            </a:extLst>
          </p:cNvPr>
          <p:cNvSpPr/>
          <p:nvPr/>
        </p:nvSpPr>
        <p:spPr>
          <a:xfrm>
            <a:off x="786020" y="2408162"/>
            <a:ext cx="881771" cy="478214"/>
          </a:xfrm>
          <a:prstGeom prst="rect">
            <a:avLst/>
          </a:prstGeom>
          <a:solidFill>
            <a:schemeClr val="tx1">
              <a:lumMod val="5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Wire Wand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49353D2-C74A-931B-D978-A4B6F6C84610}"/>
              </a:ext>
            </a:extLst>
          </p:cNvPr>
          <p:cNvSpPr/>
          <p:nvPr/>
        </p:nvSpPr>
        <p:spPr>
          <a:xfrm>
            <a:off x="786020" y="3504710"/>
            <a:ext cx="881771" cy="478214"/>
          </a:xfrm>
          <a:prstGeom prst="rect">
            <a:avLst/>
          </a:prstGeom>
          <a:solidFill>
            <a:schemeClr val="tx1">
              <a:lumMod val="5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Credit Safe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FA5DCD6-09CB-97CA-795B-7E21A43B29E0}"/>
              </a:ext>
            </a:extLst>
          </p:cNvPr>
          <p:cNvSpPr/>
          <p:nvPr/>
        </p:nvSpPr>
        <p:spPr>
          <a:xfrm>
            <a:off x="786020" y="2954096"/>
            <a:ext cx="881771" cy="478214"/>
          </a:xfrm>
          <a:prstGeom prst="rect">
            <a:avLst/>
          </a:prstGeom>
          <a:solidFill>
            <a:schemeClr val="tx1">
              <a:lumMod val="5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Company’s House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71B1A80-95C0-E08F-1D64-9A2F1F5FD2FF}"/>
              </a:ext>
            </a:extLst>
          </p:cNvPr>
          <p:cNvSpPr/>
          <p:nvPr/>
        </p:nvSpPr>
        <p:spPr>
          <a:xfrm>
            <a:off x="786020" y="4055517"/>
            <a:ext cx="881771" cy="478214"/>
          </a:xfrm>
          <a:prstGeom prst="rect">
            <a:avLst/>
          </a:prstGeom>
          <a:solidFill>
            <a:schemeClr val="tx1">
              <a:lumMod val="5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NCA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D69841D7-1A14-9B9F-223B-E814C2C54F67}"/>
              </a:ext>
            </a:extLst>
          </p:cNvPr>
          <p:cNvSpPr/>
          <p:nvPr/>
        </p:nvSpPr>
        <p:spPr>
          <a:xfrm>
            <a:off x="4962507" y="3503017"/>
            <a:ext cx="1291788" cy="650851"/>
          </a:xfrm>
          <a:prstGeom prst="ellipse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bg1"/>
                </a:solidFill>
              </a:rPr>
              <a:t>Multi-currency Wallet</a:t>
            </a:r>
          </a:p>
        </p:txBody>
      </p:sp>
      <p:sp>
        <p:nvSpPr>
          <p:cNvPr id="10" name="Can 9">
            <a:extLst>
              <a:ext uri="{FF2B5EF4-FFF2-40B4-BE49-F238E27FC236}">
                <a16:creationId xmlns:a16="http://schemas.microsoft.com/office/drawing/2014/main" id="{7068DDA7-35D3-C231-9E35-FE0189AE14CD}"/>
              </a:ext>
            </a:extLst>
          </p:cNvPr>
          <p:cNvSpPr/>
          <p:nvPr/>
        </p:nvSpPr>
        <p:spPr>
          <a:xfrm>
            <a:off x="3644210" y="5180141"/>
            <a:ext cx="1201911" cy="935014"/>
          </a:xfrm>
          <a:prstGeom prst="can">
            <a:avLst/>
          </a:prstGeom>
          <a:solidFill>
            <a:srgbClr val="00B0F0"/>
          </a:solidFill>
          <a:scene3d>
            <a:camera prst="perspectiveFront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bg1"/>
                </a:solidFill>
              </a:rPr>
              <a:t>Ledger DB</a:t>
            </a:r>
          </a:p>
        </p:txBody>
      </p:sp>
      <p:sp>
        <p:nvSpPr>
          <p:cNvPr id="11" name="Can 10">
            <a:extLst>
              <a:ext uri="{FF2B5EF4-FFF2-40B4-BE49-F238E27FC236}">
                <a16:creationId xmlns:a16="http://schemas.microsoft.com/office/drawing/2014/main" id="{93916F7E-CF7C-6983-9B3C-7240FC72E78D}"/>
              </a:ext>
            </a:extLst>
          </p:cNvPr>
          <p:cNvSpPr/>
          <p:nvPr/>
        </p:nvSpPr>
        <p:spPr>
          <a:xfrm>
            <a:off x="5023621" y="5180141"/>
            <a:ext cx="1201911" cy="935014"/>
          </a:xfrm>
          <a:prstGeom prst="can">
            <a:avLst/>
          </a:prstGeom>
          <a:solidFill>
            <a:srgbClr val="00B0F0"/>
          </a:solidFill>
          <a:scene3d>
            <a:camera prst="perspectiveFront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bg1"/>
                </a:solidFill>
              </a:rPr>
              <a:t>Operational Datastore (ODS)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7994BF5C-FD27-20F9-8056-497C3FD67B47}"/>
              </a:ext>
            </a:extLst>
          </p:cNvPr>
          <p:cNvSpPr/>
          <p:nvPr/>
        </p:nvSpPr>
        <p:spPr>
          <a:xfrm>
            <a:off x="1989389" y="4224691"/>
            <a:ext cx="5782799" cy="862821"/>
          </a:xfrm>
          <a:prstGeom prst="round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just"/>
            <a:endParaRPr lang="en-GB" sz="1000" dirty="0">
              <a:solidFill>
                <a:schemeClr val="bg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D957CB7-35EC-FD13-F9A5-2904F7E7BD01}"/>
              </a:ext>
            </a:extLst>
          </p:cNvPr>
          <p:cNvSpPr/>
          <p:nvPr/>
        </p:nvSpPr>
        <p:spPr>
          <a:xfrm>
            <a:off x="2190571" y="4441001"/>
            <a:ext cx="788114" cy="43987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bg1"/>
                </a:solidFill>
              </a:rPr>
              <a:t>Payments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7197010-CB42-2380-6C15-7772021E461C}"/>
              </a:ext>
            </a:extLst>
          </p:cNvPr>
          <p:cNvSpPr/>
          <p:nvPr/>
        </p:nvSpPr>
        <p:spPr>
          <a:xfrm>
            <a:off x="4098105" y="4441001"/>
            <a:ext cx="788114" cy="43987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bg1"/>
                </a:solidFill>
              </a:rPr>
              <a:t>Loans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63557EE-5F1D-CE72-6DD2-280E3F15AEAC}"/>
              </a:ext>
            </a:extLst>
          </p:cNvPr>
          <p:cNvSpPr/>
          <p:nvPr/>
        </p:nvSpPr>
        <p:spPr>
          <a:xfrm>
            <a:off x="3144338" y="4441001"/>
            <a:ext cx="788114" cy="43987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bg1"/>
                </a:solidFill>
              </a:rPr>
              <a:t>Debit Cards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AD1A642-EAF7-6C2D-11C1-62AC75C065E2}"/>
              </a:ext>
            </a:extLst>
          </p:cNvPr>
          <p:cNvSpPr/>
          <p:nvPr/>
        </p:nvSpPr>
        <p:spPr>
          <a:xfrm>
            <a:off x="5013086" y="4441001"/>
            <a:ext cx="788114" cy="43987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bg1"/>
                </a:solidFill>
              </a:rPr>
              <a:t>Deposits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32236E5-CFE2-AE00-89F4-C1B1113F9F51}"/>
              </a:ext>
            </a:extLst>
          </p:cNvPr>
          <p:cNvSpPr/>
          <p:nvPr/>
        </p:nvSpPr>
        <p:spPr>
          <a:xfrm>
            <a:off x="5966853" y="4441001"/>
            <a:ext cx="788114" cy="43987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bg1"/>
                </a:solidFill>
              </a:rPr>
              <a:t>Accounts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9D667B2-2D6D-8B32-93A9-B9788929DDDB}"/>
              </a:ext>
            </a:extLst>
          </p:cNvPr>
          <p:cNvSpPr/>
          <p:nvPr/>
        </p:nvSpPr>
        <p:spPr>
          <a:xfrm>
            <a:off x="1910449" y="3503017"/>
            <a:ext cx="1291788" cy="650851"/>
          </a:xfrm>
          <a:prstGeom prst="ellipse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bg1"/>
                </a:solidFill>
              </a:rPr>
              <a:t>Orchestration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84044F5-E746-C753-3907-6C79F2FABEB4}"/>
              </a:ext>
            </a:extLst>
          </p:cNvPr>
          <p:cNvSpPr/>
          <p:nvPr/>
        </p:nvSpPr>
        <p:spPr>
          <a:xfrm>
            <a:off x="1910449" y="2796754"/>
            <a:ext cx="1291788" cy="650851"/>
          </a:xfrm>
          <a:prstGeom prst="ellipse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bg1"/>
                </a:solidFill>
              </a:rPr>
              <a:t>Reporting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505BFBB-0466-0585-E6BD-6B9689EC8E8A}"/>
              </a:ext>
            </a:extLst>
          </p:cNvPr>
          <p:cNvSpPr/>
          <p:nvPr/>
        </p:nvSpPr>
        <p:spPr>
          <a:xfrm>
            <a:off x="6880701" y="4441001"/>
            <a:ext cx="788114" cy="43987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bg1"/>
                </a:solidFill>
              </a:rPr>
              <a:t>Crypto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7BCD4FAF-5FF8-CEA4-CA96-2454B815698C}"/>
              </a:ext>
            </a:extLst>
          </p:cNvPr>
          <p:cNvSpPr/>
          <p:nvPr/>
        </p:nvSpPr>
        <p:spPr>
          <a:xfrm>
            <a:off x="6488536" y="3503017"/>
            <a:ext cx="1291788" cy="650851"/>
          </a:xfrm>
          <a:prstGeom prst="ellipse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bg1"/>
                </a:solidFill>
              </a:rPr>
              <a:t>General Ledger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C5A51AFB-AF1D-29C9-1D9A-ED5677C4B667}"/>
              </a:ext>
            </a:extLst>
          </p:cNvPr>
          <p:cNvSpPr/>
          <p:nvPr/>
        </p:nvSpPr>
        <p:spPr>
          <a:xfrm>
            <a:off x="4962507" y="2796754"/>
            <a:ext cx="1291788" cy="650851"/>
          </a:xfrm>
          <a:prstGeom prst="ellipse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bg1"/>
                </a:solidFill>
              </a:rPr>
              <a:t>Reconciliation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CDC70BD-05EE-0B2C-2FE6-782D8ED52767}"/>
              </a:ext>
            </a:extLst>
          </p:cNvPr>
          <p:cNvSpPr/>
          <p:nvPr/>
        </p:nvSpPr>
        <p:spPr>
          <a:xfrm>
            <a:off x="9341187" y="1792248"/>
            <a:ext cx="1270076" cy="434224"/>
          </a:xfrm>
          <a:prstGeom prst="ellipse">
            <a:avLst/>
          </a:prstGeom>
          <a:solidFill>
            <a:schemeClr val="accent1">
              <a:lumMod val="7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Card Processing</a:t>
            </a:r>
          </a:p>
        </p:txBody>
      </p:sp>
    </p:spTree>
    <p:extLst>
      <p:ext uri="{BB962C8B-B14F-4D97-AF65-F5344CB8AC3E}">
        <p14:creationId xmlns:p14="http://schemas.microsoft.com/office/powerpoint/2010/main" val="31591367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D9105-205C-4F65-DEAD-B519D71B9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D7B04-7F7F-286E-7EF5-71FDB58A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749" y="59686"/>
            <a:ext cx="5533702" cy="438501"/>
          </a:xfrm>
        </p:spPr>
        <p:txBody>
          <a:bodyPr>
            <a:normAutofit/>
          </a:bodyPr>
          <a:lstStyle/>
          <a:p>
            <a:r>
              <a:rPr lang="en-GB" sz="2400" dirty="0"/>
              <a:t>Core processing – Data flows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5ECB886-28B4-B868-60AF-AFAC66942B0A}"/>
              </a:ext>
            </a:extLst>
          </p:cNvPr>
          <p:cNvSpPr/>
          <p:nvPr/>
        </p:nvSpPr>
        <p:spPr>
          <a:xfrm>
            <a:off x="5927788" y="3506893"/>
            <a:ext cx="1134706" cy="4899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bg1"/>
                </a:solidFill>
              </a:rPr>
              <a:t>Orchestrator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42EA4F-A842-ACF2-CF1C-49135397F0C2}"/>
              </a:ext>
            </a:extLst>
          </p:cNvPr>
          <p:cNvSpPr/>
          <p:nvPr/>
        </p:nvSpPr>
        <p:spPr>
          <a:xfrm>
            <a:off x="1273956" y="4441623"/>
            <a:ext cx="788114" cy="4899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bg1"/>
                </a:solidFill>
              </a:rPr>
              <a:t>Payment Service</a:t>
            </a:r>
          </a:p>
        </p:txBody>
      </p:sp>
      <p:sp>
        <p:nvSpPr>
          <p:cNvPr id="4" name="Can 3">
            <a:extLst>
              <a:ext uri="{FF2B5EF4-FFF2-40B4-BE49-F238E27FC236}">
                <a16:creationId xmlns:a16="http://schemas.microsoft.com/office/drawing/2014/main" id="{07D9513D-8B8E-A38D-E86D-0D0A3AB3BEC1}"/>
              </a:ext>
            </a:extLst>
          </p:cNvPr>
          <p:cNvSpPr/>
          <p:nvPr/>
        </p:nvSpPr>
        <p:spPr>
          <a:xfrm>
            <a:off x="811037" y="2346625"/>
            <a:ext cx="1097280" cy="879028"/>
          </a:xfrm>
          <a:prstGeom prst="can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bg1"/>
                </a:solidFill>
              </a:rPr>
              <a:t>Transactions</a:t>
            </a:r>
          </a:p>
        </p:txBody>
      </p:sp>
      <p:cxnSp>
        <p:nvCxnSpPr>
          <p:cNvPr id="15" name="Straight Arrow Connector 72">
            <a:extLst>
              <a:ext uri="{FF2B5EF4-FFF2-40B4-BE49-F238E27FC236}">
                <a16:creationId xmlns:a16="http://schemas.microsoft.com/office/drawing/2014/main" id="{C6BB7215-DDCB-0D8E-989E-48223C400EFE}"/>
              </a:ext>
            </a:extLst>
          </p:cNvPr>
          <p:cNvCxnSpPr>
            <a:cxnSpLocks/>
            <a:endCxn id="4" idx="4"/>
          </p:cNvCxnSpPr>
          <p:nvPr/>
        </p:nvCxnSpPr>
        <p:spPr>
          <a:xfrm flipH="1">
            <a:off x="1908317" y="2786139"/>
            <a:ext cx="354476" cy="0"/>
          </a:xfrm>
          <a:prstGeom prst="straightConnector1">
            <a:avLst/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B0D782D7-6758-D9FA-67F3-12A9E12D39BF}"/>
              </a:ext>
            </a:extLst>
          </p:cNvPr>
          <p:cNvSpPr/>
          <p:nvPr/>
        </p:nvSpPr>
        <p:spPr>
          <a:xfrm>
            <a:off x="6101084" y="766514"/>
            <a:ext cx="788114" cy="489954"/>
          </a:xfrm>
          <a:prstGeom prst="rect">
            <a:avLst/>
          </a:prstGeom>
          <a:solidFill>
            <a:schemeClr val="bg2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bg1"/>
                </a:solidFill>
              </a:rPr>
              <a:t>Banking Partner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15633-A3BD-BF29-4747-2D27260DC5C3}"/>
              </a:ext>
            </a:extLst>
          </p:cNvPr>
          <p:cNvSpPr/>
          <p:nvPr/>
        </p:nvSpPr>
        <p:spPr>
          <a:xfrm>
            <a:off x="1785025" y="726203"/>
            <a:ext cx="788114" cy="4899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bg1"/>
                </a:solidFill>
              </a:rPr>
              <a:t>Web App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AC5710-6E0B-F5D8-ED92-063A7D5ECA5D}"/>
              </a:ext>
            </a:extLst>
          </p:cNvPr>
          <p:cNvSpPr/>
          <p:nvPr/>
        </p:nvSpPr>
        <p:spPr>
          <a:xfrm>
            <a:off x="2781288" y="726203"/>
            <a:ext cx="788114" cy="4899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bg1"/>
                </a:solidFill>
              </a:rPr>
              <a:t>Mobile App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43540B4-D2A0-08B0-2014-88BB46F3D30F}"/>
              </a:ext>
            </a:extLst>
          </p:cNvPr>
          <p:cNvSpPr/>
          <p:nvPr/>
        </p:nvSpPr>
        <p:spPr>
          <a:xfrm>
            <a:off x="1273956" y="5275296"/>
            <a:ext cx="788114" cy="489954"/>
          </a:xfrm>
          <a:prstGeom prst="rect">
            <a:avLst/>
          </a:prstGeom>
          <a:solidFill>
            <a:schemeClr val="tx1">
              <a:lumMod val="6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bg1"/>
                </a:solidFill>
              </a:rPr>
              <a:t>Payment Connector</a:t>
            </a:r>
          </a:p>
        </p:txBody>
      </p:sp>
      <p:cxnSp>
        <p:nvCxnSpPr>
          <p:cNvPr id="17" name="Straight Arrow Connector 72">
            <a:extLst>
              <a:ext uri="{FF2B5EF4-FFF2-40B4-BE49-F238E27FC236}">
                <a16:creationId xmlns:a16="http://schemas.microsoft.com/office/drawing/2014/main" id="{2F94282A-A28E-B1DF-B28B-40D515B961CD}"/>
              </a:ext>
            </a:extLst>
          </p:cNvPr>
          <p:cNvCxnSpPr>
            <a:cxnSpLocks/>
            <a:stCxn id="14" idx="2"/>
            <a:endCxn id="192" idx="0"/>
          </p:cNvCxnSpPr>
          <p:nvPr/>
        </p:nvCxnSpPr>
        <p:spPr>
          <a:xfrm>
            <a:off x="1668013" y="5765250"/>
            <a:ext cx="0" cy="288892"/>
          </a:xfrm>
          <a:prstGeom prst="straightConnector1">
            <a:avLst/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72">
            <a:extLst>
              <a:ext uri="{FF2B5EF4-FFF2-40B4-BE49-F238E27FC236}">
                <a16:creationId xmlns:a16="http://schemas.microsoft.com/office/drawing/2014/main" id="{D5972B21-9EEA-27A0-879B-E01B20691D60}"/>
              </a:ext>
            </a:extLst>
          </p:cNvPr>
          <p:cNvCxnSpPr>
            <a:cxnSpLocks/>
            <a:stCxn id="3" idx="2"/>
            <a:endCxn id="14" idx="0"/>
          </p:cNvCxnSpPr>
          <p:nvPr/>
        </p:nvCxnSpPr>
        <p:spPr>
          <a:xfrm>
            <a:off x="1668013" y="4931577"/>
            <a:ext cx="0" cy="343719"/>
          </a:xfrm>
          <a:prstGeom prst="straightConnector1">
            <a:avLst/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1357A644-58FD-C2F0-1548-6AE473648D18}"/>
              </a:ext>
            </a:extLst>
          </p:cNvPr>
          <p:cNvSpPr txBox="1"/>
          <p:nvPr/>
        </p:nvSpPr>
        <p:spPr>
          <a:xfrm>
            <a:off x="2378751" y="1251720"/>
            <a:ext cx="66798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>
                <a:solidFill>
                  <a:srgbClr val="FF0000"/>
                </a:solidFill>
              </a:rPr>
              <a:t>Requests</a:t>
            </a:r>
          </a:p>
        </p:txBody>
      </p:sp>
      <p:cxnSp>
        <p:nvCxnSpPr>
          <p:cNvPr id="29" name="Straight Arrow Connector 72">
            <a:extLst>
              <a:ext uri="{FF2B5EF4-FFF2-40B4-BE49-F238E27FC236}">
                <a16:creationId xmlns:a16="http://schemas.microsoft.com/office/drawing/2014/main" id="{44ECCDF5-31D6-CF82-4E4B-8A5CFC462C81}"/>
              </a:ext>
            </a:extLst>
          </p:cNvPr>
          <p:cNvCxnSpPr>
            <a:cxnSpLocks/>
            <a:stCxn id="5" idx="2"/>
            <a:endCxn id="23" idx="0"/>
          </p:cNvCxnSpPr>
          <p:nvPr/>
        </p:nvCxnSpPr>
        <p:spPr>
          <a:xfrm>
            <a:off x="6495141" y="1256468"/>
            <a:ext cx="0" cy="415737"/>
          </a:xfrm>
          <a:prstGeom prst="straightConnector1">
            <a:avLst/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72">
            <a:extLst>
              <a:ext uri="{FF2B5EF4-FFF2-40B4-BE49-F238E27FC236}">
                <a16:creationId xmlns:a16="http://schemas.microsoft.com/office/drawing/2014/main" id="{B4CFCBB3-770C-9665-CF15-45DAA56D958C}"/>
              </a:ext>
            </a:extLst>
          </p:cNvPr>
          <p:cNvCxnSpPr>
            <a:cxnSpLocks/>
            <a:stCxn id="6" idx="2"/>
            <a:endCxn id="22" idx="0"/>
          </p:cNvCxnSpPr>
          <p:nvPr/>
        </p:nvCxnSpPr>
        <p:spPr>
          <a:xfrm>
            <a:off x="2179082" y="1216157"/>
            <a:ext cx="494774" cy="456048"/>
          </a:xfrm>
          <a:prstGeom prst="straightConnector1">
            <a:avLst/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72">
            <a:extLst>
              <a:ext uri="{FF2B5EF4-FFF2-40B4-BE49-F238E27FC236}">
                <a16:creationId xmlns:a16="http://schemas.microsoft.com/office/drawing/2014/main" id="{70B70E5F-A136-5280-B192-210F4C79F7E8}"/>
              </a:ext>
            </a:extLst>
          </p:cNvPr>
          <p:cNvCxnSpPr>
            <a:cxnSpLocks/>
            <a:stCxn id="7" idx="2"/>
            <a:endCxn id="22" idx="0"/>
          </p:cNvCxnSpPr>
          <p:nvPr/>
        </p:nvCxnSpPr>
        <p:spPr>
          <a:xfrm flipH="1">
            <a:off x="2673856" y="1216157"/>
            <a:ext cx="501489" cy="456048"/>
          </a:xfrm>
          <a:prstGeom prst="straightConnector1">
            <a:avLst/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33DDC3E8-4230-F3F3-48F1-54CF301BDE64}"/>
              </a:ext>
            </a:extLst>
          </p:cNvPr>
          <p:cNvSpPr/>
          <p:nvPr/>
        </p:nvSpPr>
        <p:spPr>
          <a:xfrm>
            <a:off x="2279799" y="2541162"/>
            <a:ext cx="788114" cy="4899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bg1"/>
                </a:solidFill>
              </a:rPr>
              <a:t>Data API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CBC848-E03D-831E-142A-8DD43B083E25}"/>
              </a:ext>
            </a:extLst>
          </p:cNvPr>
          <p:cNvSpPr/>
          <p:nvPr/>
        </p:nvSpPr>
        <p:spPr>
          <a:xfrm>
            <a:off x="5177077" y="766514"/>
            <a:ext cx="788114" cy="489954"/>
          </a:xfrm>
          <a:prstGeom prst="rect">
            <a:avLst/>
          </a:prstGeom>
          <a:solidFill>
            <a:schemeClr val="bg2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bg1"/>
                </a:solidFill>
              </a:rPr>
              <a:t>Card Processor</a:t>
            </a:r>
          </a:p>
        </p:txBody>
      </p:sp>
      <p:cxnSp>
        <p:nvCxnSpPr>
          <p:cNvPr id="12" name="Straight Arrow Connector 72">
            <a:extLst>
              <a:ext uri="{FF2B5EF4-FFF2-40B4-BE49-F238E27FC236}">
                <a16:creationId xmlns:a16="http://schemas.microsoft.com/office/drawing/2014/main" id="{6FB0D719-A057-6C9B-9F9B-31E8F6C1E676}"/>
              </a:ext>
            </a:extLst>
          </p:cNvPr>
          <p:cNvCxnSpPr>
            <a:cxnSpLocks/>
            <a:stCxn id="8" idx="2"/>
            <a:endCxn id="23" idx="0"/>
          </p:cNvCxnSpPr>
          <p:nvPr/>
        </p:nvCxnSpPr>
        <p:spPr>
          <a:xfrm>
            <a:off x="5571134" y="1256468"/>
            <a:ext cx="924007" cy="415737"/>
          </a:xfrm>
          <a:prstGeom prst="straightConnector1">
            <a:avLst/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F085B1EC-7D5A-FD9E-F122-D70F9406B341}"/>
              </a:ext>
            </a:extLst>
          </p:cNvPr>
          <p:cNvSpPr/>
          <p:nvPr/>
        </p:nvSpPr>
        <p:spPr>
          <a:xfrm>
            <a:off x="1943509" y="1672205"/>
            <a:ext cx="1460694" cy="36399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 err="1">
                <a:solidFill>
                  <a:schemeClr val="bg1"/>
                </a:solidFill>
              </a:rPr>
              <a:t>GraphQL</a:t>
            </a:r>
            <a:endParaRPr lang="en-GB" sz="900" dirty="0">
              <a:solidFill>
                <a:schemeClr val="bg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533215F-59D6-3B81-8D40-AF47990CA0F5}"/>
              </a:ext>
            </a:extLst>
          </p:cNvPr>
          <p:cNvSpPr/>
          <p:nvPr/>
        </p:nvSpPr>
        <p:spPr>
          <a:xfrm>
            <a:off x="5764794" y="1672205"/>
            <a:ext cx="1460694" cy="36399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bg1"/>
                </a:solidFill>
              </a:rPr>
              <a:t>REST (webhook)</a:t>
            </a:r>
          </a:p>
        </p:txBody>
      </p:sp>
      <p:sp>
        <p:nvSpPr>
          <p:cNvPr id="40" name="Can 39">
            <a:extLst>
              <a:ext uri="{FF2B5EF4-FFF2-40B4-BE49-F238E27FC236}">
                <a16:creationId xmlns:a16="http://schemas.microsoft.com/office/drawing/2014/main" id="{5528C761-903A-60F9-FDEC-525CDFED158E}"/>
              </a:ext>
            </a:extLst>
          </p:cNvPr>
          <p:cNvSpPr/>
          <p:nvPr/>
        </p:nvSpPr>
        <p:spPr>
          <a:xfrm>
            <a:off x="7582115" y="1414687"/>
            <a:ext cx="890327" cy="879028"/>
          </a:xfrm>
          <a:prstGeom prst="can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bg1"/>
                </a:solidFill>
              </a:rPr>
              <a:t>Events</a:t>
            </a:r>
          </a:p>
        </p:txBody>
      </p:sp>
      <p:cxnSp>
        <p:nvCxnSpPr>
          <p:cNvPr id="41" name="Straight Arrow Connector 72">
            <a:extLst>
              <a:ext uri="{FF2B5EF4-FFF2-40B4-BE49-F238E27FC236}">
                <a16:creationId xmlns:a16="http://schemas.microsoft.com/office/drawing/2014/main" id="{5C35D44F-F071-A257-D659-63E3E4D13AFC}"/>
              </a:ext>
            </a:extLst>
          </p:cNvPr>
          <p:cNvCxnSpPr>
            <a:cxnSpLocks/>
            <a:stCxn id="23" idx="3"/>
            <a:endCxn id="40" idx="2"/>
          </p:cNvCxnSpPr>
          <p:nvPr/>
        </p:nvCxnSpPr>
        <p:spPr>
          <a:xfrm>
            <a:off x="7225488" y="1854201"/>
            <a:ext cx="356627" cy="0"/>
          </a:xfrm>
          <a:prstGeom prst="straightConnector1">
            <a:avLst/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72">
            <a:extLst>
              <a:ext uri="{FF2B5EF4-FFF2-40B4-BE49-F238E27FC236}">
                <a16:creationId xmlns:a16="http://schemas.microsoft.com/office/drawing/2014/main" id="{5DF08E83-AEB4-A548-9674-6B9BE0346856}"/>
              </a:ext>
            </a:extLst>
          </p:cNvPr>
          <p:cNvCxnSpPr>
            <a:cxnSpLocks/>
            <a:stCxn id="40" idx="3"/>
            <a:endCxn id="19" idx="0"/>
          </p:cNvCxnSpPr>
          <p:nvPr/>
        </p:nvCxnSpPr>
        <p:spPr>
          <a:xfrm rot="5400000">
            <a:off x="6654621" y="2134235"/>
            <a:ext cx="1213178" cy="1532138"/>
          </a:xfrm>
          <a:prstGeom prst="bentConnector3">
            <a:avLst>
              <a:gd name="adj1" fmla="val 50000"/>
            </a:avLst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Arrow Connector 72">
            <a:extLst>
              <a:ext uri="{FF2B5EF4-FFF2-40B4-BE49-F238E27FC236}">
                <a16:creationId xmlns:a16="http://schemas.microsoft.com/office/drawing/2014/main" id="{3DBFBB24-35DF-CEB0-2749-74735BDE8D02}"/>
              </a:ext>
            </a:extLst>
          </p:cNvPr>
          <p:cNvCxnSpPr>
            <a:cxnSpLocks/>
            <a:stCxn id="223" idx="2"/>
            <a:endCxn id="3" idx="0"/>
          </p:cNvCxnSpPr>
          <p:nvPr/>
        </p:nvCxnSpPr>
        <p:spPr>
          <a:xfrm flipH="1">
            <a:off x="1668013" y="3996847"/>
            <a:ext cx="1005843" cy="444776"/>
          </a:xfrm>
          <a:prstGeom prst="straightConnector1">
            <a:avLst/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Rectangle 154">
            <a:extLst>
              <a:ext uri="{FF2B5EF4-FFF2-40B4-BE49-F238E27FC236}">
                <a16:creationId xmlns:a16="http://schemas.microsoft.com/office/drawing/2014/main" id="{23A955DA-E13C-59B6-9380-81EB534C6C9D}"/>
              </a:ext>
            </a:extLst>
          </p:cNvPr>
          <p:cNvSpPr/>
          <p:nvPr/>
        </p:nvSpPr>
        <p:spPr>
          <a:xfrm>
            <a:off x="3217802" y="4441623"/>
            <a:ext cx="788114" cy="4899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bg1"/>
                </a:solidFill>
              </a:rPr>
              <a:t>Card Service</a:t>
            </a: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32DEA5B9-2497-1533-014F-B4F97BE3CFC9}"/>
              </a:ext>
            </a:extLst>
          </p:cNvPr>
          <p:cNvSpPr/>
          <p:nvPr/>
        </p:nvSpPr>
        <p:spPr>
          <a:xfrm>
            <a:off x="2269546" y="4441623"/>
            <a:ext cx="788114" cy="4899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bg1"/>
                </a:solidFill>
              </a:rPr>
              <a:t>FX Service</a:t>
            </a: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0F43AF86-02AC-1BD5-EE4E-08180E443F62}"/>
              </a:ext>
            </a:extLst>
          </p:cNvPr>
          <p:cNvSpPr/>
          <p:nvPr/>
        </p:nvSpPr>
        <p:spPr>
          <a:xfrm>
            <a:off x="2269546" y="5275296"/>
            <a:ext cx="788114" cy="489954"/>
          </a:xfrm>
          <a:prstGeom prst="rect">
            <a:avLst/>
          </a:prstGeom>
          <a:solidFill>
            <a:schemeClr val="tx1">
              <a:lumMod val="6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bg1"/>
                </a:solidFill>
              </a:rPr>
              <a:t>FX provider Connector</a:t>
            </a:r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991C2C3C-31BE-F950-51B0-155AC8BB82CC}"/>
              </a:ext>
            </a:extLst>
          </p:cNvPr>
          <p:cNvSpPr/>
          <p:nvPr/>
        </p:nvSpPr>
        <p:spPr>
          <a:xfrm>
            <a:off x="3217802" y="5275296"/>
            <a:ext cx="788114" cy="489954"/>
          </a:xfrm>
          <a:prstGeom prst="rect">
            <a:avLst/>
          </a:prstGeom>
          <a:solidFill>
            <a:schemeClr val="tx1">
              <a:lumMod val="6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bg1"/>
                </a:solidFill>
              </a:rPr>
              <a:t>Card Connector</a:t>
            </a:r>
          </a:p>
        </p:txBody>
      </p:sp>
      <p:cxnSp>
        <p:nvCxnSpPr>
          <p:cNvPr id="166" name="Straight Arrow Connector 72">
            <a:extLst>
              <a:ext uri="{FF2B5EF4-FFF2-40B4-BE49-F238E27FC236}">
                <a16:creationId xmlns:a16="http://schemas.microsoft.com/office/drawing/2014/main" id="{25917F48-2DA9-BCF0-D2A0-41B6147F1720}"/>
              </a:ext>
            </a:extLst>
          </p:cNvPr>
          <p:cNvCxnSpPr>
            <a:cxnSpLocks/>
            <a:stCxn id="158" idx="2"/>
            <a:endCxn id="164" idx="0"/>
          </p:cNvCxnSpPr>
          <p:nvPr/>
        </p:nvCxnSpPr>
        <p:spPr>
          <a:xfrm>
            <a:off x="2663603" y="4931577"/>
            <a:ext cx="0" cy="343719"/>
          </a:xfrm>
          <a:prstGeom prst="straightConnector1">
            <a:avLst/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Arrow Connector 72">
            <a:extLst>
              <a:ext uri="{FF2B5EF4-FFF2-40B4-BE49-F238E27FC236}">
                <a16:creationId xmlns:a16="http://schemas.microsoft.com/office/drawing/2014/main" id="{E8ADCC71-2367-9638-6687-EC01FBA5F9B7}"/>
              </a:ext>
            </a:extLst>
          </p:cNvPr>
          <p:cNvCxnSpPr>
            <a:cxnSpLocks/>
            <a:stCxn id="223" idx="2"/>
            <a:endCxn id="155" idx="0"/>
          </p:cNvCxnSpPr>
          <p:nvPr/>
        </p:nvCxnSpPr>
        <p:spPr>
          <a:xfrm>
            <a:off x="2673856" y="3996847"/>
            <a:ext cx="938003" cy="444776"/>
          </a:xfrm>
          <a:prstGeom prst="straightConnector1">
            <a:avLst/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Arrow Connector 72">
            <a:extLst>
              <a:ext uri="{FF2B5EF4-FFF2-40B4-BE49-F238E27FC236}">
                <a16:creationId xmlns:a16="http://schemas.microsoft.com/office/drawing/2014/main" id="{8503EF2B-5963-4D42-C6FC-54C9B8628285}"/>
              </a:ext>
            </a:extLst>
          </p:cNvPr>
          <p:cNvCxnSpPr>
            <a:cxnSpLocks/>
            <a:stCxn id="223" idx="2"/>
            <a:endCxn id="158" idx="0"/>
          </p:cNvCxnSpPr>
          <p:nvPr/>
        </p:nvCxnSpPr>
        <p:spPr>
          <a:xfrm flipH="1">
            <a:off x="2663603" y="3996847"/>
            <a:ext cx="10253" cy="444776"/>
          </a:xfrm>
          <a:prstGeom prst="straightConnector1">
            <a:avLst/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TextBox 174">
            <a:extLst>
              <a:ext uri="{FF2B5EF4-FFF2-40B4-BE49-F238E27FC236}">
                <a16:creationId xmlns:a16="http://schemas.microsoft.com/office/drawing/2014/main" id="{84E476F1-7B53-2D8C-5ECB-A3E9040EC2D7}"/>
              </a:ext>
            </a:extLst>
          </p:cNvPr>
          <p:cNvSpPr txBox="1"/>
          <p:nvPr/>
        </p:nvSpPr>
        <p:spPr>
          <a:xfrm>
            <a:off x="6004476" y="1292031"/>
            <a:ext cx="84729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>
                <a:solidFill>
                  <a:srgbClr val="FF0000"/>
                </a:solidFill>
              </a:rPr>
              <a:t>Notifications</a:t>
            </a:r>
          </a:p>
        </p:txBody>
      </p:sp>
      <p:cxnSp>
        <p:nvCxnSpPr>
          <p:cNvPr id="185" name="Straight Arrow Connector 72">
            <a:extLst>
              <a:ext uri="{FF2B5EF4-FFF2-40B4-BE49-F238E27FC236}">
                <a16:creationId xmlns:a16="http://schemas.microsoft.com/office/drawing/2014/main" id="{6E134721-3EB0-A9BE-9FEF-3CC654D5695C}"/>
              </a:ext>
            </a:extLst>
          </p:cNvPr>
          <p:cNvCxnSpPr>
            <a:cxnSpLocks/>
            <a:stCxn id="164" idx="2"/>
            <a:endCxn id="193" idx="0"/>
          </p:cNvCxnSpPr>
          <p:nvPr/>
        </p:nvCxnSpPr>
        <p:spPr>
          <a:xfrm>
            <a:off x="2663603" y="5765250"/>
            <a:ext cx="0" cy="288892"/>
          </a:xfrm>
          <a:prstGeom prst="straightConnector1">
            <a:avLst/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Arrow Connector 72">
            <a:extLst>
              <a:ext uri="{FF2B5EF4-FFF2-40B4-BE49-F238E27FC236}">
                <a16:creationId xmlns:a16="http://schemas.microsoft.com/office/drawing/2014/main" id="{B2AE1F7F-0F0B-B905-6106-A7D5D850A7F5}"/>
              </a:ext>
            </a:extLst>
          </p:cNvPr>
          <p:cNvCxnSpPr>
            <a:cxnSpLocks/>
            <a:stCxn id="165" idx="2"/>
            <a:endCxn id="195" idx="0"/>
          </p:cNvCxnSpPr>
          <p:nvPr/>
        </p:nvCxnSpPr>
        <p:spPr>
          <a:xfrm>
            <a:off x="3611859" y="5765250"/>
            <a:ext cx="0" cy="288892"/>
          </a:xfrm>
          <a:prstGeom prst="straightConnector1">
            <a:avLst/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1" name="TextBox 190">
            <a:extLst>
              <a:ext uri="{FF2B5EF4-FFF2-40B4-BE49-F238E27FC236}">
                <a16:creationId xmlns:a16="http://schemas.microsoft.com/office/drawing/2014/main" id="{F90E6E88-1E3D-C586-7133-88469DBBA29B}"/>
              </a:ext>
            </a:extLst>
          </p:cNvPr>
          <p:cNvSpPr txBox="1"/>
          <p:nvPr/>
        </p:nvSpPr>
        <p:spPr>
          <a:xfrm>
            <a:off x="2262793" y="4148941"/>
            <a:ext cx="10369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>
                <a:solidFill>
                  <a:srgbClr val="FF0000"/>
                </a:solidFill>
              </a:rPr>
              <a:t>Transactions</a:t>
            </a:r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12968171-168D-27EC-FFD8-6A06B425A474}"/>
              </a:ext>
            </a:extLst>
          </p:cNvPr>
          <p:cNvSpPr/>
          <p:nvPr/>
        </p:nvSpPr>
        <p:spPr>
          <a:xfrm>
            <a:off x="1273956" y="6054142"/>
            <a:ext cx="788114" cy="489954"/>
          </a:xfrm>
          <a:prstGeom prst="rect">
            <a:avLst/>
          </a:prstGeom>
          <a:solidFill>
            <a:schemeClr val="bg2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bg1"/>
                </a:solidFill>
              </a:rPr>
              <a:t>Banking Partner</a:t>
            </a:r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BDA37534-38CB-7134-3C45-5C2AF64E1A6B}"/>
              </a:ext>
            </a:extLst>
          </p:cNvPr>
          <p:cNvSpPr/>
          <p:nvPr/>
        </p:nvSpPr>
        <p:spPr>
          <a:xfrm>
            <a:off x="2269546" y="6054142"/>
            <a:ext cx="788114" cy="489954"/>
          </a:xfrm>
          <a:prstGeom prst="rect">
            <a:avLst/>
          </a:prstGeom>
          <a:solidFill>
            <a:schemeClr val="bg2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bg1"/>
                </a:solidFill>
              </a:rPr>
              <a:t>FX Provider</a:t>
            </a:r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2428F852-3D56-9FE2-C2E6-DDE887AC6929}"/>
              </a:ext>
            </a:extLst>
          </p:cNvPr>
          <p:cNvSpPr/>
          <p:nvPr/>
        </p:nvSpPr>
        <p:spPr>
          <a:xfrm>
            <a:off x="3217802" y="6054142"/>
            <a:ext cx="788114" cy="489954"/>
          </a:xfrm>
          <a:prstGeom prst="rect">
            <a:avLst/>
          </a:prstGeom>
          <a:solidFill>
            <a:schemeClr val="bg2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bg1"/>
                </a:solidFill>
              </a:rPr>
              <a:t>Card Processor</a:t>
            </a:r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D5DE1552-CF9D-9960-0F69-C5EE5C7EF7E3}"/>
              </a:ext>
            </a:extLst>
          </p:cNvPr>
          <p:cNvSpPr/>
          <p:nvPr/>
        </p:nvSpPr>
        <p:spPr>
          <a:xfrm>
            <a:off x="5168855" y="5347408"/>
            <a:ext cx="788114" cy="489954"/>
          </a:xfrm>
          <a:prstGeom prst="rect">
            <a:avLst/>
          </a:prstGeom>
          <a:solidFill>
            <a:schemeClr val="tx1">
              <a:lumMod val="6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bg1"/>
                </a:solidFill>
              </a:rPr>
              <a:t>Payment Event Processor</a:t>
            </a:r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106B0EA4-FCDE-709D-7479-33D1CF94983F}"/>
              </a:ext>
            </a:extLst>
          </p:cNvPr>
          <p:cNvSpPr/>
          <p:nvPr/>
        </p:nvSpPr>
        <p:spPr>
          <a:xfrm>
            <a:off x="6101084" y="5347408"/>
            <a:ext cx="788114" cy="489954"/>
          </a:xfrm>
          <a:prstGeom prst="rect">
            <a:avLst/>
          </a:prstGeom>
          <a:solidFill>
            <a:schemeClr val="tx1">
              <a:lumMod val="6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bg1"/>
                </a:solidFill>
              </a:rPr>
              <a:t>FX Event Processor</a:t>
            </a:r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214F69F7-CFD8-AF29-3C1C-335243874D93}"/>
              </a:ext>
            </a:extLst>
          </p:cNvPr>
          <p:cNvSpPr/>
          <p:nvPr/>
        </p:nvSpPr>
        <p:spPr>
          <a:xfrm>
            <a:off x="7029743" y="5347408"/>
            <a:ext cx="788114" cy="489954"/>
          </a:xfrm>
          <a:prstGeom prst="rect">
            <a:avLst/>
          </a:prstGeom>
          <a:solidFill>
            <a:schemeClr val="tx1">
              <a:lumMod val="6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bg1"/>
                </a:solidFill>
              </a:rPr>
              <a:t>Card Event Processor</a:t>
            </a:r>
          </a:p>
        </p:txBody>
      </p:sp>
      <p:cxnSp>
        <p:nvCxnSpPr>
          <p:cNvPr id="215" name="Straight Arrow Connector 72">
            <a:extLst>
              <a:ext uri="{FF2B5EF4-FFF2-40B4-BE49-F238E27FC236}">
                <a16:creationId xmlns:a16="http://schemas.microsoft.com/office/drawing/2014/main" id="{4F286F90-5D3C-F13A-19B2-CCE81D5DF8D0}"/>
              </a:ext>
            </a:extLst>
          </p:cNvPr>
          <p:cNvCxnSpPr>
            <a:cxnSpLocks/>
            <a:stCxn id="250" idx="2"/>
            <a:endCxn id="210" idx="0"/>
          </p:cNvCxnSpPr>
          <p:nvPr/>
        </p:nvCxnSpPr>
        <p:spPr>
          <a:xfrm flipH="1">
            <a:off x="5562912" y="4908907"/>
            <a:ext cx="932229" cy="438501"/>
          </a:xfrm>
          <a:prstGeom prst="straightConnector1">
            <a:avLst/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" name="TextBox 221">
            <a:extLst>
              <a:ext uri="{FF2B5EF4-FFF2-40B4-BE49-F238E27FC236}">
                <a16:creationId xmlns:a16="http://schemas.microsoft.com/office/drawing/2014/main" id="{B4024F51-8DE0-5C0D-8797-ED2F52B4CF55}"/>
              </a:ext>
            </a:extLst>
          </p:cNvPr>
          <p:cNvSpPr txBox="1"/>
          <p:nvPr/>
        </p:nvSpPr>
        <p:spPr>
          <a:xfrm>
            <a:off x="5985777" y="3296577"/>
            <a:ext cx="10369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>
                <a:solidFill>
                  <a:srgbClr val="FF0000"/>
                </a:solidFill>
              </a:rPr>
              <a:t>Action</a:t>
            </a:r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4CF0DA03-429C-DC2F-4980-6AB3129CCDD9}"/>
              </a:ext>
            </a:extLst>
          </p:cNvPr>
          <p:cNvSpPr/>
          <p:nvPr/>
        </p:nvSpPr>
        <p:spPr>
          <a:xfrm>
            <a:off x="2106503" y="3506893"/>
            <a:ext cx="1134706" cy="4899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bg1"/>
                </a:solidFill>
              </a:rPr>
              <a:t>Orchestrator</a:t>
            </a:r>
          </a:p>
        </p:txBody>
      </p:sp>
      <p:cxnSp>
        <p:nvCxnSpPr>
          <p:cNvPr id="232" name="Straight Arrow Connector 72">
            <a:extLst>
              <a:ext uri="{FF2B5EF4-FFF2-40B4-BE49-F238E27FC236}">
                <a16:creationId xmlns:a16="http://schemas.microsoft.com/office/drawing/2014/main" id="{E0A36E46-5CF7-6CFB-6BED-D471ADCDD5DF}"/>
              </a:ext>
            </a:extLst>
          </p:cNvPr>
          <p:cNvCxnSpPr>
            <a:cxnSpLocks/>
            <a:stCxn id="22" idx="2"/>
            <a:endCxn id="11" idx="0"/>
          </p:cNvCxnSpPr>
          <p:nvPr/>
        </p:nvCxnSpPr>
        <p:spPr>
          <a:xfrm>
            <a:off x="2673856" y="2036197"/>
            <a:ext cx="0" cy="504965"/>
          </a:xfrm>
          <a:prstGeom prst="straightConnector1">
            <a:avLst/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Straight Arrow Connector 72">
            <a:extLst>
              <a:ext uri="{FF2B5EF4-FFF2-40B4-BE49-F238E27FC236}">
                <a16:creationId xmlns:a16="http://schemas.microsoft.com/office/drawing/2014/main" id="{0E890345-D181-C1F9-4047-F3FBE772E8FC}"/>
              </a:ext>
            </a:extLst>
          </p:cNvPr>
          <p:cNvCxnSpPr>
            <a:cxnSpLocks/>
            <a:stCxn id="4" idx="3"/>
            <a:endCxn id="223" idx="0"/>
          </p:cNvCxnSpPr>
          <p:nvPr/>
        </p:nvCxnSpPr>
        <p:spPr>
          <a:xfrm rot="16200000" flipH="1">
            <a:off x="1876146" y="2709183"/>
            <a:ext cx="281240" cy="1314179"/>
          </a:xfrm>
          <a:prstGeom prst="bentConnector3">
            <a:avLst/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Straight Arrow Connector 72">
            <a:extLst>
              <a:ext uri="{FF2B5EF4-FFF2-40B4-BE49-F238E27FC236}">
                <a16:creationId xmlns:a16="http://schemas.microsoft.com/office/drawing/2014/main" id="{7C609A39-F5B8-BC6B-9E1D-CB0850416FD8}"/>
              </a:ext>
            </a:extLst>
          </p:cNvPr>
          <p:cNvCxnSpPr>
            <a:cxnSpLocks/>
            <a:stCxn id="250" idx="2"/>
            <a:endCxn id="211" idx="0"/>
          </p:cNvCxnSpPr>
          <p:nvPr/>
        </p:nvCxnSpPr>
        <p:spPr>
          <a:xfrm>
            <a:off x="6495141" y="4908907"/>
            <a:ext cx="0" cy="438501"/>
          </a:xfrm>
          <a:prstGeom prst="straightConnector1">
            <a:avLst/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Straight Arrow Connector 72">
            <a:extLst>
              <a:ext uri="{FF2B5EF4-FFF2-40B4-BE49-F238E27FC236}">
                <a16:creationId xmlns:a16="http://schemas.microsoft.com/office/drawing/2014/main" id="{4BB47646-43C3-DB10-A68E-B3805A01FB0D}"/>
              </a:ext>
            </a:extLst>
          </p:cNvPr>
          <p:cNvCxnSpPr>
            <a:cxnSpLocks/>
            <a:stCxn id="250" idx="2"/>
            <a:endCxn id="213" idx="0"/>
          </p:cNvCxnSpPr>
          <p:nvPr/>
        </p:nvCxnSpPr>
        <p:spPr>
          <a:xfrm>
            <a:off x="6495141" y="4908907"/>
            <a:ext cx="928659" cy="438501"/>
          </a:xfrm>
          <a:prstGeom prst="straightConnector1">
            <a:avLst/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0" name="Rectangle 249">
            <a:extLst>
              <a:ext uri="{FF2B5EF4-FFF2-40B4-BE49-F238E27FC236}">
                <a16:creationId xmlns:a16="http://schemas.microsoft.com/office/drawing/2014/main" id="{B7FE97E3-F7BD-64F8-7B91-FFF54245CF08}"/>
              </a:ext>
            </a:extLst>
          </p:cNvPr>
          <p:cNvSpPr/>
          <p:nvPr/>
        </p:nvSpPr>
        <p:spPr>
          <a:xfrm>
            <a:off x="5764794" y="4544915"/>
            <a:ext cx="1460694" cy="36399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bg1"/>
                </a:solidFill>
              </a:rPr>
              <a:t>REST</a:t>
            </a:r>
          </a:p>
        </p:txBody>
      </p:sp>
      <p:cxnSp>
        <p:nvCxnSpPr>
          <p:cNvPr id="260" name="Straight Arrow Connector 72">
            <a:extLst>
              <a:ext uri="{FF2B5EF4-FFF2-40B4-BE49-F238E27FC236}">
                <a16:creationId xmlns:a16="http://schemas.microsoft.com/office/drawing/2014/main" id="{A1641FEA-1308-608F-263B-3A912B057079}"/>
              </a:ext>
            </a:extLst>
          </p:cNvPr>
          <p:cNvCxnSpPr>
            <a:cxnSpLocks/>
          </p:cNvCxnSpPr>
          <p:nvPr/>
        </p:nvCxnSpPr>
        <p:spPr>
          <a:xfrm>
            <a:off x="6495141" y="3996847"/>
            <a:ext cx="0" cy="548068"/>
          </a:xfrm>
          <a:prstGeom prst="straightConnector1">
            <a:avLst/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Rectangle 263">
            <a:extLst>
              <a:ext uri="{FF2B5EF4-FFF2-40B4-BE49-F238E27FC236}">
                <a16:creationId xmlns:a16="http://schemas.microsoft.com/office/drawing/2014/main" id="{C14E9EE7-0E4C-1E3D-0C82-54CC03589028}"/>
              </a:ext>
            </a:extLst>
          </p:cNvPr>
          <p:cNvSpPr/>
          <p:nvPr/>
        </p:nvSpPr>
        <p:spPr>
          <a:xfrm>
            <a:off x="7056716" y="766514"/>
            <a:ext cx="788114" cy="489954"/>
          </a:xfrm>
          <a:prstGeom prst="rect">
            <a:avLst/>
          </a:prstGeom>
          <a:solidFill>
            <a:schemeClr val="bg2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bg1"/>
                </a:solidFill>
              </a:rPr>
              <a:t>FX provider</a:t>
            </a:r>
          </a:p>
        </p:txBody>
      </p:sp>
      <p:cxnSp>
        <p:nvCxnSpPr>
          <p:cNvPr id="265" name="Straight Arrow Connector 72">
            <a:extLst>
              <a:ext uri="{FF2B5EF4-FFF2-40B4-BE49-F238E27FC236}">
                <a16:creationId xmlns:a16="http://schemas.microsoft.com/office/drawing/2014/main" id="{AFBDA4C6-2EBD-45AC-32CC-C0C2E311FB1D}"/>
              </a:ext>
            </a:extLst>
          </p:cNvPr>
          <p:cNvCxnSpPr>
            <a:cxnSpLocks/>
            <a:endCxn id="23" idx="0"/>
          </p:cNvCxnSpPr>
          <p:nvPr/>
        </p:nvCxnSpPr>
        <p:spPr>
          <a:xfrm flipH="1">
            <a:off x="6495141" y="1256468"/>
            <a:ext cx="995390" cy="415737"/>
          </a:xfrm>
          <a:prstGeom prst="straightConnector1">
            <a:avLst/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8" name="Can 267">
            <a:extLst>
              <a:ext uri="{FF2B5EF4-FFF2-40B4-BE49-F238E27FC236}">
                <a16:creationId xmlns:a16="http://schemas.microsoft.com/office/drawing/2014/main" id="{25A1CA68-74F7-2504-F183-DF427BDEA3D2}"/>
              </a:ext>
            </a:extLst>
          </p:cNvPr>
          <p:cNvSpPr/>
          <p:nvPr/>
        </p:nvSpPr>
        <p:spPr>
          <a:xfrm>
            <a:off x="4179212" y="3312356"/>
            <a:ext cx="769178" cy="879028"/>
          </a:xfrm>
          <a:prstGeom prst="can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bg1"/>
                </a:solidFill>
              </a:rPr>
              <a:t>Ledger</a:t>
            </a:r>
          </a:p>
        </p:txBody>
      </p:sp>
      <p:cxnSp>
        <p:nvCxnSpPr>
          <p:cNvPr id="269" name="Straight Arrow Connector 72">
            <a:extLst>
              <a:ext uri="{FF2B5EF4-FFF2-40B4-BE49-F238E27FC236}">
                <a16:creationId xmlns:a16="http://schemas.microsoft.com/office/drawing/2014/main" id="{E7823DA2-156A-6C0C-A3CC-8115D7E99D25}"/>
              </a:ext>
            </a:extLst>
          </p:cNvPr>
          <p:cNvCxnSpPr>
            <a:cxnSpLocks/>
            <a:stCxn id="223" idx="3"/>
            <a:endCxn id="268" idx="2"/>
          </p:cNvCxnSpPr>
          <p:nvPr/>
        </p:nvCxnSpPr>
        <p:spPr>
          <a:xfrm>
            <a:off x="3241209" y="3751870"/>
            <a:ext cx="938003" cy="0"/>
          </a:xfrm>
          <a:prstGeom prst="straightConnector1">
            <a:avLst/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3797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06EBF5-1EB5-AA24-B587-615DE885C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8205864B-1C00-55FE-20D2-95EE42608C1D}"/>
              </a:ext>
            </a:extLst>
          </p:cNvPr>
          <p:cNvSpPr/>
          <p:nvPr/>
        </p:nvSpPr>
        <p:spPr>
          <a:xfrm>
            <a:off x="7765909" y="409455"/>
            <a:ext cx="2477111" cy="5245659"/>
          </a:xfrm>
          <a:prstGeom prst="roundRect">
            <a:avLst/>
          </a:prstGeom>
          <a:solidFill>
            <a:schemeClr val="accent1">
              <a:lumMod val="7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lvl="1"/>
            <a:endParaRPr lang="en-GB" dirty="0"/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1AF0AC5D-677D-5835-5BEE-1E24B3B563E5}"/>
              </a:ext>
            </a:extLst>
          </p:cNvPr>
          <p:cNvSpPr/>
          <p:nvPr/>
        </p:nvSpPr>
        <p:spPr>
          <a:xfrm>
            <a:off x="2384740" y="518821"/>
            <a:ext cx="1121422" cy="494831"/>
          </a:xfrm>
          <a:prstGeom prst="round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bg1"/>
                </a:solidFill>
              </a:rPr>
              <a:t>Front-end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344A672B-BB5F-A18C-55CF-467F08C90142}"/>
              </a:ext>
            </a:extLst>
          </p:cNvPr>
          <p:cNvSpPr/>
          <p:nvPr/>
        </p:nvSpPr>
        <p:spPr>
          <a:xfrm rot="16200000">
            <a:off x="5770649" y="2941757"/>
            <a:ext cx="3508280" cy="32709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bg1"/>
                </a:solidFill>
              </a:rPr>
              <a:t>Connectors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E833F65-2AAF-93B9-195E-29395A377921}"/>
              </a:ext>
            </a:extLst>
          </p:cNvPr>
          <p:cNvSpPr/>
          <p:nvPr/>
        </p:nvSpPr>
        <p:spPr>
          <a:xfrm>
            <a:off x="8728595" y="682797"/>
            <a:ext cx="1270076" cy="434224"/>
          </a:xfrm>
          <a:prstGeom prst="ellipse">
            <a:avLst/>
          </a:prstGeom>
          <a:solidFill>
            <a:schemeClr val="accent1">
              <a:lumMod val="7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Virtual IBANs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EFF5E94C-22EC-2301-F73D-383379F488CB}"/>
              </a:ext>
            </a:extLst>
          </p:cNvPr>
          <p:cNvSpPr/>
          <p:nvPr/>
        </p:nvSpPr>
        <p:spPr>
          <a:xfrm>
            <a:off x="8728595" y="1285342"/>
            <a:ext cx="1270076" cy="434224"/>
          </a:xfrm>
          <a:prstGeom prst="ellipse">
            <a:avLst/>
          </a:prstGeom>
          <a:solidFill>
            <a:schemeClr val="accent1">
              <a:lumMod val="7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FX Services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BDB537E-A6FF-3571-A0F9-5569F370926A}"/>
              </a:ext>
            </a:extLst>
          </p:cNvPr>
          <p:cNvSpPr/>
          <p:nvPr/>
        </p:nvSpPr>
        <p:spPr>
          <a:xfrm>
            <a:off x="8728595" y="1887887"/>
            <a:ext cx="1270076" cy="434224"/>
          </a:xfrm>
          <a:prstGeom prst="ellipse">
            <a:avLst/>
          </a:prstGeom>
          <a:solidFill>
            <a:schemeClr val="accent1">
              <a:lumMod val="7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Domestic Payments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8A6F69D0-4454-B0A3-7CE4-916955C3AC29}"/>
              </a:ext>
            </a:extLst>
          </p:cNvPr>
          <p:cNvSpPr/>
          <p:nvPr/>
        </p:nvSpPr>
        <p:spPr>
          <a:xfrm>
            <a:off x="8728595" y="2490432"/>
            <a:ext cx="1270076" cy="434224"/>
          </a:xfrm>
          <a:prstGeom prst="ellipse">
            <a:avLst/>
          </a:prstGeom>
          <a:solidFill>
            <a:schemeClr val="accent1">
              <a:lumMod val="7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Cross-border Payments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5C1397CA-6042-8951-AD7D-872237FBE92E}"/>
              </a:ext>
            </a:extLst>
          </p:cNvPr>
          <p:cNvSpPr/>
          <p:nvPr/>
        </p:nvSpPr>
        <p:spPr>
          <a:xfrm>
            <a:off x="8728595" y="3092977"/>
            <a:ext cx="1270076" cy="434224"/>
          </a:xfrm>
          <a:prstGeom prst="ellipse">
            <a:avLst/>
          </a:prstGeom>
          <a:solidFill>
            <a:schemeClr val="accent1">
              <a:lumMod val="7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Settlement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26E965E0-B13B-D7F9-49C7-0CBCCB1EB006}"/>
              </a:ext>
            </a:extLst>
          </p:cNvPr>
          <p:cNvSpPr/>
          <p:nvPr/>
        </p:nvSpPr>
        <p:spPr>
          <a:xfrm>
            <a:off x="8728595" y="3695522"/>
            <a:ext cx="1270076" cy="434224"/>
          </a:xfrm>
          <a:prstGeom prst="ellipse">
            <a:avLst/>
          </a:prstGeom>
          <a:solidFill>
            <a:schemeClr val="accent1">
              <a:lumMod val="7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BACS, CHAPS, FPS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6F11235C-93E6-CB1E-D7AB-255A400DD326}"/>
              </a:ext>
            </a:extLst>
          </p:cNvPr>
          <p:cNvSpPr/>
          <p:nvPr/>
        </p:nvSpPr>
        <p:spPr>
          <a:xfrm>
            <a:off x="8728595" y="4298067"/>
            <a:ext cx="1270076" cy="434224"/>
          </a:xfrm>
          <a:prstGeom prst="ellipse">
            <a:avLst/>
          </a:prstGeom>
          <a:solidFill>
            <a:schemeClr val="accent1">
              <a:lumMod val="7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SEPA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A90A0690-C6AB-FF4D-66CF-EEC042EC4284}"/>
              </a:ext>
            </a:extLst>
          </p:cNvPr>
          <p:cNvSpPr/>
          <p:nvPr/>
        </p:nvSpPr>
        <p:spPr>
          <a:xfrm>
            <a:off x="2855157" y="2514801"/>
            <a:ext cx="1652502" cy="930310"/>
          </a:xfrm>
          <a:prstGeom prst="ellipse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bg1"/>
                </a:solidFill>
              </a:rPr>
              <a:t>Orchestrator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40A265-F42F-BDCD-DF7C-D6ADC39F6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165" y="-162435"/>
            <a:ext cx="4953601" cy="681503"/>
          </a:xfrm>
        </p:spPr>
        <p:txBody>
          <a:bodyPr>
            <a:normAutofit/>
          </a:bodyPr>
          <a:lstStyle/>
          <a:p>
            <a:r>
              <a:rPr lang="en-GB" sz="2400" dirty="0"/>
              <a:t>Orchestration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038C81C-89EA-812A-58C9-744D372E159C}"/>
              </a:ext>
            </a:extLst>
          </p:cNvPr>
          <p:cNvSpPr/>
          <p:nvPr/>
        </p:nvSpPr>
        <p:spPr>
          <a:xfrm>
            <a:off x="7917536" y="1289603"/>
            <a:ext cx="715678" cy="478214"/>
          </a:xfrm>
          <a:prstGeom prst="rect">
            <a:avLst/>
          </a:prstGeom>
          <a:solidFill>
            <a:schemeClr val="tx1">
              <a:lumMod val="5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Banking Circle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C9FF4A5-225C-836E-3155-6415EFBDA09A}"/>
              </a:ext>
            </a:extLst>
          </p:cNvPr>
          <p:cNvSpPr/>
          <p:nvPr/>
        </p:nvSpPr>
        <p:spPr>
          <a:xfrm>
            <a:off x="7917536" y="3803144"/>
            <a:ext cx="715678" cy="478214"/>
          </a:xfrm>
          <a:prstGeom prst="rect">
            <a:avLst/>
          </a:prstGeom>
          <a:solidFill>
            <a:schemeClr val="tx1">
              <a:lumMod val="5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Bank of London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BC33A34-3AAA-148A-3D74-CA7C9280795B}"/>
              </a:ext>
            </a:extLst>
          </p:cNvPr>
          <p:cNvSpPr/>
          <p:nvPr/>
        </p:nvSpPr>
        <p:spPr>
          <a:xfrm>
            <a:off x="7917536" y="2546373"/>
            <a:ext cx="715678" cy="478214"/>
          </a:xfrm>
          <a:prstGeom prst="rect">
            <a:avLst/>
          </a:prstGeom>
          <a:solidFill>
            <a:schemeClr val="tx1">
              <a:lumMod val="5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Equals Money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E3614BC-8511-1EEA-90D3-317A605B8E85}"/>
              </a:ext>
            </a:extLst>
          </p:cNvPr>
          <p:cNvSpPr/>
          <p:nvPr/>
        </p:nvSpPr>
        <p:spPr>
          <a:xfrm>
            <a:off x="7917536" y="1917988"/>
            <a:ext cx="715678" cy="478214"/>
          </a:xfrm>
          <a:prstGeom prst="rect">
            <a:avLst/>
          </a:prstGeom>
          <a:solidFill>
            <a:schemeClr val="tx1">
              <a:lumMod val="5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LHV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D42EE75-4A4C-6182-CFE6-CF7699B83CA9}"/>
              </a:ext>
            </a:extLst>
          </p:cNvPr>
          <p:cNvSpPr/>
          <p:nvPr/>
        </p:nvSpPr>
        <p:spPr>
          <a:xfrm>
            <a:off x="7917536" y="3174758"/>
            <a:ext cx="715678" cy="478214"/>
          </a:xfrm>
          <a:prstGeom prst="rect">
            <a:avLst/>
          </a:prstGeom>
          <a:solidFill>
            <a:schemeClr val="tx1">
              <a:lumMod val="5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Convera</a:t>
            </a:r>
          </a:p>
        </p:txBody>
      </p:sp>
      <p:sp>
        <p:nvSpPr>
          <p:cNvPr id="17" name="Right Arrow 16">
            <a:extLst>
              <a:ext uri="{FF2B5EF4-FFF2-40B4-BE49-F238E27FC236}">
                <a16:creationId xmlns:a16="http://schemas.microsoft.com/office/drawing/2014/main" id="{FD15382B-FCDC-568B-8F86-EBD8967070D9}"/>
              </a:ext>
            </a:extLst>
          </p:cNvPr>
          <p:cNvSpPr/>
          <p:nvPr/>
        </p:nvSpPr>
        <p:spPr>
          <a:xfrm>
            <a:off x="7659912" y="2088134"/>
            <a:ext cx="347466" cy="167517"/>
          </a:xfrm>
          <a:prstGeom prst="rightArrow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>
              <a:solidFill>
                <a:schemeClr val="bg1"/>
              </a:solidFill>
            </a:endParaRPr>
          </a:p>
        </p:txBody>
      </p:sp>
      <p:sp>
        <p:nvSpPr>
          <p:cNvPr id="18" name="Right Arrow 17">
            <a:extLst>
              <a:ext uri="{FF2B5EF4-FFF2-40B4-BE49-F238E27FC236}">
                <a16:creationId xmlns:a16="http://schemas.microsoft.com/office/drawing/2014/main" id="{40F0490B-E52F-B803-9544-D24C95440C68}"/>
              </a:ext>
            </a:extLst>
          </p:cNvPr>
          <p:cNvSpPr/>
          <p:nvPr/>
        </p:nvSpPr>
        <p:spPr>
          <a:xfrm>
            <a:off x="7659912" y="1444125"/>
            <a:ext cx="347466" cy="167517"/>
          </a:xfrm>
          <a:prstGeom prst="rightArrow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>
              <a:solidFill>
                <a:schemeClr val="bg1"/>
              </a:solidFill>
            </a:endParaRPr>
          </a:p>
        </p:txBody>
      </p:sp>
      <p:sp>
        <p:nvSpPr>
          <p:cNvPr id="22" name="Right Arrow 21">
            <a:extLst>
              <a:ext uri="{FF2B5EF4-FFF2-40B4-BE49-F238E27FC236}">
                <a16:creationId xmlns:a16="http://schemas.microsoft.com/office/drawing/2014/main" id="{BA03799E-DBCA-4C54-0001-6A94F5924D35}"/>
              </a:ext>
            </a:extLst>
          </p:cNvPr>
          <p:cNvSpPr/>
          <p:nvPr/>
        </p:nvSpPr>
        <p:spPr>
          <a:xfrm>
            <a:off x="7659912" y="3949760"/>
            <a:ext cx="347466" cy="167517"/>
          </a:xfrm>
          <a:prstGeom prst="rightArrow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>
              <a:solidFill>
                <a:schemeClr val="bg1"/>
              </a:solidFill>
            </a:endParaRPr>
          </a:p>
        </p:txBody>
      </p:sp>
      <p:sp>
        <p:nvSpPr>
          <p:cNvPr id="24" name="Right Arrow 23">
            <a:extLst>
              <a:ext uri="{FF2B5EF4-FFF2-40B4-BE49-F238E27FC236}">
                <a16:creationId xmlns:a16="http://schemas.microsoft.com/office/drawing/2014/main" id="{F5046CBF-2121-C646-BE51-91144223964F}"/>
              </a:ext>
            </a:extLst>
          </p:cNvPr>
          <p:cNvSpPr/>
          <p:nvPr/>
        </p:nvSpPr>
        <p:spPr>
          <a:xfrm>
            <a:off x="7659912" y="3392975"/>
            <a:ext cx="347466" cy="167517"/>
          </a:xfrm>
          <a:prstGeom prst="rightArrow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>
              <a:solidFill>
                <a:schemeClr val="bg1"/>
              </a:solidFill>
            </a:endParaRPr>
          </a:p>
        </p:txBody>
      </p:sp>
      <p:sp>
        <p:nvSpPr>
          <p:cNvPr id="43" name="Right Arrow 42">
            <a:extLst>
              <a:ext uri="{FF2B5EF4-FFF2-40B4-BE49-F238E27FC236}">
                <a16:creationId xmlns:a16="http://schemas.microsoft.com/office/drawing/2014/main" id="{EC8AA10B-B233-5643-C92D-E1ED7847EB95}"/>
              </a:ext>
            </a:extLst>
          </p:cNvPr>
          <p:cNvSpPr/>
          <p:nvPr/>
        </p:nvSpPr>
        <p:spPr>
          <a:xfrm>
            <a:off x="7659912" y="2748966"/>
            <a:ext cx="347466" cy="167517"/>
          </a:xfrm>
          <a:prstGeom prst="rightArrow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>
              <a:solidFill>
                <a:schemeClr val="bg1"/>
              </a:solidFill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9454D2D-C82F-DF62-B245-F149AF1B51F7}"/>
              </a:ext>
            </a:extLst>
          </p:cNvPr>
          <p:cNvSpPr/>
          <p:nvPr/>
        </p:nvSpPr>
        <p:spPr>
          <a:xfrm>
            <a:off x="1468850" y="5065064"/>
            <a:ext cx="4798828" cy="877228"/>
          </a:xfrm>
          <a:prstGeom prst="roundRect">
            <a:avLst/>
          </a:prstGeom>
          <a:solidFill>
            <a:schemeClr val="accent1">
              <a:lumMod val="7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lvl="1" algn="just"/>
            <a:r>
              <a:rPr lang="en-GB" sz="1000" b="1" dirty="0">
                <a:solidFill>
                  <a:schemeClr val="bg1"/>
                </a:solidFill>
              </a:rPr>
              <a:t>Supporting Layer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DED3474-E2A1-1A4D-668C-0D5F73E2145E}"/>
              </a:ext>
            </a:extLst>
          </p:cNvPr>
          <p:cNvSpPr/>
          <p:nvPr/>
        </p:nvSpPr>
        <p:spPr>
          <a:xfrm>
            <a:off x="1670031" y="5193594"/>
            <a:ext cx="788114" cy="4899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bg1"/>
                </a:solidFill>
              </a:rPr>
              <a:t>KYC Service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7046910-1E5C-82F6-9F8C-487193AB448A}"/>
              </a:ext>
            </a:extLst>
          </p:cNvPr>
          <p:cNvSpPr/>
          <p:nvPr/>
        </p:nvSpPr>
        <p:spPr>
          <a:xfrm>
            <a:off x="4049143" y="5193594"/>
            <a:ext cx="788114" cy="4899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bg1"/>
                </a:solidFill>
              </a:rPr>
              <a:t>Analytics Service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53877FB-5983-E692-E76E-7B3B1D9BA2BC}"/>
              </a:ext>
            </a:extLst>
          </p:cNvPr>
          <p:cNvSpPr/>
          <p:nvPr/>
        </p:nvSpPr>
        <p:spPr>
          <a:xfrm>
            <a:off x="2859587" y="5193594"/>
            <a:ext cx="788114" cy="4899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bg1"/>
                </a:solidFill>
              </a:rPr>
              <a:t>Fraud Detection Service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585ADC6-538D-700D-4757-64BB96EEADC7}"/>
              </a:ext>
            </a:extLst>
          </p:cNvPr>
          <p:cNvSpPr/>
          <p:nvPr/>
        </p:nvSpPr>
        <p:spPr>
          <a:xfrm>
            <a:off x="5238698" y="5193594"/>
            <a:ext cx="788114" cy="4899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bg1"/>
                </a:solidFill>
              </a:rPr>
              <a:t>Logging &amp; Monitoring Service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BCC3277-599A-2A35-5304-F6A30BAD42FE}"/>
              </a:ext>
            </a:extLst>
          </p:cNvPr>
          <p:cNvSpPr/>
          <p:nvPr/>
        </p:nvSpPr>
        <p:spPr>
          <a:xfrm>
            <a:off x="5238697" y="6137914"/>
            <a:ext cx="788115" cy="489657"/>
          </a:xfrm>
          <a:prstGeom prst="round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bg1"/>
                </a:solidFill>
              </a:rPr>
              <a:t>Operation Portal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900F9A8-FC0E-2C99-875E-7BBD2B9183D8}"/>
              </a:ext>
            </a:extLst>
          </p:cNvPr>
          <p:cNvCxnSpPr>
            <a:cxnSpLocks/>
            <a:stCxn id="41" idx="2"/>
            <a:endCxn id="8" idx="0"/>
          </p:cNvCxnSpPr>
          <p:nvPr/>
        </p:nvCxnSpPr>
        <p:spPr>
          <a:xfrm>
            <a:off x="5632755" y="5683548"/>
            <a:ext cx="0" cy="4543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529B6049-F64F-0FFE-0B88-CD0619BEDA93}"/>
              </a:ext>
            </a:extLst>
          </p:cNvPr>
          <p:cNvSpPr/>
          <p:nvPr/>
        </p:nvSpPr>
        <p:spPr>
          <a:xfrm>
            <a:off x="4049143" y="6137914"/>
            <a:ext cx="788115" cy="489657"/>
          </a:xfrm>
          <a:prstGeom prst="round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bg1"/>
                </a:solidFill>
              </a:rPr>
              <a:t>Analytics Portal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C2228392-742D-5F97-0FF7-B1E8BE9001C4}"/>
              </a:ext>
            </a:extLst>
          </p:cNvPr>
          <p:cNvCxnSpPr>
            <a:cxnSpLocks/>
            <a:stCxn id="19" idx="2"/>
            <a:endCxn id="54" idx="0"/>
          </p:cNvCxnSpPr>
          <p:nvPr/>
        </p:nvCxnSpPr>
        <p:spPr>
          <a:xfrm>
            <a:off x="4443200" y="5683548"/>
            <a:ext cx="1" cy="4543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4FCDE23D-D343-0309-8A2B-F45AB189D515}"/>
              </a:ext>
            </a:extLst>
          </p:cNvPr>
          <p:cNvSpPr/>
          <p:nvPr/>
        </p:nvSpPr>
        <p:spPr>
          <a:xfrm rot="16200000">
            <a:off x="-905291" y="2471936"/>
            <a:ext cx="3503420" cy="1262508"/>
          </a:xfrm>
          <a:prstGeom prst="roundRect">
            <a:avLst/>
          </a:prstGeom>
          <a:solidFill>
            <a:schemeClr val="accent1">
              <a:lumMod val="7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lvl="1" algn="just"/>
            <a:r>
              <a:rPr lang="en-GB" sz="1000" b="1" dirty="0">
                <a:solidFill>
                  <a:schemeClr val="bg1"/>
                </a:solidFill>
              </a:rPr>
              <a:t>Front End Services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E733113E-4247-724A-68D5-87A4BD4D9287}"/>
              </a:ext>
            </a:extLst>
          </p:cNvPr>
          <p:cNvSpPr/>
          <p:nvPr/>
        </p:nvSpPr>
        <p:spPr>
          <a:xfrm>
            <a:off x="465725" y="1842763"/>
            <a:ext cx="854791" cy="4899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bg1"/>
                </a:solidFill>
              </a:rPr>
              <a:t>User Service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5211762E-E847-A4F5-3062-848504C56EF9}"/>
              </a:ext>
            </a:extLst>
          </p:cNvPr>
          <p:cNvSpPr/>
          <p:nvPr/>
        </p:nvSpPr>
        <p:spPr>
          <a:xfrm>
            <a:off x="465725" y="2471646"/>
            <a:ext cx="854791" cy="4899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bg1"/>
                </a:solidFill>
              </a:rPr>
              <a:t>Notification Service</a:t>
            </a:r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B82E60EB-8A80-DB9D-2D0B-F3DA3A5AD8E7}"/>
              </a:ext>
            </a:extLst>
          </p:cNvPr>
          <p:cNvSpPr/>
          <p:nvPr/>
        </p:nvSpPr>
        <p:spPr>
          <a:xfrm>
            <a:off x="499063" y="6056289"/>
            <a:ext cx="788115" cy="489657"/>
          </a:xfrm>
          <a:prstGeom prst="round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bg1"/>
                </a:solidFill>
              </a:rPr>
              <a:t>Users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4569F855-AB8A-858C-8190-381356CCAAAF}"/>
              </a:ext>
            </a:extLst>
          </p:cNvPr>
          <p:cNvCxnSpPr>
            <a:cxnSpLocks/>
            <a:stCxn id="63" idx="2"/>
            <a:endCxn id="64" idx="0"/>
          </p:cNvCxnSpPr>
          <p:nvPr/>
        </p:nvCxnSpPr>
        <p:spPr>
          <a:xfrm>
            <a:off x="893121" y="2961600"/>
            <a:ext cx="0" cy="3094689"/>
          </a:xfrm>
          <a:prstGeom prst="straightConnector1">
            <a:avLst/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A5FA9AD6-2A07-FD00-0CC1-848F803309C6}"/>
              </a:ext>
            </a:extLst>
          </p:cNvPr>
          <p:cNvSpPr/>
          <p:nvPr/>
        </p:nvSpPr>
        <p:spPr>
          <a:xfrm rot="16200000">
            <a:off x="4849298" y="2399836"/>
            <a:ext cx="3503420" cy="1406081"/>
          </a:xfrm>
          <a:prstGeom prst="roundRect">
            <a:avLst/>
          </a:prstGeom>
          <a:solidFill>
            <a:schemeClr val="accent1">
              <a:lumMod val="7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b" anchorCtr="0"/>
          <a:lstStyle/>
          <a:p>
            <a:pPr lvl="1" algn="just"/>
            <a:r>
              <a:rPr lang="en-GB" sz="1000" b="1" dirty="0">
                <a:solidFill>
                  <a:schemeClr val="bg1"/>
                </a:solidFill>
              </a:rPr>
              <a:t>Middle Tier</a:t>
            </a: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7A7890E4-EE8B-80E9-7AF4-4A74EDFE8767}"/>
              </a:ext>
            </a:extLst>
          </p:cNvPr>
          <p:cNvCxnSpPr>
            <a:cxnSpLocks/>
            <a:stCxn id="47" idx="4"/>
            <a:endCxn id="34" idx="0"/>
          </p:cNvCxnSpPr>
          <p:nvPr/>
        </p:nvCxnSpPr>
        <p:spPr>
          <a:xfrm rot="5400000">
            <a:off x="2593285" y="4105470"/>
            <a:ext cx="1748483" cy="427764"/>
          </a:xfrm>
          <a:prstGeom prst="curvedConnector3">
            <a:avLst/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FEF84A64-20A2-F02C-088C-8B50771F22D2}"/>
              </a:ext>
            </a:extLst>
          </p:cNvPr>
          <p:cNvCxnSpPr>
            <a:cxnSpLocks/>
            <a:stCxn id="47" idx="4"/>
            <a:endCxn id="19" idx="0"/>
          </p:cNvCxnSpPr>
          <p:nvPr/>
        </p:nvCxnSpPr>
        <p:spPr>
          <a:xfrm rot="16200000" flipH="1">
            <a:off x="3188063" y="3938456"/>
            <a:ext cx="1748483" cy="761792"/>
          </a:xfrm>
          <a:prstGeom prst="curvedConnector3">
            <a:avLst/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61216044-76C3-5A23-4A73-26F66EEB8F62}"/>
              </a:ext>
            </a:extLst>
          </p:cNvPr>
          <p:cNvCxnSpPr>
            <a:cxnSpLocks/>
            <a:stCxn id="47" idx="4"/>
            <a:endCxn id="41" idx="0"/>
          </p:cNvCxnSpPr>
          <p:nvPr/>
        </p:nvCxnSpPr>
        <p:spPr>
          <a:xfrm rot="16200000" flipH="1">
            <a:off x="3782840" y="3343678"/>
            <a:ext cx="1748483" cy="1951347"/>
          </a:xfrm>
          <a:prstGeom prst="curvedConnector3">
            <a:avLst/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2B3C995C-0C09-082F-9BE9-2C6B4825B94C}"/>
              </a:ext>
            </a:extLst>
          </p:cNvPr>
          <p:cNvCxnSpPr>
            <a:cxnSpLocks/>
            <a:stCxn id="47" idx="2"/>
            <a:endCxn id="63" idx="3"/>
          </p:cNvCxnSpPr>
          <p:nvPr/>
        </p:nvCxnSpPr>
        <p:spPr>
          <a:xfrm rot="10800000">
            <a:off x="1320517" y="2716624"/>
            <a:ext cx="1534641" cy="263333"/>
          </a:xfrm>
          <a:prstGeom prst="curvedConnector3">
            <a:avLst/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825238D1-5AB0-3354-FA44-750DF97F9431}"/>
              </a:ext>
            </a:extLst>
          </p:cNvPr>
          <p:cNvCxnSpPr>
            <a:cxnSpLocks/>
            <a:stCxn id="140" idx="1"/>
            <a:endCxn id="62" idx="0"/>
          </p:cNvCxnSpPr>
          <p:nvPr/>
        </p:nvCxnSpPr>
        <p:spPr>
          <a:xfrm rot="10800000" flipV="1">
            <a:off x="893122" y="1454391"/>
            <a:ext cx="1452493" cy="388371"/>
          </a:xfrm>
          <a:prstGeom prst="curvedConnector2">
            <a:avLst/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8BCDD6C4-8CC5-4C62-2BCE-0133C1E072EC}"/>
              </a:ext>
            </a:extLst>
          </p:cNvPr>
          <p:cNvCxnSpPr>
            <a:cxnSpLocks/>
            <a:stCxn id="62" idx="2"/>
            <a:endCxn id="16" idx="0"/>
          </p:cNvCxnSpPr>
          <p:nvPr/>
        </p:nvCxnSpPr>
        <p:spPr>
          <a:xfrm rot="16200000" flipH="1">
            <a:off x="48166" y="3177671"/>
            <a:ext cx="2860877" cy="1170967"/>
          </a:xfrm>
          <a:prstGeom prst="curvedConnector3">
            <a:avLst>
              <a:gd name="adj1" fmla="val 50000"/>
            </a:avLst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E9F62540-3509-6B7D-A733-9E7996F10D42}"/>
              </a:ext>
            </a:extLst>
          </p:cNvPr>
          <p:cNvSpPr txBox="1"/>
          <p:nvPr/>
        </p:nvSpPr>
        <p:spPr>
          <a:xfrm>
            <a:off x="1710476" y="3945344"/>
            <a:ext cx="618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/>
              <a:t>Verify Identity</a:t>
            </a:r>
          </a:p>
        </p:txBody>
      </p: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F16F0CFF-3655-23CF-4AB5-F282FF151D97}"/>
              </a:ext>
            </a:extLst>
          </p:cNvPr>
          <p:cNvCxnSpPr>
            <a:cxnSpLocks/>
            <a:stCxn id="62" idx="3"/>
            <a:endCxn id="47" idx="1"/>
          </p:cNvCxnSpPr>
          <p:nvPr/>
        </p:nvCxnSpPr>
        <p:spPr>
          <a:xfrm>
            <a:off x="1320516" y="2087740"/>
            <a:ext cx="1776644" cy="563302"/>
          </a:xfrm>
          <a:prstGeom prst="curvedConnector2">
            <a:avLst/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53563F63-18C4-3A58-D371-3B5F90A77234}"/>
              </a:ext>
            </a:extLst>
          </p:cNvPr>
          <p:cNvSpPr txBox="1"/>
          <p:nvPr/>
        </p:nvSpPr>
        <p:spPr>
          <a:xfrm>
            <a:off x="2064088" y="2230814"/>
            <a:ext cx="618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/>
              <a:t>User created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62F7FF27-43D8-477B-ED36-A0F1FE976245}"/>
              </a:ext>
            </a:extLst>
          </p:cNvPr>
          <p:cNvSpPr txBox="1"/>
          <p:nvPr/>
        </p:nvSpPr>
        <p:spPr>
          <a:xfrm>
            <a:off x="3459320" y="3416182"/>
            <a:ext cx="61831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/>
              <a:t>Events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07E40A1B-A2C1-C69F-2D6C-FA56A0CD56DD}"/>
              </a:ext>
            </a:extLst>
          </p:cNvPr>
          <p:cNvSpPr/>
          <p:nvPr/>
        </p:nvSpPr>
        <p:spPr>
          <a:xfrm>
            <a:off x="2345614" y="1272396"/>
            <a:ext cx="2671588" cy="36399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bg1"/>
                </a:solidFill>
              </a:rPr>
              <a:t>API Gateway</a:t>
            </a: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AC0677F9-1246-6E49-6FA7-98BFF65A0165}"/>
              </a:ext>
            </a:extLst>
          </p:cNvPr>
          <p:cNvSpPr/>
          <p:nvPr/>
        </p:nvSpPr>
        <p:spPr>
          <a:xfrm>
            <a:off x="6057034" y="1631312"/>
            <a:ext cx="788114" cy="4899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bg1"/>
                </a:solidFill>
              </a:rPr>
              <a:t>Payment Service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7BAE7D96-A5C9-4318-7CE0-0E050D8A2205}"/>
              </a:ext>
            </a:extLst>
          </p:cNvPr>
          <p:cNvSpPr/>
          <p:nvPr/>
        </p:nvSpPr>
        <p:spPr>
          <a:xfrm>
            <a:off x="6057034" y="2257369"/>
            <a:ext cx="788114" cy="4899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bg1"/>
                </a:solidFill>
              </a:rPr>
              <a:t>Wallet Service</a:t>
            </a:r>
          </a:p>
        </p:txBody>
      </p: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3441DA4A-3CDA-013C-4B47-90C91884AFED}"/>
              </a:ext>
            </a:extLst>
          </p:cNvPr>
          <p:cNvCxnSpPr>
            <a:cxnSpLocks/>
            <a:stCxn id="30" idx="2"/>
            <a:endCxn id="140" idx="0"/>
          </p:cNvCxnSpPr>
          <p:nvPr/>
        </p:nvCxnSpPr>
        <p:spPr>
          <a:xfrm>
            <a:off x="2945451" y="1013652"/>
            <a:ext cx="735957" cy="258744"/>
          </a:xfrm>
          <a:prstGeom prst="straightConnector1">
            <a:avLst/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82">
            <a:extLst>
              <a:ext uri="{FF2B5EF4-FFF2-40B4-BE49-F238E27FC236}">
                <a16:creationId xmlns:a16="http://schemas.microsoft.com/office/drawing/2014/main" id="{B08D2A64-97E5-1531-DB15-1B2A4449290B}"/>
              </a:ext>
            </a:extLst>
          </p:cNvPr>
          <p:cNvCxnSpPr>
            <a:cxnSpLocks/>
            <a:stCxn id="140" idx="3"/>
            <a:endCxn id="143" idx="1"/>
          </p:cNvCxnSpPr>
          <p:nvPr/>
        </p:nvCxnSpPr>
        <p:spPr>
          <a:xfrm>
            <a:off x="5017202" y="1454392"/>
            <a:ext cx="1039832" cy="421897"/>
          </a:xfrm>
          <a:prstGeom prst="curvedConnector3">
            <a:avLst>
              <a:gd name="adj1" fmla="val 50000"/>
            </a:avLst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Arrow Connector 82">
            <a:extLst>
              <a:ext uri="{FF2B5EF4-FFF2-40B4-BE49-F238E27FC236}">
                <a16:creationId xmlns:a16="http://schemas.microsoft.com/office/drawing/2014/main" id="{C8AE02AF-74CC-C2DA-0CB0-6B64F1249A62}"/>
              </a:ext>
            </a:extLst>
          </p:cNvPr>
          <p:cNvCxnSpPr>
            <a:cxnSpLocks/>
            <a:stCxn id="140" idx="3"/>
            <a:endCxn id="144" idx="1"/>
          </p:cNvCxnSpPr>
          <p:nvPr/>
        </p:nvCxnSpPr>
        <p:spPr>
          <a:xfrm>
            <a:off x="5017202" y="1454392"/>
            <a:ext cx="1039832" cy="1047954"/>
          </a:xfrm>
          <a:prstGeom prst="curvedConnector3">
            <a:avLst>
              <a:gd name="adj1" fmla="val 50000"/>
            </a:avLst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Rounded Rectangle 156">
            <a:extLst>
              <a:ext uri="{FF2B5EF4-FFF2-40B4-BE49-F238E27FC236}">
                <a16:creationId xmlns:a16="http://schemas.microsoft.com/office/drawing/2014/main" id="{D0BFC54D-C769-E2C0-2BEB-8F31593A30E2}"/>
              </a:ext>
            </a:extLst>
          </p:cNvPr>
          <p:cNvSpPr/>
          <p:nvPr/>
        </p:nvSpPr>
        <p:spPr>
          <a:xfrm>
            <a:off x="3904175" y="536277"/>
            <a:ext cx="1121422" cy="494831"/>
          </a:xfrm>
          <a:prstGeom prst="round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bg1"/>
                </a:solidFill>
              </a:rPr>
              <a:t>Service Provider</a:t>
            </a:r>
          </a:p>
        </p:txBody>
      </p:sp>
      <p:cxnSp>
        <p:nvCxnSpPr>
          <p:cNvPr id="162" name="Straight Arrow Connector 161">
            <a:extLst>
              <a:ext uri="{FF2B5EF4-FFF2-40B4-BE49-F238E27FC236}">
                <a16:creationId xmlns:a16="http://schemas.microsoft.com/office/drawing/2014/main" id="{4C9BF635-E9F4-3BDE-403D-ABE08917D193}"/>
              </a:ext>
            </a:extLst>
          </p:cNvPr>
          <p:cNvCxnSpPr>
            <a:cxnSpLocks/>
            <a:stCxn id="157" idx="2"/>
            <a:endCxn id="140" idx="0"/>
          </p:cNvCxnSpPr>
          <p:nvPr/>
        </p:nvCxnSpPr>
        <p:spPr>
          <a:xfrm flipH="1">
            <a:off x="3681408" y="1031108"/>
            <a:ext cx="783478" cy="241288"/>
          </a:xfrm>
          <a:prstGeom prst="straightConnector1">
            <a:avLst/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TextBox 176">
            <a:extLst>
              <a:ext uri="{FF2B5EF4-FFF2-40B4-BE49-F238E27FC236}">
                <a16:creationId xmlns:a16="http://schemas.microsoft.com/office/drawing/2014/main" id="{2DD9635A-3852-3FD9-98AA-508DC8BF5673}"/>
              </a:ext>
            </a:extLst>
          </p:cNvPr>
          <p:cNvSpPr txBox="1"/>
          <p:nvPr/>
        </p:nvSpPr>
        <p:spPr>
          <a:xfrm>
            <a:off x="1820897" y="2885940"/>
            <a:ext cx="61831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/>
              <a:t>Events</a:t>
            </a:r>
          </a:p>
        </p:txBody>
      </p:sp>
      <p:cxnSp>
        <p:nvCxnSpPr>
          <p:cNvPr id="186" name="Straight Arrow Connector 82">
            <a:extLst>
              <a:ext uri="{FF2B5EF4-FFF2-40B4-BE49-F238E27FC236}">
                <a16:creationId xmlns:a16="http://schemas.microsoft.com/office/drawing/2014/main" id="{F366AD3A-AD1E-61BE-464B-42AED301497D}"/>
              </a:ext>
            </a:extLst>
          </p:cNvPr>
          <p:cNvCxnSpPr>
            <a:cxnSpLocks/>
            <a:stCxn id="144" idx="2"/>
            <a:endCxn id="47" idx="6"/>
          </p:cNvCxnSpPr>
          <p:nvPr/>
        </p:nvCxnSpPr>
        <p:spPr>
          <a:xfrm rot="5400000">
            <a:off x="5363059" y="1891923"/>
            <a:ext cx="232633" cy="1943432"/>
          </a:xfrm>
          <a:prstGeom prst="curvedConnector2">
            <a:avLst/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9" name="Rectangle 188">
            <a:extLst>
              <a:ext uri="{FF2B5EF4-FFF2-40B4-BE49-F238E27FC236}">
                <a16:creationId xmlns:a16="http://schemas.microsoft.com/office/drawing/2014/main" id="{70E264D9-FB95-29C4-19B7-2F26612B6C98}"/>
              </a:ext>
            </a:extLst>
          </p:cNvPr>
          <p:cNvSpPr/>
          <p:nvPr/>
        </p:nvSpPr>
        <p:spPr>
          <a:xfrm>
            <a:off x="6057034" y="3509483"/>
            <a:ext cx="788114" cy="4899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bg1"/>
                </a:solidFill>
              </a:rPr>
              <a:t>Ledger Service</a:t>
            </a:r>
          </a:p>
        </p:txBody>
      </p:sp>
      <p:cxnSp>
        <p:nvCxnSpPr>
          <p:cNvPr id="190" name="Straight Arrow Connector 75">
            <a:extLst>
              <a:ext uri="{FF2B5EF4-FFF2-40B4-BE49-F238E27FC236}">
                <a16:creationId xmlns:a16="http://schemas.microsoft.com/office/drawing/2014/main" id="{65D5F7AE-5E53-C20D-B97D-A21B63D2F663}"/>
              </a:ext>
            </a:extLst>
          </p:cNvPr>
          <p:cNvCxnSpPr>
            <a:cxnSpLocks/>
            <a:stCxn id="47" idx="5"/>
            <a:endCxn id="189" idx="1"/>
          </p:cNvCxnSpPr>
          <p:nvPr/>
        </p:nvCxnSpPr>
        <p:spPr>
          <a:xfrm rot="16200000" flipH="1">
            <a:off x="4938550" y="2635976"/>
            <a:ext cx="445590" cy="1791378"/>
          </a:xfrm>
          <a:prstGeom prst="curvedConnector2">
            <a:avLst/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Arrow Connector 82">
            <a:extLst>
              <a:ext uri="{FF2B5EF4-FFF2-40B4-BE49-F238E27FC236}">
                <a16:creationId xmlns:a16="http://schemas.microsoft.com/office/drawing/2014/main" id="{78BD3958-725E-EB5B-6896-4F0020AAD1E8}"/>
              </a:ext>
            </a:extLst>
          </p:cNvPr>
          <p:cNvCxnSpPr>
            <a:cxnSpLocks/>
            <a:stCxn id="143" idx="2"/>
            <a:endCxn id="47" idx="7"/>
          </p:cNvCxnSpPr>
          <p:nvPr/>
        </p:nvCxnSpPr>
        <p:spPr>
          <a:xfrm rot="5400000">
            <a:off x="5093486" y="1293437"/>
            <a:ext cx="529776" cy="2185435"/>
          </a:xfrm>
          <a:prstGeom prst="curvedConnector3">
            <a:avLst>
              <a:gd name="adj1" fmla="val 50000"/>
            </a:avLst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6" name="TextBox 195">
            <a:extLst>
              <a:ext uri="{FF2B5EF4-FFF2-40B4-BE49-F238E27FC236}">
                <a16:creationId xmlns:a16="http://schemas.microsoft.com/office/drawing/2014/main" id="{ED726937-A360-5795-E4ED-C9E6A46A8F1E}"/>
              </a:ext>
            </a:extLst>
          </p:cNvPr>
          <p:cNvSpPr txBox="1"/>
          <p:nvPr/>
        </p:nvSpPr>
        <p:spPr>
          <a:xfrm>
            <a:off x="4131776" y="2137276"/>
            <a:ext cx="10369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/>
              <a:t>Transaction event</a:t>
            </a: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EE57F5C7-5EDE-8C43-3ED8-3DF6801D2A61}"/>
              </a:ext>
            </a:extLst>
          </p:cNvPr>
          <p:cNvSpPr txBox="1"/>
          <p:nvPr/>
        </p:nvSpPr>
        <p:spPr>
          <a:xfrm>
            <a:off x="4650712" y="2743938"/>
            <a:ext cx="92121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/>
              <a:t>Funding events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5C4DE1-F85C-7389-04F1-506178D76BEF}"/>
              </a:ext>
            </a:extLst>
          </p:cNvPr>
          <p:cNvSpPr/>
          <p:nvPr/>
        </p:nvSpPr>
        <p:spPr>
          <a:xfrm>
            <a:off x="6057034" y="4135540"/>
            <a:ext cx="788114" cy="4899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bg1"/>
                </a:solidFill>
              </a:rPr>
              <a:t>FX Service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4D2005-6C2B-6F2C-8523-F531E6466F0D}"/>
              </a:ext>
            </a:extLst>
          </p:cNvPr>
          <p:cNvSpPr/>
          <p:nvPr/>
        </p:nvSpPr>
        <p:spPr>
          <a:xfrm>
            <a:off x="6057034" y="2883426"/>
            <a:ext cx="788114" cy="4899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bg1"/>
                </a:solidFill>
              </a:rPr>
              <a:t>Card Service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980C2B-62B7-0D31-4C9F-DE0BC1CCDB9B}"/>
              </a:ext>
            </a:extLst>
          </p:cNvPr>
          <p:cNvSpPr/>
          <p:nvPr/>
        </p:nvSpPr>
        <p:spPr>
          <a:xfrm>
            <a:off x="7917536" y="4381233"/>
            <a:ext cx="715678" cy="478214"/>
          </a:xfrm>
          <a:prstGeom prst="rect">
            <a:avLst/>
          </a:prstGeom>
          <a:solidFill>
            <a:schemeClr val="tx1">
              <a:lumMod val="5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Card Processor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0863D80-86A4-498C-3CA7-EF0870CBBD8F}"/>
              </a:ext>
            </a:extLst>
          </p:cNvPr>
          <p:cNvSpPr/>
          <p:nvPr/>
        </p:nvSpPr>
        <p:spPr>
          <a:xfrm>
            <a:off x="8767124" y="4900612"/>
            <a:ext cx="1270076" cy="434224"/>
          </a:xfrm>
          <a:prstGeom prst="ellipse">
            <a:avLst/>
          </a:prstGeom>
          <a:solidFill>
            <a:schemeClr val="accent1">
              <a:lumMod val="7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Cards Network</a:t>
            </a:r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7FE34CDD-09AC-30F8-6B18-DAE122FBDEE3}"/>
              </a:ext>
            </a:extLst>
          </p:cNvPr>
          <p:cNvSpPr/>
          <p:nvPr/>
        </p:nvSpPr>
        <p:spPr>
          <a:xfrm>
            <a:off x="7659912" y="4564497"/>
            <a:ext cx="347466" cy="167517"/>
          </a:xfrm>
          <a:prstGeom prst="rightArrow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>
              <a:solidFill>
                <a:schemeClr val="bg1"/>
              </a:solidFill>
            </a:endParaRPr>
          </a:p>
        </p:txBody>
      </p:sp>
      <p:sp>
        <p:nvSpPr>
          <p:cNvPr id="10" name="Can 9">
            <a:extLst>
              <a:ext uri="{FF2B5EF4-FFF2-40B4-BE49-F238E27FC236}">
                <a16:creationId xmlns:a16="http://schemas.microsoft.com/office/drawing/2014/main" id="{2DE3568C-B136-5D5F-0809-E63FDE89F3E3}"/>
              </a:ext>
            </a:extLst>
          </p:cNvPr>
          <p:cNvSpPr/>
          <p:nvPr/>
        </p:nvSpPr>
        <p:spPr>
          <a:xfrm>
            <a:off x="2286177" y="3704368"/>
            <a:ext cx="914400" cy="943887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Payment Database</a:t>
            </a:r>
          </a:p>
        </p:txBody>
      </p:sp>
      <p:cxnSp>
        <p:nvCxnSpPr>
          <p:cNvPr id="11" name="Straight Arrow Connector 95">
            <a:extLst>
              <a:ext uri="{FF2B5EF4-FFF2-40B4-BE49-F238E27FC236}">
                <a16:creationId xmlns:a16="http://schemas.microsoft.com/office/drawing/2014/main" id="{1F93F9C5-B2D8-6602-2737-E43176797559}"/>
              </a:ext>
            </a:extLst>
          </p:cNvPr>
          <p:cNvCxnSpPr>
            <a:cxnSpLocks/>
            <a:stCxn id="10" idx="1"/>
            <a:endCxn id="47" idx="3"/>
          </p:cNvCxnSpPr>
          <p:nvPr/>
        </p:nvCxnSpPr>
        <p:spPr>
          <a:xfrm rot="5400000" flipH="1" flipV="1">
            <a:off x="2722519" y="3329728"/>
            <a:ext cx="395498" cy="353783"/>
          </a:xfrm>
          <a:prstGeom prst="curvedConnector3">
            <a:avLst>
              <a:gd name="adj1" fmla="val 50000"/>
            </a:avLst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C11E4159-B78B-EB90-893F-117341FE3CE3}"/>
              </a:ext>
            </a:extLst>
          </p:cNvPr>
          <p:cNvSpPr txBox="1"/>
          <p:nvPr/>
        </p:nvSpPr>
        <p:spPr>
          <a:xfrm>
            <a:off x="2189155" y="3317160"/>
            <a:ext cx="618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/>
              <a:t>DB Events</a:t>
            </a:r>
          </a:p>
        </p:txBody>
      </p:sp>
    </p:spTree>
    <p:extLst>
      <p:ext uri="{BB962C8B-B14F-4D97-AF65-F5344CB8AC3E}">
        <p14:creationId xmlns:p14="http://schemas.microsoft.com/office/powerpoint/2010/main" val="15488100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7650D-7F13-223D-37F3-6C4E59FEC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384A26DF-75D4-5EAD-F75F-F33F68AF183D}"/>
              </a:ext>
            </a:extLst>
          </p:cNvPr>
          <p:cNvSpPr/>
          <p:nvPr/>
        </p:nvSpPr>
        <p:spPr>
          <a:xfrm>
            <a:off x="1675181" y="921715"/>
            <a:ext cx="4213555" cy="45720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11DA0D-3A77-96F7-783A-D002EC53B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165" y="-162435"/>
            <a:ext cx="4953601" cy="681503"/>
          </a:xfrm>
        </p:spPr>
        <p:txBody>
          <a:bodyPr>
            <a:normAutofit fontScale="90000"/>
          </a:bodyPr>
          <a:lstStyle/>
          <a:p>
            <a:r>
              <a:rPr lang="en-GB" sz="2400" dirty="0"/>
              <a:t>Leger Service – High level Architecture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FD38D03-7B6D-CD63-9A8C-50582D3DA4B3}"/>
              </a:ext>
            </a:extLst>
          </p:cNvPr>
          <p:cNvSpPr/>
          <p:nvPr/>
        </p:nvSpPr>
        <p:spPr>
          <a:xfrm>
            <a:off x="3287351" y="4706207"/>
            <a:ext cx="788114" cy="4899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bg1"/>
                </a:solidFill>
              </a:rPr>
              <a:t>Notification Service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7271DF70-2978-0A44-FE93-7070D24F22D4}"/>
              </a:ext>
            </a:extLst>
          </p:cNvPr>
          <p:cNvCxnSpPr>
            <a:cxnSpLocks/>
            <a:stCxn id="4" idx="3"/>
            <a:endCxn id="19" idx="0"/>
          </p:cNvCxnSpPr>
          <p:nvPr/>
        </p:nvCxnSpPr>
        <p:spPr>
          <a:xfrm flipH="1">
            <a:off x="3681408" y="3964279"/>
            <a:ext cx="1" cy="741928"/>
          </a:xfrm>
          <a:prstGeom prst="straightConnector1">
            <a:avLst/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TextBox 109">
            <a:extLst>
              <a:ext uri="{FF2B5EF4-FFF2-40B4-BE49-F238E27FC236}">
                <a16:creationId xmlns:a16="http://schemas.microsoft.com/office/drawing/2014/main" id="{FE3ED7AF-AEAC-3CD0-3D7C-7A85B5899319}"/>
              </a:ext>
            </a:extLst>
          </p:cNvPr>
          <p:cNvSpPr txBox="1"/>
          <p:nvPr/>
        </p:nvSpPr>
        <p:spPr>
          <a:xfrm>
            <a:off x="3459320" y="3416182"/>
            <a:ext cx="61831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/>
              <a:t>Events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02456DF6-4399-BE6C-4553-E2055A0DB714}"/>
              </a:ext>
            </a:extLst>
          </p:cNvPr>
          <p:cNvSpPr/>
          <p:nvPr/>
        </p:nvSpPr>
        <p:spPr>
          <a:xfrm>
            <a:off x="2345614" y="1272396"/>
            <a:ext cx="2671588" cy="36399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bg1"/>
                </a:solidFill>
              </a:rPr>
              <a:t>REST API</a:t>
            </a: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E5A0A374-BB99-BF45-66D3-1D548B5171A1}"/>
              </a:ext>
            </a:extLst>
          </p:cNvPr>
          <p:cNvSpPr txBox="1"/>
          <p:nvPr/>
        </p:nvSpPr>
        <p:spPr>
          <a:xfrm>
            <a:off x="3148864" y="2645167"/>
            <a:ext cx="10369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>
                <a:solidFill>
                  <a:schemeClr val="bg1"/>
                </a:solidFill>
              </a:rPr>
              <a:t>Database updates</a:t>
            </a: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7F39A083-860C-8676-E78B-2963FE49F68D}"/>
              </a:ext>
            </a:extLst>
          </p:cNvPr>
          <p:cNvSpPr txBox="1"/>
          <p:nvPr/>
        </p:nvSpPr>
        <p:spPr>
          <a:xfrm>
            <a:off x="3264636" y="4198606"/>
            <a:ext cx="92121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>
                <a:solidFill>
                  <a:schemeClr val="bg1"/>
                </a:solidFill>
              </a:rPr>
              <a:t>Ledger events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845CE63-DB2C-31DF-CCBC-0BF642EB02D3}"/>
              </a:ext>
            </a:extLst>
          </p:cNvPr>
          <p:cNvSpPr/>
          <p:nvPr/>
        </p:nvSpPr>
        <p:spPr>
          <a:xfrm>
            <a:off x="3287351" y="2036302"/>
            <a:ext cx="788114" cy="4899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bg1"/>
                </a:solidFill>
              </a:rPr>
              <a:t>Transaction</a:t>
            </a:r>
          </a:p>
        </p:txBody>
      </p:sp>
      <p:sp>
        <p:nvSpPr>
          <p:cNvPr id="4" name="Can 3">
            <a:extLst>
              <a:ext uri="{FF2B5EF4-FFF2-40B4-BE49-F238E27FC236}">
                <a16:creationId xmlns:a16="http://schemas.microsoft.com/office/drawing/2014/main" id="{452BCDD8-17D6-A622-6AE3-1B2C01956BB5}"/>
              </a:ext>
            </a:extLst>
          </p:cNvPr>
          <p:cNvSpPr/>
          <p:nvPr/>
        </p:nvSpPr>
        <p:spPr>
          <a:xfrm>
            <a:off x="3080453" y="3029265"/>
            <a:ext cx="1201911" cy="935014"/>
          </a:xfrm>
          <a:prstGeom prst="can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Ledger DB</a:t>
            </a:r>
          </a:p>
        </p:txBody>
      </p:sp>
      <p:cxnSp>
        <p:nvCxnSpPr>
          <p:cNvPr id="10" name="Straight Arrow Connector 72">
            <a:extLst>
              <a:ext uri="{FF2B5EF4-FFF2-40B4-BE49-F238E27FC236}">
                <a16:creationId xmlns:a16="http://schemas.microsoft.com/office/drawing/2014/main" id="{955EC6CE-6100-CE15-4F61-B3566F4A7B00}"/>
              </a:ext>
            </a:extLst>
          </p:cNvPr>
          <p:cNvCxnSpPr>
            <a:cxnSpLocks/>
            <a:stCxn id="3" idx="2"/>
            <a:endCxn id="4" idx="1"/>
          </p:cNvCxnSpPr>
          <p:nvPr/>
        </p:nvCxnSpPr>
        <p:spPr>
          <a:xfrm>
            <a:off x="3681408" y="2526256"/>
            <a:ext cx="1" cy="503009"/>
          </a:xfrm>
          <a:prstGeom prst="straightConnector1">
            <a:avLst/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72">
            <a:extLst>
              <a:ext uri="{FF2B5EF4-FFF2-40B4-BE49-F238E27FC236}">
                <a16:creationId xmlns:a16="http://schemas.microsoft.com/office/drawing/2014/main" id="{C53995E0-B2B0-1D57-9132-2CA20D0B9FF9}"/>
              </a:ext>
            </a:extLst>
          </p:cNvPr>
          <p:cNvCxnSpPr>
            <a:cxnSpLocks/>
            <a:stCxn id="140" idx="2"/>
            <a:endCxn id="3" idx="0"/>
          </p:cNvCxnSpPr>
          <p:nvPr/>
        </p:nvCxnSpPr>
        <p:spPr>
          <a:xfrm>
            <a:off x="3681408" y="1636388"/>
            <a:ext cx="0" cy="399914"/>
          </a:xfrm>
          <a:prstGeom prst="straightConnector1">
            <a:avLst/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6312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99043-27DE-3FDC-1872-9E698D46D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A7ED6C48-30AA-5A39-BEBA-4771D8CCB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570" y="-24440"/>
            <a:ext cx="7685037" cy="516405"/>
          </a:xfrm>
        </p:spPr>
        <p:txBody>
          <a:bodyPr>
            <a:normAutofit/>
          </a:bodyPr>
          <a:lstStyle/>
          <a:p>
            <a:r>
              <a:rPr lang="en-GB" sz="2300" dirty="0"/>
              <a:t>Cross-border Payment processing 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A22D9C6-765F-E21F-2A12-776360022221}"/>
              </a:ext>
            </a:extLst>
          </p:cNvPr>
          <p:cNvSpPr/>
          <p:nvPr/>
        </p:nvSpPr>
        <p:spPr>
          <a:xfrm>
            <a:off x="238570" y="791124"/>
            <a:ext cx="1302210" cy="930310"/>
          </a:xfrm>
          <a:prstGeom prst="ellipse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bg1"/>
                </a:solidFill>
              </a:rPr>
              <a:t>Requested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75A9D42-4175-B5D4-6867-33B7245DF117}"/>
              </a:ext>
            </a:extLst>
          </p:cNvPr>
          <p:cNvSpPr/>
          <p:nvPr/>
        </p:nvSpPr>
        <p:spPr>
          <a:xfrm>
            <a:off x="2271278" y="791124"/>
            <a:ext cx="1302210" cy="930310"/>
          </a:xfrm>
          <a:prstGeom prst="ellipse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bg1"/>
                </a:solidFill>
              </a:rPr>
              <a:t>Pending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A57AB95-8B6A-5B39-0E6E-3F88DD3E3AE3}"/>
              </a:ext>
            </a:extLst>
          </p:cNvPr>
          <p:cNvSpPr/>
          <p:nvPr/>
        </p:nvSpPr>
        <p:spPr>
          <a:xfrm>
            <a:off x="6336694" y="791124"/>
            <a:ext cx="1302210" cy="930310"/>
          </a:xfrm>
          <a:prstGeom prst="ellipse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bg1"/>
                </a:solidFill>
              </a:rPr>
              <a:t>Sent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A4C3D95-B787-A192-95A4-F819D38D49C2}"/>
              </a:ext>
            </a:extLst>
          </p:cNvPr>
          <p:cNvSpPr/>
          <p:nvPr/>
        </p:nvSpPr>
        <p:spPr>
          <a:xfrm>
            <a:off x="8369402" y="791124"/>
            <a:ext cx="1302210" cy="930310"/>
          </a:xfrm>
          <a:prstGeom prst="ellipse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bg1"/>
                </a:solidFill>
              </a:rPr>
              <a:t>Pending Processing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1C37BE7-4296-AD83-30FA-C205C89D9018}"/>
              </a:ext>
            </a:extLst>
          </p:cNvPr>
          <p:cNvSpPr/>
          <p:nvPr/>
        </p:nvSpPr>
        <p:spPr>
          <a:xfrm>
            <a:off x="10402110" y="791124"/>
            <a:ext cx="1302210" cy="930310"/>
          </a:xfrm>
          <a:prstGeom prst="ellipse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bg1"/>
                </a:solidFill>
              </a:rPr>
              <a:t>Processed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5146DC5-4075-B729-790C-56CD3EFDC737}"/>
              </a:ext>
            </a:extLst>
          </p:cNvPr>
          <p:cNvCxnSpPr>
            <a:cxnSpLocks/>
            <a:stCxn id="19" idx="6"/>
            <a:endCxn id="22" idx="2"/>
          </p:cNvCxnSpPr>
          <p:nvPr/>
        </p:nvCxnSpPr>
        <p:spPr>
          <a:xfrm>
            <a:off x="1540780" y="1256279"/>
            <a:ext cx="7304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2C6E348B-B9A8-096F-FA29-73B4323E07A9}"/>
              </a:ext>
            </a:extLst>
          </p:cNvPr>
          <p:cNvCxnSpPr>
            <a:cxnSpLocks/>
            <a:stCxn id="22" idx="6"/>
            <a:endCxn id="1032" idx="2"/>
          </p:cNvCxnSpPr>
          <p:nvPr/>
        </p:nvCxnSpPr>
        <p:spPr>
          <a:xfrm>
            <a:off x="3573488" y="1256279"/>
            <a:ext cx="7304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49FEFA51-F146-77E3-792A-832F2B966398}"/>
              </a:ext>
            </a:extLst>
          </p:cNvPr>
          <p:cNvCxnSpPr>
            <a:cxnSpLocks/>
            <a:stCxn id="23" idx="6"/>
            <a:endCxn id="25" idx="2"/>
          </p:cNvCxnSpPr>
          <p:nvPr/>
        </p:nvCxnSpPr>
        <p:spPr>
          <a:xfrm>
            <a:off x="7638904" y="1256279"/>
            <a:ext cx="7304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3602206E-55BB-FFD1-5FCC-711CE96CCAE2}"/>
              </a:ext>
            </a:extLst>
          </p:cNvPr>
          <p:cNvCxnSpPr>
            <a:cxnSpLocks/>
            <a:stCxn id="25" idx="6"/>
            <a:endCxn id="26" idx="2"/>
          </p:cNvCxnSpPr>
          <p:nvPr/>
        </p:nvCxnSpPr>
        <p:spPr>
          <a:xfrm>
            <a:off x="9671612" y="1256279"/>
            <a:ext cx="7304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26" name="Group 1025">
            <a:extLst>
              <a:ext uri="{FF2B5EF4-FFF2-40B4-BE49-F238E27FC236}">
                <a16:creationId xmlns:a16="http://schemas.microsoft.com/office/drawing/2014/main" id="{E638E97F-6743-5B55-75F7-26F5B3F2EEC2}"/>
              </a:ext>
            </a:extLst>
          </p:cNvPr>
          <p:cNvGrpSpPr/>
          <p:nvPr/>
        </p:nvGrpSpPr>
        <p:grpSpPr>
          <a:xfrm rot="16200000">
            <a:off x="-45776" y="3219181"/>
            <a:ext cx="1870903" cy="474793"/>
            <a:chOff x="545" y="2958843"/>
            <a:chExt cx="2376289" cy="1188144"/>
          </a:xfrm>
          <a:scene3d>
            <a:camera prst="orthographicFront"/>
            <a:lightRig rig="chilly" dir="t"/>
          </a:scene3d>
        </p:grpSpPr>
        <p:sp>
          <p:nvSpPr>
            <p:cNvPr id="1027" name="Rectangle 1026">
              <a:extLst>
                <a:ext uri="{FF2B5EF4-FFF2-40B4-BE49-F238E27FC236}">
                  <a16:creationId xmlns:a16="http://schemas.microsoft.com/office/drawing/2014/main" id="{12E394C9-B8DC-30D2-5D75-29D6BB95E529}"/>
                </a:ext>
              </a:extLst>
            </p:cNvPr>
            <p:cNvSpPr/>
            <p:nvPr/>
          </p:nvSpPr>
          <p:spPr>
            <a:xfrm>
              <a:off x="545" y="2958843"/>
              <a:ext cx="2376289" cy="1188144"/>
            </a:xfrm>
            <a:prstGeom prst="rect">
              <a:avLst/>
            </a:prstGeom>
            <a:solidFill>
              <a:srgbClr val="00B0F0"/>
            </a:solidFill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>
                <a:solidFill>
                  <a:schemeClr val="bg1"/>
                </a:solidFill>
              </a:endParaRPr>
            </a:p>
          </p:txBody>
        </p:sp>
        <p:sp>
          <p:nvSpPr>
            <p:cNvPr id="1028" name="TextBox 1027">
              <a:extLst>
                <a:ext uri="{FF2B5EF4-FFF2-40B4-BE49-F238E27FC236}">
                  <a16:creationId xmlns:a16="http://schemas.microsoft.com/office/drawing/2014/main" id="{A8D5D72E-C082-25DE-ADDA-4B4C50268C1F}"/>
                </a:ext>
              </a:extLst>
            </p:cNvPr>
            <p:cNvSpPr txBox="1"/>
            <p:nvPr/>
          </p:nvSpPr>
          <p:spPr>
            <a:xfrm>
              <a:off x="545" y="2958843"/>
              <a:ext cx="2376289" cy="1188144"/>
            </a:xfrm>
            <a:prstGeom prst="rect">
              <a:avLst/>
            </a:prstGeom>
            <a:solidFill>
              <a:srgbClr val="00B0F0"/>
            </a:solidFill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ctr">
                <a:defRPr sz="1000">
                  <a:solidFill>
                    <a:schemeClr val="bg1"/>
                  </a:solidFill>
                </a:defRPr>
              </a:lvl1pPr>
            </a:lstStyle>
            <a:p>
              <a:r>
                <a:rPr lang="en-GB" dirty="0"/>
                <a:t>User Portal</a:t>
              </a:r>
            </a:p>
          </p:txBody>
        </p:sp>
      </p:grpSp>
      <p:grpSp>
        <p:nvGrpSpPr>
          <p:cNvPr id="1029" name="Group 1028">
            <a:extLst>
              <a:ext uri="{FF2B5EF4-FFF2-40B4-BE49-F238E27FC236}">
                <a16:creationId xmlns:a16="http://schemas.microsoft.com/office/drawing/2014/main" id="{9D17D32B-4C56-8E00-083F-484BEDC019A5}"/>
              </a:ext>
            </a:extLst>
          </p:cNvPr>
          <p:cNvGrpSpPr/>
          <p:nvPr/>
        </p:nvGrpSpPr>
        <p:grpSpPr>
          <a:xfrm rot="16200000">
            <a:off x="1986932" y="3219181"/>
            <a:ext cx="1870903" cy="474793"/>
            <a:chOff x="545" y="2958843"/>
            <a:chExt cx="2376289" cy="1188144"/>
          </a:xfrm>
          <a:scene3d>
            <a:camera prst="orthographicFront"/>
            <a:lightRig rig="chilly" dir="t"/>
          </a:scene3d>
        </p:grpSpPr>
        <p:sp>
          <p:nvSpPr>
            <p:cNvPr id="1030" name="Rectangle 1029">
              <a:extLst>
                <a:ext uri="{FF2B5EF4-FFF2-40B4-BE49-F238E27FC236}">
                  <a16:creationId xmlns:a16="http://schemas.microsoft.com/office/drawing/2014/main" id="{5312C966-698A-4C3F-5249-C0E13A4E9857}"/>
                </a:ext>
              </a:extLst>
            </p:cNvPr>
            <p:cNvSpPr/>
            <p:nvPr/>
          </p:nvSpPr>
          <p:spPr>
            <a:xfrm>
              <a:off x="545" y="2958843"/>
              <a:ext cx="2376289" cy="1188144"/>
            </a:xfrm>
            <a:prstGeom prst="rect">
              <a:avLst/>
            </a:prstGeom>
            <a:solidFill>
              <a:srgbClr val="00B0F0"/>
            </a:solidFill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>
                <a:solidFill>
                  <a:schemeClr val="bg1"/>
                </a:solidFill>
              </a:endParaRPr>
            </a:p>
          </p:txBody>
        </p:sp>
        <p:sp>
          <p:nvSpPr>
            <p:cNvPr id="1031" name="TextBox 1030">
              <a:extLst>
                <a:ext uri="{FF2B5EF4-FFF2-40B4-BE49-F238E27FC236}">
                  <a16:creationId xmlns:a16="http://schemas.microsoft.com/office/drawing/2014/main" id="{132E509F-9C02-F8DE-AA46-7D8F255B0076}"/>
                </a:ext>
              </a:extLst>
            </p:cNvPr>
            <p:cNvSpPr txBox="1"/>
            <p:nvPr/>
          </p:nvSpPr>
          <p:spPr>
            <a:xfrm>
              <a:off x="545" y="2958843"/>
              <a:ext cx="2376289" cy="1188144"/>
            </a:xfrm>
            <a:prstGeom prst="rect">
              <a:avLst/>
            </a:prstGeom>
            <a:solidFill>
              <a:srgbClr val="00B0F0"/>
            </a:solidFill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ctr">
                <a:defRPr sz="1000">
                  <a:solidFill>
                    <a:schemeClr val="bg1"/>
                  </a:solidFill>
                </a:defRPr>
              </a:lvl1pPr>
            </a:lstStyle>
            <a:p>
              <a:r>
                <a:rPr lang="en-GB" dirty="0"/>
                <a:t>Payment Service</a:t>
              </a:r>
            </a:p>
          </p:txBody>
        </p:sp>
      </p:grpSp>
      <p:sp>
        <p:nvSpPr>
          <p:cNvPr id="1032" name="Oval 1031">
            <a:extLst>
              <a:ext uri="{FF2B5EF4-FFF2-40B4-BE49-F238E27FC236}">
                <a16:creationId xmlns:a16="http://schemas.microsoft.com/office/drawing/2014/main" id="{104C606D-CDA7-0856-088B-D6BC55D428C6}"/>
              </a:ext>
            </a:extLst>
          </p:cNvPr>
          <p:cNvSpPr/>
          <p:nvPr/>
        </p:nvSpPr>
        <p:spPr>
          <a:xfrm>
            <a:off x="4303986" y="791124"/>
            <a:ext cx="1302210" cy="930310"/>
          </a:xfrm>
          <a:prstGeom prst="ellipse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bg1"/>
                </a:solidFill>
              </a:rPr>
              <a:t>Approved</a:t>
            </a:r>
          </a:p>
        </p:txBody>
      </p:sp>
      <p:cxnSp>
        <p:nvCxnSpPr>
          <p:cNvPr id="1035" name="Straight Arrow Connector 1034">
            <a:extLst>
              <a:ext uri="{FF2B5EF4-FFF2-40B4-BE49-F238E27FC236}">
                <a16:creationId xmlns:a16="http://schemas.microsoft.com/office/drawing/2014/main" id="{909F9706-F344-F817-3438-D00ADB32AD49}"/>
              </a:ext>
            </a:extLst>
          </p:cNvPr>
          <p:cNvCxnSpPr>
            <a:cxnSpLocks/>
            <a:stCxn id="1032" idx="6"/>
            <a:endCxn id="23" idx="2"/>
          </p:cNvCxnSpPr>
          <p:nvPr/>
        </p:nvCxnSpPr>
        <p:spPr>
          <a:xfrm>
            <a:off x="5606196" y="1256279"/>
            <a:ext cx="7304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54" name="Group 1053">
            <a:extLst>
              <a:ext uri="{FF2B5EF4-FFF2-40B4-BE49-F238E27FC236}">
                <a16:creationId xmlns:a16="http://schemas.microsoft.com/office/drawing/2014/main" id="{F0D854D8-9A9D-F6F5-E63C-02EBA66AC27D}"/>
              </a:ext>
            </a:extLst>
          </p:cNvPr>
          <p:cNvGrpSpPr/>
          <p:nvPr/>
        </p:nvGrpSpPr>
        <p:grpSpPr>
          <a:xfrm rot="16200000">
            <a:off x="4019640" y="3219181"/>
            <a:ext cx="1870903" cy="474793"/>
            <a:chOff x="545" y="2958843"/>
            <a:chExt cx="2376289" cy="1188144"/>
          </a:xfrm>
          <a:scene3d>
            <a:camera prst="orthographicFront"/>
            <a:lightRig rig="chilly" dir="t"/>
          </a:scene3d>
        </p:grpSpPr>
        <p:sp>
          <p:nvSpPr>
            <p:cNvPr id="1055" name="Rectangle 1054">
              <a:extLst>
                <a:ext uri="{FF2B5EF4-FFF2-40B4-BE49-F238E27FC236}">
                  <a16:creationId xmlns:a16="http://schemas.microsoft.com/office/drawing/2014/main" id="{96D7E62B-CCED-1470-2111-08023461560E}"/>
                </a:ext>
              </a:extLst>
            </p:cNvPr>
            <p:cNvSpPr/>
            <p:nvPr/>
          </p:nvSpPr>
          <p:spPr>
            <a:xfrm>
              <a:off x="545" y="2958843"/>
              <a:ext cx="2376289" cy="1188144"/>
            </a:xfrm>
            <a:prstGeom prst="rect">
              <a:avLst/>
            </a:prstGeom>
            <a:solidFill>
              <a:srgbClr val="00B0F0"/>
            </a:solidFill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>
                <a:solidFill>
                  <a:schemeClr val="bg1"/>
                </a:solidFill>
              </a:endParaRPr>
            </a:p>
          </p:txBody>
        </p:sp>
        <p:sp>
          <p:nvSpPr>
            <p:cNvPr id="1056" name="TextBox 1055">
              <a:extLst>
                <a:ext uri="{FF2B5EF4-FFF2-40B4-BE49-F238E27FC236}">
                  <a16:creationId xmlns:a16="http://schemas.microsoft.com/office/drawing/2014/main" id="{BDAD2A57-69B9-11C8-7E54-E6CFFD4A5556}"/>
                </a:ext>
              </a:extLst>
            </p:cNvPr>
            <p:cNvSpPr txBox="1"/>
            <p:nvPr/>
          </p:nvSpPr>
          <p:spPr>
            <a:xfrm>
              <a:off x="545" y="2958843"/>
              <a:ext cx="2376289" cy="1188144"/>
            </a:xfrm>
            <a:prstGeom prst="rect">
              <a:avLst/>
            </a:prstGeom>
            <a:solidFill>
              <a:srgbClr val="00B0F0"/>
            </a:solidFill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ctr">
                <a:defRPr sz="1000">
                  <a:solidFill>
                    <a:schemeClr val="bg1"/>
                  </a:solidFill>
                </a:defRPr>
              </a:lvl1pPr>
            </a:lstStyle>
            <a:p>
              <a:r>
                <a:rPr lang="en-GB" dirty="0"/>
                <a:t>Admin Portal</a:t>
              </a:r>
            </a:p>
          </p:txBody>
        </p:sp>
      </p:grpSp>
      <p:grpSp>
        <p:nvGrpSpPr>
          <p:cNvPr id="1060" name="Group 1059">
            <a:extLst>
              <a:ext uri="{FF2B5EF4-FFF2-40B4-BE49-F238E27FC236}">
                <a16:creationId xmlns:a16="http://schemas.microsoft.com/office/drawing/2014/main" id="{84FD7066-B385-7874-B95D-4EFEDBBE7EAC}"/>
              </a:ext>
            </a:extLst>
          </p:cNvPr>
          <p:cNvGrpSpPr/>
          <p:nvPr/>
        </p:nvGrpSpPr>
        <p:grpSpPr>
          <a:xfrm rot="16200000">
            <a:off x="6052348" y="3219181"/>
            <a:ext cx="1870903" cy="474793"/>
            <a:chOff x="545" y="2958843"/>
            <a:chExt cx="2376289" cy="1188144"/>
          </a:xfrm>
          <a:scene3d>
            <a:camera prst="orthographicFront"/>
            <a:lightRig rig="chilly" dir="t"/>
          </a:scene3d>
        </p:grpSpPr>
        <p:sp>
          <p:nvSpPr>
            <p:cNvPr id="1061" name="Rectangle 1060">
              <a:extLst>
                <a:ext uri="{FF2B5EF4-FFF2-40B4-BE49-F238E27FC236}">
                  <a16:creationId xmlns:a16="http://schemas.microsoft.com/office/drawing/2014/main" id="{52D26A8D-EEAC-07CA-FD0F-A5A508FAE530}"/>
                </a:ext>
              </a:extLst>
            </p:cNvPr>
            <p:cNvSpPr/>
            <p:nvPr/>
          </p:nvSpPr>
          <p:spPr>
            <a:xfrm>
              <a:off x="545" y="2958843"/>
              <a:ext cx="2376289" cy="1188144"/>
            </a:xfrm>
            <a:prstGeom prst="rect">
              <a:avLst/>
            </a:prstGeom>
            <a:solidFill>
              <a:srgbClr val="00B0F0"/>
            </a:solidFill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>
                <a:solidFill>
                  <a:schemeClr val="bg1"/>
                </a:solidFill>
              </a:endParaRPr>
            </a:p>
          </p:txBody>
        </p:sp>
        <p:sp>
          <p:nvSpPr>
            <p:cNvPr id="1062" name="TextBox 1061">
              <a:extLst>
                <a:ext uri="{FF2B5EF4-FFF2-40B4-BE49-F238E27FC236}">
                  <a16:creationId xmlns:a16="http://schemas.microsoft.com/office/drawing/2014/main" id="{CDDFCD23-983C-7029-708E-071AFE70FE53}"/>
                </a:ext>
              </a:extLst>
            </p:cNvPr>
            <p:cNvSpPr txBox="1"/>
            <p:nvPr/>
          </p:nvSpPr>
          <p:spPr>
            <a:xfrm>
              <a:off x="545" y="2958843"/>
              <a:ext cx="2376289" cy="1188144"/>
            </a:xfrm>
            <a:prstGeom prst="rect">
              <a:avLst/>
            </a:prstGeom>
            <a:solidFill>
              <a:srgbClr val="00B0F0"/>
            </a:solidFill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ctr">
                <a:defRPr sz="1000">
                  <a:solidFill>
                    <a:schemeClr val="bg1"/>
                  </a:solidFill>
                </a:defRPr>
              </a:lvl1pPr>
            </a:lstStyle>
            <a:p>
              <a:r>
                <a:rPr lang="en-GB" dirty="0"/>
                <a:t>Payment Connector</a:t>
              </a:r>
            </a:p>
          </p:txBody>
        </p:sp>
      </p:grpSp>
      <p:grpSp>
        <p:nvGrpSpPr>
          <p:cNvPr id="1063" name="Group 1062">
            <a:extLst>
              <a:ext uri="{FF2B5EF4-FFF2-40B4-BE49-F238E27FC236}">
                <a16:creationId xmlns:a16="http://schemas.microsoft.com/office/drawing/2014/main" id="{65260A77-EBA8-14F7-CD74-DFB7B942F694}"/>
              </a:ext>
            </a:extLst>
          </p:cNvPr>
          <p:cNvGrpSpPr/>
          <p:nvPr/>
        </p:nvGrpSpPr>
        <p:grpSpPr>
          <a:xfrm rot="16200000">
            <a:off x="8085056" y="3219181"/>
            <a:ext cx="1870903" cy="474793"/>
            <a:chOff x="545" y="2958843"/>
            <a:chExt cx="2376289" cy="1188144"/>
          </a:xfrm>
          <a:scene3d>
            <a:camera prst="orthographicFront"/>
            <a:lightRig rig="chilly" dir="t"/>
          </a:scene3d>
        </p:grpSpPr>
        <p:sp>
          <p:nvSpPr>
            <p:cNvPr id="1064" name="Rectangle 1063">
              <a:extLst>
                <a:ext uri="{FF2B5EF4-FFF2-40B4-BE49-F238E27FC236}">
                  <a16:creationId xmlns:a16="http://schemas.microsoft.com/office/drawing/2014/main" id="{0D57E587-C444-C5BE-EE77-7DCC90ECCCC8}"/>
                </a:ext>
              </a:extLst>
            </p:cNvPr>
            <p:cNvSpPr/>
            <p:nvPr/>
          </p:nvSpPr>
          <p:spPr>
            <a:xfrm>
              <a:off x="545" y="2958843"/>
              <a:ext cx="2376289" cy="1188144"/>
            </a:xfrm>
            <a:prstGeom prst="rect">
              <a:avLst/>
            </a:prstGeom>
            <a:solidFill>
              <a:srgbClr val="00B0F0"/>
            </a:solidFill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>
                <a:solidFill>
                  <a:schemeClr val="bg1"/>
                </a:solidFill>
              </a:endParaRPr>
            </a:p>
          </p:txBody>
        </p:sp>
        <p:sp>
          <p:nvSpPr>
            <p:cNvPr id="1065" name="TextBox 1064">
              <a:extLst>
                <a:ext uri="{FF2B5EF4-FFF2-40B4-BE49-F238E27FC236}">
                  <a16:creationId xmlns:a16="http://schemas.microsoft.com/office/drawing/2014/main" id="{CFAAFBEA-FE7A-938B-634E-1BAD448D05A9}"/>
                </a:ext>
              </a:extLst>
            </p:cNvPr>
            <p:cNvSpPr txBox="1"/>
            <p:nvPr/>
          </p:nvSpPr>
          <p:spPr>
            <a:xfrm>
              <a:off x="545" y="2958843"/>
              <a:ext cx="2376289" cy="1188144"/>
            </a:xfrm>
            <a:prstGeom prst="rect">
              <a:avLst/>
            </a:prstGeom>
            <a:solidFill>
              <a:srgbClr val="00B0F0"/>
            </a:solidFill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ctr">
                <a:defRPr sz="1000">
                  <a:solidFill>
                    <a:schemeClr val="bg1"/>
                  </a:solidFill>
                </a:defRPr>
              </a:lvl1pPr>
            </a:lstStyle>
            <a:p>
              <a:r>
                <a:rPr lang="en-GB" dirty="0"/>
                <a:t>Banking Partner</a:t>
              </a:r>
            </a:p>
          </p:txBody>
        </p:sp>
      </p:grpSp>
      <p:grpSp>
        <p:nvGrpSpPr>
          <p:cNvPr id="1066" name="Group 1065">
            <a:extLst>
              <a:ext uri="{FF2B5EF4-FFF2-40B4-BE49-F238E27FC236}">
                <a16:creationId xmlns:a16="http://schemas.microsoft.com/office/drawing/2014/main" id="{51A77D2E-6D42-9B69-6FE8-E3BC8FFDEA30}"/>
              </a:ext>
            </a:extLst>
          </p:cNvPr>
          <p:cNvGrpSpPr/>
          <p:nvPr/>
        </p:nvGrpSpPr>
        <p:grpSpPr>
          <a:xfrm rot="16200000">
            <a:off x="10117764" y="3219181"/>
            <a:ext cx="1870903" cy="474793"/>
            <a:chOff x="545" y="2958843"/>
            <a:chExt cx="2376289" cy="1188144"/>
          </a:xfrm>
          <a:scene3d>
            <a:camera prst="orthographicFront"/>
            <a:lightRig rig="chilly" dir="t"/>
          </a:scene3d>
        </p:grpSpPr>
        <p:sp>
          <p:nvSpPr>
            <p:cNvPr id="1067" name="Rectangle 1066">
              <a:extLst>
                <a:ext uri="{FF2B5EF4-FFF2-40B4-BE49-F238E27FC236}">
                  <a16:creationId xmlns:a16="http://schemas.microsoft.com/office/drawing/2014/main" id="{ED3E7ED3-EF58-A60E-C9A2-5576806F2F20}"/>
                </a:ext>
              </a:extLst>
            </p:cNvPr>
            <p:cNvSpPr/>
            <p:nvPr/>
          </p:nvSpPr>
          <p:spPr>
            <a:xfrm>
              <a:off x="545" y="2958843"/>
              <a:ext cx="2376289" cy="1188144"/>
            </a:xfrm>
            <a:prstGeom prst="rect">
              <a:avLst/>
            </a:prstGeom>
            <a:solidFill>
              <a:srgbClr val="00B0F0"/>
            </a:solidFill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>
                <a:solidFill>
                  <a:schemeClr val="bg1"/>
                </a:solidFill>
              </a:endParaRPr>
            </a:p>
          </p:txBody>
        </p:sp>
        <p:sp>
          <p:nvSpPr>
            <p:cNvPr id="1068" name="TextBox 1067">
              <a:extLst>
                <a:ext uri="{FF2B5EF4-FFF2-40B4-BE49-F238E27FC236}">
                  <a16:creationId xmlns:a16="http://schemas.microsoft.com/office/drawing/2014/main" id="{905B1836-32EB-F6F4-AF0F-459C74B426CE}"/>
                </a:ext>
              </a:extLst>
            </p:cNvPr>
            <p:cNvSpPr txBox="1"/>
            <p:nvPr/>
          </p:nvSpPr>
          <p:spPr>
            <a:xfrm>
              <a:off x="545" y="2958843"/>
              <a:ext cx="2376289" cy="1188144"/>
            </a:xfrm>
            <a:prstGeom prst="rect">
              <a:avLst/>
            </a:prstGeom>
            <a:solidFill>
              <a:srgbClr val="00B0F0"/>
            </a:solidFill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ctr">
                <a:defRPr sz="1000">
                  <a:solidFill>
                    <a:schemeClr val="bg1"/>
                  </a:solidFill>
                </a:defRPr>
              </a:lvl1pPr>
            </a:lstStyle>
            <a:p>
              <a:r>
                <a:rPr lang="en-GB" dirty="0"/>
                <a:t>Banking Partner</a:t>
              </a:r>
            </a:p>
          </p:txBody>
        </p:sp>
      </p:grpSp>
      <p:cxnSp>
        <p:nvCxnSpPr>
          <p:cNvPr id="1069" name="Straight Arrow Connector 1068">
            <a:extLst>
              <a:ext uri="{FF2B5EF4-FFF2-40B4-BE49-F238E27FC236}">
                <a16:creationId xmlns:a16="http://schemas.microsoft.com/office/drawing/2014/main" id="{A2C70487-2534-C117-3AEA-64508E47830A}"/>
              </a:ext>
            </a:extLst>
          </p:cNvPr>
          <p:cNvCxnSpPr>
            <a:cxnSpLocks/>
          </p:cNvCxnSpPr>
          <p:nvPr/>
        </p:nvCxnSpPr>
        <p:spPr>
          <a:xfrm>
            <a:off x="1127072" y="3456577"/>
            <a:ext cx="15579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3" name="Straight Arrow Connector 1072">
            <a:extLst>
              <a:ext uri="{FF2B5EF4-FFF2-40B4-BE49-F238E27FC236}">
                <a16:creationId xmlns:a16="http://schemas.microsoft.com/office/drawing/2014/main" id="{A0D2508C-FA6A-1C0E-00DE-8A7A957EB646}"/>
              </a:ext>
            </a:extLst>
          </p:cNvPr>
          <p:cNvCxnSpPr>
            <a:cxnSpLocks/>
            <a:stCxn id="1031" idx="2"/>
            <a:endCxn id="1056" idx="0"/>
          </p:cNvCxnSpPr>
          <p:nvPr/>
        </p:nvCxnSpPr>
        <p:spPr>
          <a:xfrm>
            <a:off x="3159780" y="3456577"/>
            <a:ext cx="15579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7" name="Straight Arrow Connector 1076">
            <a:extLst>
              <a:ext uri="{FF2B5EF4-FFF2-40B4-BE49-F238E27FC236}">
                <a16:creationId xmlns:a16="http://schemas.microsoft.com/office/drawing/2014/main" id="{5DB9E172-486C-2DC1-89E0-147912B528D5}"/>
              </a:ext>
            </a:extLst>
          </p:cNvPr>
          <p:cNvCxnSpPr>
            <a:cxnSpLocks/>
            <a:endCxn id="1062" idx="0"/>
          </p:cNvCxnSpPr>
          <p:nvPr/>
        </p:nvCxnSpPr>
        <p:spPr>
          <a:xfrm>
            <a:off x="5192487" y="3456577"/>
            <a:ext cx="15579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0" name="Straight Arrow Connector 1079">
            <a:extLst>
              <a:ext uri="{FF2B5EF4-FFF2-40B4-BE49-F238E27FC236}">
                <a16:creationId xmlns:a16="http://schemas.microsoft.com/office/drawing/2014/main" id="{B49B06F5-1B11-07B7-5FC3-722EDE9CC62C}"/>
              </a:ext>
            </a:extLst>
          </p:cNvPr>
          <p:cNvCxnSpPr>
            <a:cxnSpLocks/>
            <a:stCxn id="1062" idx="2"/>
            <a:endCxn id="1065" idx="0"/>
          </p:cNvCxnSpPr>
          <p:nvPr/>
        </p:nvCxnSpPr>
        <p:spPr>
          <a:xfrm>
            <a:off x="7225196" y="3456577"/>
            <a:ext cx="15579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3" name="Straight Arrow Connector 1082">
            <a:extLst>
              <a:ext uri="{FF2B5EF4-FFF2-40B4-BE49-F238E27FC236}">
                <a16:creationId xmlns:a16="http://schemas.microsoft.com/office/drawing/2014/main" id="{309A8EF6-7D94-ADB4-EAFE-8E2FE0D9DDF7}"/>
              </a:ext>
            </a:extLst>
          </p:cNvPr>
          <p:cNvCxnSpPr>
            <a:cxnSpLocks/>
            <a:stCxn id="1065" idx="2"/>
            <a:endCxn id="1068" idx="0"/>
          </p:cNvCxnSpPr>
          <p:nvPr/>
        </p:nvCxnSpPr>
        <p:spPr>
          <a:xfrm>
            <a:off x="9257904" y="3456577"/>
            <a:ext cx="15579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2001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102E9-7C28-AEBA-5581-17EDF8259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FA9A071D-E348-A525-E7FB-7D1C8B8D5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570" y="-24440"/>
            <a:ext cx="7685037" cy="516405"/>
          </a:xfrm>
        </p:spPr>
        <p:txBody>
          <a:bodyPr>
            <a:normAutofit/>
          </a:bodyPr>
          <a:lstStyle/>
          <a:p>
            <a:r>
              <a:rPr lang="en-GB" sz="2300" dirty="0"/>
              <a:t>Payment request attachment upload flow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BF3B9F6-975C-69B5-E2AE-24BDFBB18627}"/>
              </a:ext>
            </a:extLst>
          </p:cNvPr>
          <p:cNvSpPr/>
          <p:nvPr/>
        </p:nvSpPr>
        <p:spPr>
          <a:xfrm>
            <a:off x="238570" y="791124"/>
            <a:ext cx="1302210" cy="930310"/>
          </a:xfrm>
          <a:prstGeom prst="ellipse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bg1"/>
                </a:solidFill>
              </a:rPr>
              <a:t>1. UI validation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C2CB07E-C1A6-F8B9-B97B-800E470B0FCB}"/>
              </a:ext>
            </a:extLst>
          </p:cNvPr>
          <p:cNvSpPr/>
          <p:nvPr/>
        </p:nvSpPr>
        <p:spPr>
          <a:xfrm>
            <a:off x="2054243" y="791124"/>
            <a:ext cx="1302210" cy="930310"/>
          </a:xfrm>
          <a:prstGeom prst="ellipse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bg1"/>
                </a:solidFill>
              </a:rPr>
              <a:t>2. Start upload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768C39F-03F8-C5BD-0B21-7404585922C2}"/>
              </a:ext>
            </a:extLst>
          </p:cNvPr>
          <p:cNvSpPr/>
          <p:nvPr/>
        </p:nvSpPr>
        <p:spPr>
          <a:xfrm>
            <a:off x="5685589" y="791124"/>
            <a:ext cx="1302210" cy="930310"/>
          </a:xfrm>
          <a:prstGeom prst="ellipse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bg1"/>
                </a:solidFill>
              </a:rPr>
              <a:t>4. Create DB record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C321013-F305-D451-5714-D9D23DEAE3D7}"/>
              </a:ext>
            </a:extLst>
          </p:cNvPr>
          <p:cNvSpPr/>
          <p:nvPr/>
        </p:nvSpPr>
        <p:spPr>
          <a:xfrm>
            <a:off x="7501262" y="791124"/>
            <a:ext cx="1302210" cy="930310"/>
          </a:xfrm>
          <a:prstGeom prst="ellipse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bg1"/>
                </a:solidFill>
              </a:rPr>
              <a:t>5. Return S3 URL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E5F85DFE-D9F8-B025-1CFC-14980D2CC1E4}"/>
              </a:ext>
            </a:extLst>
          </p:cNvPr>
          <p:cNvSpPr/>
          <p:nvPr/>
        </p:nvSpPr>
        <p:spPr>
          <a:xfrm>
            <a:off x="9316935" y="791124"/>
            <a:ext cx="1302210" cy="930310"/>
          </a:xfrm>
          <a:prstGeom prst="ellipse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bg1"/>
                </a:solidFill>
              </a:rPr>
              <a:t>6. Upload file to S3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053AE1D-E162-18C5-E657-1E4068D8BE32}"/>
              </a:ext>
            </a:extLst>
          </p:cNvPr>
          <p:cNvCxnSpPr>
            <a:cxnSpLocks/>
            <a:stCxn id="19" idx="6"/>
            <a:endCxn id="22" idx="2"/>
          </p:cNvCxnSpPr>
          <p:nvPr/>
        </p:nvCxnSpPr>
        <p:spPr>
          <a:xfrm>
            <a:off x="1540780" y="1256279"/>
            <a:ext cx="5134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FF15328B-0350-E7DC-A480-3029116DB97D}"/>
              </a:ext>
            </a:extLst>
          </p:cNvPr>
          <p:cNvCxnSpPr>
            <a:cxnSpLocks/>
            <a:stCxn id="22" idx="6"/>
            <a:endCxn id="1032" idx="2"/>
          </p:cNvCxnSpPr>
          <p:nvPr/>
        </p:nvCxnSpPr>
        <p:spPr>
          <a:xfrm>
            <a:off x="3356453" y="1256279"/>
            <a:ext cx="5134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BE86E728-02AF-5CF9-2C50-7D7A34CD3B64}"/>
              </a:ext>
            </a:extLst>
          </p:cNvPr>
          <p:cNvCxnSpPr>
            <a:cxnSpLocks/>
            <a:stCxn id="23" idx="6"/>
            <a:endCxn id="25" idx="2"/>
          </p:cNvCxnSpPr>
          <p:nvPr/>
        </p:nvCxnSpPr>
        <p:spPr>
          <a:xfrm>
            <a:off x="6987799" y="1256279"/>
            <a:ext cx="5134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2F791664-78AD-5EF6-3E8C-036922E2F77C}"/>
              </a:ext>
            </a:extLst>
          </p:cNvPr>
          <p:cNvCxnSpPr>
            <a:cxnSpLocks/>
            <a:stCxn id="25" idx="6"/>
            <a:endCxn id="26" idx="2"/>
          </p:cNvCxnSpPr>
          <p:nvPr/>
        </p:nvCxnSpPr>
        <p:spPr>
          <a:xfrm>
            <a:off x="8803472" y="1256279"/>
            <a:ext cx="5134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26" name="Group 1025">
            <a:extLst>
              <a:ext uri="{FF2B5EF4-FFF2-40B4-BE49-F238E27FC236}">
                <a16:creationId xmlns:a16="http://schemas.microsoft.com/office/drawing/2014/main" id="{BC142315-A42A-620C-0A79-20117B16A48A}"/>
              </a:ext>
            </a:extLst>
          </p:cNvPr>
          <p:cNvGrpSpPr/>
          <p:nvPr/>
        </p:nvGrpSpPr>
        <p:grpSpPr>
          <a:xfrm rot="16200000">
            <a:off x="-45776" y="3219181"/>
            <a:ext cx="1870903" cy="474793"/>
            <a:chOff x="545" y="2958843"/>
            <a:chExt cx="2376289" cy="1188144"/>
          </a:xfrm>
          <a:scene3d>
            <a:camera prst="orthographicFront"/>
            <a:lightRig rig="chilly" dir="t"/>
          </a:scene3d>
        </p:grpSpPr>
        <p:sp>
          <p:nvSpPr>
            <p:cNvPr id="1027" name="Rectangle 1026">
              <a:extLst>
                <a:ext uri="{FF2B5EF4-FFF2-40B4-BE49-F238E27FC236}">
                  <a16:creationId xmlns:a16="http://schemas.microsoft.com/office/drawing/2014/main" id="{56E4E9F2-696A-E821-99DC-696EAB8059FC}"/>
                </a:ext>
              </a:extLst>
            </p:cNvPr>
            <p:cNvSpPr/>
            <p:nvPr/>
          </p:nvSpPr>
          <p:spPr>
            <a:xfrm>
              <a:off x="545" y="2958843"/>
              <a:ext cx="2376289" cy="1188144"/>
            </a:xfrm>
            <a:prstGeom prst="rect">
              <a:avLst/>
            </a:prstGeom>
            <a:solidFill>
              <a:srgbClr val="00B0F0"/>
            </a:solidFill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>
                <a:solidFill>
                  <a:schemeClr val="bg1"/>
                </a:solidFill>
              </a:endParaRPr>
            </a:p>
          </p:txBody>
        </p:sp>
        <p:sp>
          <p:nvSpPr>
            <p:cNvPr id="1028" name="TextBox 1027">
              <a:extLst>
                <a:ext uri="{FF2B5EF4-FFF2-40B4-BE49-F238E27FC236}">
                  <a16:creationId xmlns:a16="http://schemas.microsoft.com/office/drawing/2014/main" id="{36C6A560-321D-A0E6-9A5D-054895918A56}"/>
                </a:ext>
              </a:extLst>
            </p:cNvPr>
            <p:cNvSpPr txBox="1"/>
            <p:nvPr/>
          </p:nvSpPr>
          <p:spPr>
            <a:xfrm>
              <a:off x="545" y="2958843"/>
              <a:ext cx="2376289" cy="1188144"/>
            </a:xfrm>
            <a:prstGeom prst="rect">
              <a:avLst/>
            </a:prstGeom>
            <a:solidFill>
              <a:srgbClr val="00B0F0"/>
            </a:solidFill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ctr">
                <a:defRPr sz="1000">
                  <a:solidFill>
                    <a:schemeClr val="bg1"/>
                  </a:solidFill>
                </a:defRPr>
              </a:lvl1pPr>
            </a:lstStyle>
            <a:p>
              <a:r>
                <a:rPr lang="en-GB" dirty="0"/>
                <a:t>Front-end</a:t>
              </a:r>
            </a:p>
          </p:txBody>
        </p:sp>
      </p:grpSp>
      <p:grpSp>
        <p:nvGrpSpPr>
          <p:cNvPr id="1029" name="Group 1028">
            <a:extLst>
              <a:ext uri="{FF2B5EF4-FFF2-40B4-BE49-F238E27FC236}">
                <a16:creationId xmlns:a16="http://schemas.microsoft.com/office/drawing/2014/main" id="{5400A690-CC92-5317-6285-5218978940A4}"/>
              </a:ext>
            </a:extLst>
          </p:cNvPr>
          <p:cNvGrpSpPr/>
          <p:nvPr/>
        </p:nvGrpSpPr>
        <p:grpSpPr>
          <a:xfrm rot="16200000">
            <a:off x="1782215" y="3219181"/>
            <a:ext cx="1870903" cy="474793"/>
            <a:chOff x="545" y="2958843"/>
            <a:chExt cx="2376289" cy="1188144"/>
          </a:xfrm>
          <a:scene3d>
            <a:camera prst="orthographicFront"/>
            <a:lightRig rig="chilly" dir="t"/>
          </a:scene3d>
        </p:grpSpPr>
        <p:sp>
          <p:nvSpPr>
            <p:cNvPr id="1030" name="Rectangle 1029">
              <a:extLst>
                <a:ext uri="{FF2B5EF4-FFF2-40B4-BE49-F238E27FC236}">
                  <a16:creationId xmlns:a16="http://schemas.microsoft.com/office/drawing/2014/main" id="{6C336E6B-934F-A69B-F098-1B8A01DC8AE4}"/>
                </a:ext>
              </a:extLst>
            </p:cNvPr>
            <p:cNvSpPr/>
            <p:nvPr/>
          </p:nvSpPr>
          <p:spPr>
            <a:xfrm>
              <a:off x="545" y="2958843"/>
              <a:ext cx="2376289" cy="1188144"/>
            </a:xfrm>
            <a:prstGeom prst="rect">
              <a:avLst/>
            </a:prstGeom>
            <a:solidFill>
              <a:srgbClr val="00B0F0"/>
            </a:solidFill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>
                <a:solidFill>
                  <a:schemeClr val="bg1"/>
                </a:solidFill>
              </a:endParaRPr>
            </a:p>
          </p:txBody>
        </p:sp>
        <p:sp>
          <p:nvSpPr>
            <p:cNvPr id="1031" name="TextBox 1030">
              <a:extLst>
                <a:ext uri="{FF2B5EF4-FFF2-40B4-BE49-F238E27FC236}">
                  <a16:creationId xmlns:a16="http://schemas.microsoft.com/office/drawing/2014/main" id="{F3499F0C-A4EB-137E-DB4B-C7F74919B3AF}"/>
                </a:ext>
              </a:extLst>
            </p:cNvPr>
            <p:cNvSpPr txBox="1"/>
            <p:nvPr/>
          </p:nvSpPr>
          <p:spPr>
            <a:xfrm>
              <a:off x="545" y="2958843"/>
              <a:ext cx="2376289" cy="1188144"/>
            </a:xfrm>
            <a:prstGeom prst="rect">
              <a:avLst/>
            </a:prstGeom>
            <a:solidFill>
              <a:srgbClr val="00B0F0"/>
            </a:solidFill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ctr">
                <a:defRPr sz="1000">
                  <a:solidFill>
                    <a:schemeClr val="bg1"/>
                  </a:solidFill>
                </a:defRPr>
              </a:lvl1pPr>
            </a:lstStyle>
            <a:p>
              <a:r>
                <a:rPr lang="en-GB" dirty="0"/>
                <a:t>Backend</a:t>
              </a:r>
            </a:p>
          </p:txBody>
        </p:sp>
      </p:grpSp>
      <p:sp>
        <p:nvSpPr>
          <p:cNvPr id="1032" name="Oval 1031">
            <a:extLst>
              <a:ext uri="{FF2B5EF4-FFF2-40B4-BE49-F238E27FC236}">
                <a16:creationId xmlns:a16="http://schemas.microsoft.com/office/drawing/2014/main" id="{5CE85188-764D-FC8E-32AE-5C70524B9DFA}"/>
              </a:ext>
            </a:extLst>
          </p:cNvPr>
          <p:cNvSpPr/>
          <p:nvPr/>
        </p:nvSpPr>
        <p:spPr>
          <a:xfrm>
            <a:off x="3869916" y="791124"/>
            <a:ext cx="1302210" cy="930310"/>
          </a:xfrm>
          <a:prstGeom prst="ellipse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bg1"/>
                </a:solidFill>
              </a:rPr>
              <a:t>3. Check RBAC</a:t>
            </a:r>
          </a:p>
        </p:txBody>
      </p:sp>
      <p:cxnSp>
        <p:nvCxnSpPr>
          <p:cNvPr id="1035" name="Straight Arrow Connector 1034">
            <a:extLst>
              <a:ext uri="{FF2B5EF4-FFF2-40B4-BE49-F238E27FC236}">
                <a16:creationId xmlns:a16="http://schemas.microsoft.com/office/drawing/2014/main" id="{DFFE8843-1D5F-14C1-A1DC-B76BB86525DD}"/>
              </a:ext>
            </a:extLst>
          </p:cNvPr>
          <p:cNvCxnSpPr>
            <a:cxnSpLocks/>
            <a:stCxn id="1032" idx="6"/>
            <a:endCxn id="23" idx="2"/>
          </p:cNvCxnSpPr>
          <p:nvPr/>
        </p:nvCxnSpPr>
        <p:spPr>
          <a:xfrm>
            <a:off x="5172126" y="1256279"/>
            <a:ext cx="5134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54" name="Group 1053">
            <a:extLst>
              <a:ext uri="{FF2B5EF4-FFF2-40B4-BE49-F238E27FC236}">
                <a16:creationId xmlns:a16="http://schemas.microsoft.com/office/drawing/2014/main" id="{B9FC8806-BC92-D7DA-86EC-A3EB126200D6}"/>
              </a:ext>
            </a:extLst>
          </p:cNvPr>
          <p:cNvGrpSpPr/>
          <p:nvPr/>
        </p:nvGrpSpPr>
        <p:grpSpPr>
          <a:xfrm rot="16200000">
            <a:off x="3610206" y="3219181"/>
            <a:ext cx="1870903" cy="474793"/>
            <a:chOff x="545" y="2958843"/>
            <a:chExt cx="2376289" cy="1188144"/>
          </a:xfrm>
          <a:scene3d>
            <a:camera prst="orthographicFront"/>
            <a:lightRig rig="chilly" dir="t"/>
          </a:scene3d>
        </p:grpSpPr>
        <p:sp>
          <p:nvSpPr>
            <p:cNvPr id="1055" name="Rectangle 1054">
              <a:extLst>
                <a:ext uri="{FF2B5EF4-FFF2-40B4-BE49-F238E27FC236}">
                  <a16:creationId xmlns:a16="http://schemas.microsoft.com/office/drawing/2014/main" id="{AE3DF96E-1FFE-F3E8-FEA1-437C7FBE6948}"/>
                </a:ext>
              </a:extLst>
            </p:cNvPr>
            <p:cNvSpPr/>
            <p:nvPr/>
          </p:nvSpPr>
          <p:spPr>
            <a:xfrm>
              <a:off x="545" y="2958843"/>
              <a:ext cx="2376289" cy="1188144"/>
            </a:xfrm>
            <a:prstGeom prst="rect">
              <a:avLst/>
            </a:prstGeom>
            <a:solidFill>
              <a:srgbClr val="00B0F0"/>
            </a:solidFill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>
                <a:solidFill>
                  <a:schemeClr val="bg1"/>
                </a:solidFill>
              </a:endParaRPr>
            </a:p>
          </p:txBody>
        </p:sp>
        <p:sp>
          <p:nvSpPr>
            <p:cNvPr id="1056" name="TextBox 1055">
              <a:extLst>
                <a:ext uri="{FF2B5EF4-FFF2-40B4-BE49-F238E27FC236}">
                  <a16:creationId xmlns:a16="http://schemas.microsoft.com/office/drawing/2014/main" id="{A5243288-1A54-F631-DC68-A75F263577A3}"/>
                </a:ext>
              </a:extLst>
            </p:cNvPr>
            <p:cNvSpPr txBox="1"/>
            <p:nvPr/>
          </p:nvSpPr>
          <p:spPr>
            <a:xfrm>
              <a:off x="545" y="2958843"/>
              <a:ext cx="2376289" cy="1188144"/>
            </a:xfrm>
            <a:prstGeom prst="rect">
              <a:avLst/>
            </a:prstGeom>
            <a:solidFill>
              <a:srgbClr val="00B0F0"/>
            </a:solidFill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ctr">
                <a:defRPr sz="1000">
                  <a:solidFill>
                    <a:schemeClr val="bg1"/>
                  </a:solidFill>
                </a:defRPr>
              </a:lvl1pPr>
            </a:lstStyle>
            <a:p>
              <a:r>
                <a:rPr lang="en-GB" dirty="0"/>
                <a:t>Backend</a:t>
              </a:r>
            </a:p>
          </p:txBody>
        </p:sp>
      </p:grpSp>
      <p:grpSp>
        <p:nvGrpSpPr>
          <p:cNvPr id="1060" name="Group 1059">
            <a:extLst>
              <a:ext uri="{FF2B5EF4-FFF2-40B4-BE49-F238E27FC236}">
                <a16:creationId xmlns:a16="http://schemas.microsoft.com/office/drawing/2014/main" id="{4F1FCE6E-EB30-F70A-5BCA-538D1B12D5D9}"/>
              </a:ext>
            </a:extLst>
          </p:cNvPr>
          <p:cNvGrpSpPr/>
          <p:nvPr/>
        </p:nvGrpSpPr>
        <p:grpSpPr>
          <a:xfrm rot="16200000">
            <a:off x="5438197" y="3219181"/>
            <a:ext cx="1870903" cy="474793"/>
            <a:chOff x="545" y="2958843"/>
            <a:chExt cx="2376289" cy="1188144"/>
          </a:xfrm>
          <a:scene3d>
            <a:camera prst="orthographicFront"/>
            <a:lightRig rig="chilly" dir="t"/>
          </a:scene3d>
        </p:grpSpPr>
        <p:sp>
          <p:nvSpPr>
            <p:cNvPr id="1061" name="Rectangle 1060">
              <a:extLst>
                <a:ext uri="{FF2B5EF4-FFF2-40B4-BE49-F238E27FC236}">
                  <a16:creationId xmlns:a16="http://schemas.microsoft.com/office/drawing/2014/main" id="{F010E39A-BC83-1D53-AA0B-C33C2C72A1D5}"/>
                </a:ext>
              </a:extLst>
            </p:cNvPr>
            <p:cNvSpPr/>
            <p:nvPr/>
          </p:nvSpPr>
          <p:spPr>
            <a:xfrm>
              <a:off x="545" y="2958843"/>
              <a:ext cx="2376289" cy="1188144"/>
            </a:xfrm>
            <a:prstGeom prst="rect">
              <a:avLst/>
            </a:prstGeom>
            <a:solidFill>
              <a:srgbClr val="00B0F0"/>
            </a:solidFill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>
                <a:solidFill>
                  <a:schemeClr val="bg1"/>
                </a:solidFill>
              </a:endParaRPr>
            </a:p>
          </p:txBody>
        </p:sp>
        <p:sp>
          <p:nvSpPr>
            <p:cNvPr id="1062" name="TextBox 1061">
              <a:extLst>
                <a:ext uri="{FF2B5EF4-FFF2-40B4-BE49-F238E27FC236}">
                  <a16:creationId xmlns:a16="http://schemas.microsoft.com/office/drawing/2014/main" id="{2E6340A4-A1BD-F359-1AF6-B30AE8277966}"/>
                </a:ext>
              </a:extLst>
            </p:cNvPr>
            <p:cNvSpPr txBox="1"/>
            <p:nvPr/>
          </p:nvSpPr>
          <p:spPr>
            <a:xfrm>
              <a:off x="545" y="2958843"/>
              <a:ext cx="2376289" cy="1188144"/>
            </a:xfrm>
            <a:prstGeom prst="rect">
              <a:avLst/>
            </a:prstGeom>
            <a:solidFill>
              <a:srgbClr val="00B0F0"/>
            </a:solidFill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ctr">
                <a:defRPr sz="1000">
                  <a:solidFill>
                    <a:schemeClr val="bg1"/>
                  </a:solidFill>
                </a:defRPr>
              </a:lvl1pPr>
            </a:lstStyle>
            <a:p>
              <a:r>
                <a:rPr lang="en-GB" dirty="0"/>
                <a:t>Backend</a:t>
              </a:r>
            </a:p>
          </p:txBody>
        </p:sp>
      </p:grpSp>
      <p:grpSp>
        <p:nvGrpSpPr>
          <p:cNvPr id="1063" name="Group 1062">
            <a:extLst>
              <a:ext uri="{FF2B5EF4-FFF2-40B4-BE49-F238E27FC236}">
                <a16:creationId xmlns:a16="http://schemas.microsoft.com/office/drawing/2014/main" id="{3A36649F-7D3D-5019-51B4-B7929E39908B}"/>
              </a:ext>
            </a:extLst>
          </p:cNvPr>
          <p:cNvGrpSpPr/>
          <p:nvPr/>
        </p:nvGrpSpPr>
        <p:grpSpPr>
          <a:xfrm rot="16200000">
            <a:off x="7266188" y="3219181"/>
            <a:ext cx="1870903" cy="474793"/>
            <a:chOff x="545" y="2958843"/>
            <a:chExt cx="2376289" cy="1188144"/>
          </a:xfrm>
          <a:scene3d>
            <a:camera prst="orthographicFront"/>
            <a:lightRig rig="chilly" dir="t"/>
          </a:scene3d>
        </p:grpSpPr>
        <p:sp>
          <p:nvSpPr>
            <p:cNvPr id="1064" name="Rectangle 1063">
              <a:extLst>
                <a:ext uri="{FF2B5EF4-FFF2-40B4-BE49-F238E27FC236}">
                  <a16:creationId xmlns:a16="http://schemas.microsoft.com/office/drawing/2014/main" id="{A70BC39E-EA62-7B1D-1DDF-5E95830E6F92}"/>
                </a:ext>
              </a:extLst>
            </p:cNvPr>
            <p:cNvSpPr/>
            <p:nvPr/>
          </p:nvSpPr>
          <p:spPr>
            <a:xfrm>
              <a:off x="545" y="2958843"/>
              <a:ext cx="2376289" cy="1188144"/>
            </a:xfrm>
            <a:prstGeom prst="rect">
              <a:avLst/>
            </a:prstGeom>
            <a:solidFill>
              <a:srgbClr val="00B0F0"/>
            </a:solidFill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>
                <a:solidFill>
                  <a:schemeClr val="bg1"/>
                </a:solidFill>
              </a:endParaRPr>
            </a:p>
          </p:txBody>
        </p:sp>
        <p:sp>
          <p:nvSpPr>
            <p:cNvPr id="1065" name="TextBox 1064">
              <a:extLst>
                <a:ext uri="{FF2B5EF4-FFF2-40B4-BE49-F238E27FC236}">
                  <a16:creationId xmlns:a16="http://schemas.microsoft.com/office/drawing/2014/main" id="{C6E24718-1B0B-405D-05DE-C3B792E8135B}"/>
                </a:ext>
              </a:extLst>
            </p:cNvPr>
            <p:cNvSpPr txBox="1"/>
            <p:nvPr/>
          </p:nvSpPr>
          <p:spPr>
            <a:xfrm>
              <a:off x="545" y="2958843"/>
              <a:ext cx="2376289" cy="1188144"/>
            </a:xfrm>
            <a:prstGeom prst="rect">
              <a:avLst/>
            </a:prstGeom>
            <a:solidFill>
              <a:srgbClr val="00B0F0"/>
            </a:solidFill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ctr">
                <a:defRPr sz="1000">
                  <a:solidFill>
                    <a:schemeClr val="bg1"/>
                  </a:solidFill>
                </a:defRPr>
              </a:lvl1pPr>
            </a:lstStyle>
            <a:p>
              <a:r>
                <a:rPr lang="en-GB" dirty="0"/>
                <a:t>Backend</a:t>
              </a:r>
            </a:p>
          </p:txBody>
        </p:sp>
      </p:grpSp>
      <p:grpSp>
        <p:nvGrpSpPr>
          <p:cNvPr id="1066" name="Group 1065">
            <a:extLst>
              <a:ext uri="{FF2B5EF4-FFF2-40B4-BE49-F238E27FC236}">
                <a16:creationId xmlns:a16="http://schemas.microsoft.com/office/drawing/2014/main" id="{61FCEABB-C152-A891-51F4-5951C2E91A3E}"/>
              </a:ext>
            </a:extLst>
          </p:cNvPr>
          <p:cNvGrpSpPr/>
          <p:nvPr/>
        </p:nvGrpSpPr>
        <p:grpSpPr>
          <a:xfrm rot="16200000">
            <a:off x="9094179" y="3219181"/>
            <a:ext cx="1870903" cy="474793"/>
            <a:chOff x="545" y="2958843"/>
            <a:chExt cx="2376289" cy="1188144"/>
          </a:xfrm>
          <a:scene3d>
            <a:camera prst="orthographicFront"/>
            <a:lightRig rig="chilly" dir="t"/>
          </a:scene3d>
        </p:grpSpPr>
        <p:sp>
          <p:nvSpPr>
            <p:cNvPr id="1067" name="Rectangle 1066">
              <a:extLst>
                <a:ext uri="{FF2B5EF4-FFF2-40B4-BE49-F238E27FC236}">
                  <a16:creationId xmlns:a16="http://schemas.microsoft.com/office/drawing/2014/main" id="{BC847CD4-B21B-1E7B-7662-0332CDD0BC2A}"/>
                </a:ext>
              </a:extLst>
            </p:cNvPr>
            <p:cNvSpPr/>
            <p:nvPr/>
          </p:nvSpPr>
          <p:spPr>
            <a:xfrm>
              <a:off x="545" y="2958843"/>
              <a:ext cx="2376289" cy="1188144"/>
            </a:xfrm>
            <a:prstGeom prst="rect">
              <a:avLst/>
            </a:prstGeom>
            <a:solidFill>
              <a:srgbClr val="00B0F0"/>
            </a:solidFill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>
                <a:solidFill>
                  <a:schemeClr val="bg1"/>
                </a:solidFill>
              </a:endParaRPr>
            </a:p>
          </p:txBody>
        </p:sp>
        <p:sp>
          <p:nvSpPr>
            <p:cNvPr id="1068" name="TextBox 1067">
              <a:extLst>
                <a:ext uri="{FF2B5EF4-FFF2-40B4-BE49-F238E27FC236}">
                  <a16:creationId xmlns:a16="http://schemas.microsoft.com/office/drawing/2014/main" id="{9E03D98A-2681-2916-60CE-41487A765E35}"/>
                </a:ext>
              </a:extLst>
            </p:cNvPr>
            <p:cNvSpPr txBox="1"/>
            <p:nvPr/>
          </p:nvSpPr>
          <p:spPr>
            <a:xfrm>
              <a:off x="545" y="2958843"/>
              <a:ext cx="2376289" cy="1188144"/>
            </a:xfrm>
            <a:prstGeom prst="rect">
              <a:avLst/>
            </a:prstGeom>
            <a:solidFill>
              <a:srgbClr val="00B0F0"/>
            </a:solidFill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ctr">
                <a:defRPr sz="1000">
                  <a:solidFill>
                    <a:schemeClr val="bg1"/>
                  </a:solidFill>
                </a:defRPr>
              </a:lvl1pPr>
            </a:lstStyle>
            <a:p>
              <a:r>
                <a:rPr lang="en-GB" dirty="0"/>
                <a:t>Frontend</a:t>
              </a:r>
            </a:p>
          </p:txBody>
        </p:sp>
      </p:grpSp>
      <p:cxnSp>
        <p:nvCxnSpPr>
          <p:cNvPr id="1069" name="Straight Arrow Connector 1068">
            <a:extLst>
              <a:ext uri="{FF2B5EF4-FFF2-40B4-BE49-F238E27FC236}">
                <a16:creationId xmlns:a16="http://schemas.microsoft.com/office/drawing/2014/main" id="{9B1ED862-9641-214C-522B-209DEB9EC1C5}"/>
              </a:ext>
            </a:extLst>
          </p:cNvPr>
          <p:cNvCxnSpPr>
            <a:cxnSpLocks/>
          </p:cNvCxnSpPr>
          <p:nvPr/>
        </p:nvCxnSpPr>
        <p:spPr>
          <a:xfrm>
            <a:off x="1127072" y="3456577"/>
            <a:ext cx="15579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3" name="Straight Arrow Connector 1072">
            <a:extLst>
              <a:ext uri="{FF2B5EF4-FFF2-40B4-BE49-F238E27FC236}">
                <a16:creationId xmlns:a16="http://schemas.microsoft.com/office/drawing/2014/main" id="{5B7A119D-9A55-9B76-480C-D5992852B9BA}"/>
              </a:ext>
            </a:extLst>
          </p:cNvPr>
          <p:cNvCxnSpPr>
            <a:cxnSpLocks/>
            <a:stCxn id="1031" idx="2"/>
            <a:endCxn id="1056" idx="0"/>
          </p:cNvCxnSpPr>
          <p:nvPr/>
        </p:nvCxnSpPr>
        <p:spPr>
          <a:xfrm>
            <a:off x="2955063" y="3456577"/>
            <a:ext cx="13531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7" name="Straight Arrow Connector 1076">
            <a:extLst>
              <a:ext uri="{FF2B5EF4-FFF2-40B4-BE49-F238E27FC236}">
                <a16:creationId xmlns:a16="http://schemas.microsoft.com/office/drawing/2014/main" id="{019C0D61-EBC9-F1BD-F78E-C0108F62B212}"/>
              </a:ext>
            </a:extLst>
          </p:cNvPr>
          <p:cNvCxnSpPr>
            <a:cxnSpLocks/>
            <a:endCxn id="1062" idx="0"/>
          </p:cNvCxnSpPr>
          <p:nvPr/>
        </p:nvCxnSpPr>
        <p:spPr>
          <a:xfrm>
            <a:off x="5192487" y="3456577"/>
            <a:ext cx="94376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0" name="Straight Arrow Connector 1079">
            <a:extLst>
              <a:ext uri="{FF2B5EF4-FFF2-40B4-BE49-F238E27FC236}">
                <a16:creationId xmlns:a16="http://schemas.microsoft.com/office/drawing/2014/main" id="{69B16CDE-7420-F7F5-5DC1-3221CC2ADD60}"/>
              </a:ext>
            </a:extLst>
          </p:cNvPr>
          <p:cNvCxnSpPr>
            <a:cxnSpLocks/>
            <a:stCxn id="1062" idx="2"/>
            <a:endCxn id="1065" idx="0"/>
          </p:cNvCxnSpPr>
          <p:nvPr/>
        </p:nvCxnSpPr>
        <p:spPr>
          <a:xfrm>
            <a:off x="6611045" y="3456577"/>
            <a:ext cx="13531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3" name="Straight Arrow Connector 1082">
            <a:extLst>
              <a:ext uri="{FF2B5EF4-FFF2-40B4-BE49-F238E27FC236}">
                <a16:creationId xmlns:a16="http://schemas.microsoft.com/office/drawing/2014/main" id="{B77A01A1-A2F1-8576-CE34-B324E4185550}"/>
              </a:ext>
            </a:extLst>
          </p:cNvPr>
          <p:cNvCxnSpPr>
            <a:cxnSpLocks/>
            <a:stCxn id="1065" idx="2"/>
            <a:endCxn id="1068" idx="0"/>
          </p:cNvCxnSpPr>
          <p:nvPr/>
        </p:nvCxnSpPr>
        <p:spPr>
          <a:xfrm>
            <a:off x="8439036" y="3456577"/>
            <a:ext cx="13531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95D6C72E-0E9D-F7E2-68AD-FB1CBA75EA22}"/>
              </a:ext>
            </a:extLst>
          </p:cNvPr>
          <p:cNvSpPr/>
          <p:nvPr/>
        </p:nvSpPr>
        <p:spPr>
          <a:xfrm>
            <a:off x="11132608" y="725815"/>
            <a:ext cx="1302210" cy="930310"/>
          </a:xfrm>
          <a:prstGeom prst="ellipse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bg1"/>
                </a:solidFill>
              </a:rPr>
              <a:t>7. Finalise upload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CB7811D-9E5A-3521-3EA1-B05E6E4C9C04}"/>
              </a:ext>
            </a:extLst>
          </p:cNvPr>
          <p:cNvGrpSpPr/>
          <p:nvPr/>
        </p:nvGrpSpPr>
        <p:grpSpPr>
          <a:xfrm rot="16200000">
            <a:off x="10922171" y="3219181"/>
            <a:ext cx="1870903" cy="474793"/>
            <a:chOff x="545" y="2958843"/>
            <a:chExt cx="2376289" cy="1188144"/>
          </a:xfrm>
          <a:scene3d>
            <a:camera prst="orthographicFront"/>
            <a:lightRig rig="chilly" dir="t"/>
          </a:scene3d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5C8A214-4570-29A8-A2C4-FD35238A3E35}"/>
                </a:ext>
              </a:extLst>
            </p:cNvPr>
            <p:cNvSpPr/>
            <p:nvPr/>
          </p:nvSpPr>
          <p:spPr>
            <a:xfrm>
              <a:off x="545" y="2958843"/>
              <a:ext cx="2376289" cy="1188144"/>
            </a:xfrm>
            <a:prstGeom prst="rect">
              <a:avLst/>
            </a:prstGeom>
            <a:solidFill>
              <a:srgbClr val="00B0F0"/>
            </a:solidFill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>
                <a:solidFill>
                  <a:schemeClr val="bg1"/>
                </a:solidFill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50B1681-5D78-502A-EB4C-0D4AA7478B92}"/>
                </a:ext>
              </a:extLst>
            </p:cNvPr>
            <p:cNvSpPr txBox="1"/>
            <p:nvPr/>
          </p:nvSpPr>
          <p:spPr>
            <a:xfrm>
              <a:off x="545" y="2958843"/>
              <a:ext cx="2376289" cy="1188144"/>
            </a:xfrm>
            <a:prstGeom prst="rect">
              <a:avLst/>
            </a:prstGeom>
            <a:solidFill>
              <a:srgbClr val="00B0F0"/>
            </a:solidFill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ctr">
                <a:defRPr sz="1000">
                  <a:solidFill>
                    <a:schemeClr val="bg1"/>
                  </a:solidFill>
                </a:defRPr>
              </a:lvl1pPr>
            </a:lstStyle>
            <a:p>
              <a:r>
                <a:rPr lang="en-GB" dirty="0"/>
                <a:t>Backend</a:t>
              </a:r>
            </a:p>
          </p:txBody>
        </p:sp>
      </p:grp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8581D02-71A9-EBDD-6368-E880D114F493}"/>
              </a:ext>
            </a:extLst>
          </p:cNvPr>
          <p:cNvCxnSpPr>
            <a:cxnSpLocks/>
            <a:stCxn id="1068" idx="2"/>
            <a:endCxn id="5" idx="0"/>
          </p:cNvCxnSpPr>
          <p:nvPr/>
        </p:nvCxnSpPr>
        <p:spPr>
          <a:xfrm>
            <a:off x="10267027" y="3456577"/>
            <a:ext cx="135319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05884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D1B08-2FA7-CB2F-21FF-02C6AB9E7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E2AD30D7-2FD3-CF56-BC76-B49A4E480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570" y="-24440"/>
            <a:ext cx="7685037" cy="516405"/>
          </a:xfrm>
        </p:spPr>
        <p:txBody>
          <a:bodyPr>
            <a:normAutofit/>
          </a:bodyPr>
          <a:lstStyle/>
          <a:p>
            <a:r>
              <a:rPr lang="en-GB" sz="2300" dirty="0"/>
              <a:t>Domestic Payment processing 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8B4ACC3-32B1-C56B-FB50-615133239984}"/>
              </a:ext>
            </a:extLst>
          </p:cNvPr>
          <p:cNvSpPr/>
          <p:nvPr/>
        </p:nvSpPr>
        <p:spPr>
          <a:xfrm>
            <a:off x="238570" y="791124"/>
            <a:ext cx="1302210" cy="930310"/>
          </a:xfrm>
          <a:prstGeom prst="ellipse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bg1"/>
                </a:solidFill>
              </a:rPr>
              <a:t>Requested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12A876C-A64A-FD3F-27E6-BFF142ACF903}"/>
              </a:ext>
            </a:extLst>
          </p:cNvPr>
          <p:cNvSpPr/>
          <p:nvPr/>
        </p:nvSpPr>
        <p:spPr>
          <a:xfrm>
            <a:off x="2271278" y="791124"/>
            <a:ext cx="1302210" cy="930310"/>
          </a:xfrm>
          <a:prstGeom prst="ellipse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bg1"/>
                </a:solidFill>
              </a:rPr>
              <a:t>Pending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47E4C80-9F02-4D7C-08B0-9E05BFC23C87}"/>
              </a:ext>
            </a:extLst>
          </p:cNvPr>
          <p:cNvSpPr/>
          <p:nvPr/>
        </p:nvSpPr>
        <p:spPr>
          <a:xfrm>
            <a:off x="4316296" y="791124"/>
            <a:ext cx="1302210" cy="930310"/>
          </a:xfrm>
          <a:prstGeom prst="ellipse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bg1"/>
                </a:solidFill>
              </a:rPr>
              <a:t>Sent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951A2EB3-652C-28D8-6880-3DD33909780A}"/>
              </a:ext>
            </a:extLst>
          </p:cNvPr>
          <p:cNvSpPr/>
          <p:nvPr/>
        </p:nvSpPr>
        <p:spPr>
          <a:xfrm>
            <a:off x="6349004" y="791124"/>
            <a:ext cx="1302210" cy="930310"/>
          </a:xfrm>
          <a:prstGeom prst="ellipse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bg1"/>
                </a:solidFill>
              </a:rPr>
              <a:t>Pending Processing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D2906DD-67DA-1BE6-12A5-78708ACCEE8E}"/>
              </a:ext>
            </a:extLst>
          </p:cNvPr>
          <p:cNvSpPr/>
          <p:nvPr/>
        </p:nvSpPr>
        <p:spPr>
          <a:xfrm>
            <a:off x="8381712" y="791124"/>
            <a:ext cx="1302210" cy="930310"/>
          </a:xfrm>
          <a:prstGeom prst="ellipse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bg1"/>
                </a:solidFill>
              </a:rPr>
              <a:t>Processed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8AC6220-7D75-F311-AF94-F47E60F9E490}"/>
              </a:ext>
            </a:extLst>
          </p:cNvPr>
          <p:cNvCxnSpPr>
            <a:cxnSpLocks/>
            <a:stCxn id="19" idx="6"/>
            <a:endCxn id="22" idx="2"/>
          </p:cNvCxnSpPr>
          <p:nvPr/>
        </p:nvCxnSpPr>
        <p:spPr>
          <a:xfrm>
            <a:off x="1540780" y="1256279"/>
            <a:ext cx="7304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CE48015E-C405-E894-BC2F-E916559FFBB5}"/>
              </a:ext>
            </a:extLst>
          </p:cNvPr>
          <p:cNvCxnSpPr>
            <a:cxnSpLocks/>
            <a:stCxn id="23" idx="6"/>
            <a:endCxn id="25" idx="2"/>
          </p:cNvCxnSpPr>
          <p:nvPr/>
        </p:nvCxnSpPr>
        <p:spPr>
          <a:xfrm>
            <a:off x="5618506" y="1256279"/>
            <a:ext cx="7304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13D65545-2D5D-A4FB-54C7-ECDA68C140AA}"/>
              </a:ext>
            </a:extLst>
          </p:cNvPr>
          <p:cNvCxnSpPr>
            <a:cxnSpLocks/>
            <a:stCxn id="25" idx="6"/>
            <a:endCxn id="26" idx="2"/>
          </p:cNvCxnSpPr>
          <p:nvPr/>
        </p:nvCxnSpPr>
        <p:spPr>
          <a:xfrm>
            <a:off x="7651214" y="1256279"/>
            <a:ext cx="7304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26" name="Group 1025">
            <a:extLst>
              <a:ext uri="{FF2B5EF4-FFF2-40B4-BE49-F238E27FC236}">
                <a16:creationId xmlns:a16="http://schemas.microsoft.com/office/drawing/2014/main" id="{0BC90D6F-0DC8-25B7-DDF1-4D38475B3682}"/>
              </a:ext>
            </a:extLst>
          </p:cNvPr>
          <p:cNvGrpSpPr/>
          <p:nvPr/>
        </p:nvGrpSpPr>
        <p:grpSpPr>
          <a:xfrm rot="16200000">
            <a:off x="-45776" y="3219181"/>
            <a:ext cx="1870903" cy="474793"/>
            <a:chOff x="545" y="2958843"/>
            <a:chExt cx="2376289" cy="1188144"/>
          </a:xfrm>
          <a:scene3d>
            <a:camera prst="orthographicFront"/>
            <a:lightRig rig="chilly" dir="t"/>
          </a:scene3d>
        </p:grpSpPr>
        <p:sp>
          <p:nvSpPr>
            <p:cNvPr id="1027" name="Rectangle 1026">
              <a:extLst>
                <a:ext uri="{FF2B5EF4-FFF2-40B4-BE49-F238E27FC236}">
                  <a16:creationId xmlns:a16="http://schemas.microsoft.com/office/drawing/2014/main" id="{7E6BE850-12E7-0C58-D5D9-1EA715AB9595}"/>
                </a:ext>
              </a:extLst>
            </p:cNvPr>
            <p:cNvSpPr/>
            <p:nvPr/>
          </p:nvSpPr>
          <p:spPr>
            <a:xfrm>
              <a:off x="545" y="2958843"/>
              <a:ext cx="2376289" cy="1188144"/>
            </a:xfrm>
            <a:prstGeom prst="rect">
              <a:avLst/>
            </a:prstGeom>
            <a:solidFill>
              <a:srgbClr val="00B0F0"/>
            </a:solidFill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>
                <a:solidFill>
                  <a:schemeClr val="bg1"/>
                </a:solidFill>
              </a:endParaRPr>
            </a:p>
          </p:txBody>
        </p:sp>
        <p:sp>
          <p:nvSpPr>
            <p:cNvPr id="1028" name="TextBox 1027">
              <a:extLst>
                <a:ext uri="{FF2B5EF4-FFF2-40B4-BE49-F238E27FC236}">
                  <a16:creationId xmlns:a16="http://schemas.microsoft.com/office/drawing/2014/main" id="{495292D6-15C3-9D48-5FAA-C9A70FB2CBCB}"/>
                </a:ext>
              </a:extLst>
            </p:cNvPr>
            <p:cNvSpPr txBox="1"/>
            <p:nvPr/>
          </p:nvSpPr>
          <p:spPr>
            <a:xfrm>
              <a:off x="545" y="2958843"/>
              <a:ext cx="2376289" cy="1188144"/>
            </a:xfrm>
            <a:prstGeom prst="rect">
              <a:avLst/>
            </a:prstGeom>
            <a:solidFill>
              <a:srgbClr val="00B0F0"/>
            </a:solidFill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ctr">
                <a:defRPr sz="1000">
                  <a:solidFill>
                    <a:schemeClr val="bg1"/>
                  </a:solidFill>
                </a:defRPr>
              </a:lvl1pPr>
            </a:lstStyle>
            <a:p>
              <a:r>
                <a:rPr lang="en-GB" dirty="0"/>
                <a:t>User Portal</a:t>
              </a:r>
            </a:p>
          </p:txBody>
        </p:sp>
      </p:grpSp>
      <p:grpSp>
        <p:nvGrpSpPr>
          <p:cNvPr id="1029" name="Group 1028">
            <a:extLst>
              <a:ext uri="{FF2B5EF4-FFF2-40B4-BE49-F238E27FC236}">
                <a16:creationId xmlns:a16="http://schemas.microsoft.com/office/drawing/2014/main" id="{59478321-5A31-283F-C304-26198DCC5D11}"/>
              </a:ext>
            </a:extLst>
          </p:cNvPr>
          <p:cNvGrpSpPr/>
          <p:nvPr/>
        </p:nvGrpSpPr>
        <p:grpSpPr>
          <a:xfrm rot="16200000">
            <a:off x="1986932" y="3219181"/>
            <a:ext cx="1870903" cy="474793"/>
            <a:chOff x="545" y="2958843"/>
            <a:chExt cx="2376289" cy="1188144"/>
          </a:xfrm>
          <a:scene3d>
            <a:camera prst="orthographicFront"/>
            <a:lightRig rig="chilly" dir="t"/>
          </a:scene3d>
        </p:grpSpPr>
        <p:sp>
          <p:nvSpPr>
            <p:cNvPr id="1030" name="Rectangle 1029">
              <a:extLst>
                <a:ext uri="{FF2B5EF4-FFF2-40B4-BE49-F238E27FC236}">
                  <a16:creationId xmlns:a16="http://schemas.microsoft.com/office/drawing/2014/main" id="{EBA500F3-1D44-AC03-82F4-12ACC81112A1}"/>
                </a:ext>
              </a:extLst>
            </p:cNvPr>
            <p:cNvSpPr/>
            <p:nvPr/>
          </p:nvSpPr>
          <p:spPr>
            <a:xfrm>
              <a:off x="545" y="2958843"/>
              <a:ext cx="2376289" cy="1188144"/>
            </a:xfrm>
            <a:prstGeom prst="rect">
              <a:avLst/>
            </a:prstGeom>
            <a:solidFill>
              <a:srgbClr val="00B0F0"/>
            </a:solidFill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>
                <a:solidFill>
                  <a:schemeClr val="bg1"/>
                </a:solidFill>
              </a:endParaRPr>
            </a:p>
          </p:txBody>
        </p:sp>
        <p:sp>
          <p:nvSpPr>
            <p:cNvPr id="1031" name="TextBox 1030">
              <a:extLst>
                <a:ext uri="{FF2B5EF4-FFF2-40B4-BE49-F238E27FC236}">
                  <a16:creationId xmlns:a16="http://schemas.microsoft.com/office/drawing/2014/main" id="{BC8C3388-5FE4-29EC-CDC8-A0F2F2C5341F}"/>
                </a:ext>
              </a:extLst>
            </p:cNvPr>
            <p:cNvSpPr txBox="1"/>
            <p:nvPr/>
          </p:nvSpPr>
          <p:spPr>
            <a:xfrm>
              <a:off x="545" y="2958843"/>
              <a:ext cx="2376289" cy="1188144"/>
            </a:xfrm>
            <a:prstGeom prst="rect">
              <a:avLst/>
            </a:prstGeom>
            <a:solidFill>
              <a:srgbClr val="00B0F0"/>
            </a:solidFill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ctr">
                <a:defRPr sz="1000">
                  <a:solidFill>
                    <a:schemeClr val="bg1"/>
                  </a:solidFill>
                </a:defRPr>
              </a:lvl1pPr>
            </a:lstStyle>
            <a:p>
              <a:r>
                <a:rPr lang="en-GB" dirty="0"/>
                <a:t>Payment Service</a:t>
              </a:r>
            </a:p>
          </p:txBody>
        </p:sp>
      </p:grpSp>
      <p:cxnSp>
        <p:nvCxnSpPr>
          <p:cNvPr id="1035" name="Straight Arrow Connector 1034">
            <a:extLst>
              <a:ext uri="{FF2B5EF4-FFF2-40B4-BE49-F238E27FC236}">
                <a16:creationId xmlns:a16="http://schemas.microsoft.com/office/drawing/2014/main" id="{80AE57F3-A777-10CD-C2A2-08763AFDD3DF}"/>
              </a:ext>
            </a:extLst>
          </p:cNvPr>
          <p:cNvCxnSpPr>
            <a:cxnSpLocks/>
            <a:endCxn id="23" idx="2"/>
          </p:cNvCxnSpPr>
          <p:nvPr/>
        </p:nvCxnSpPr>
        <p:spPr>
          <a:xfrm>
            <a:off x="3585798" y="1256279"/>
            <a:ext cx="7304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60" name="Group 1059">
            <a:extLst>
              <a:ext uri="{FF2B5EF4-FFF2-40B4-BE49-F238E27FC236}">
                <a16:creationId xmlns:a16="http://schemas.microsoft.com/office/drawing/2014/main" id="{B6DAB6A9-702D-7936-DF82-ECCEA4EB3366}"/>
              </a:ext>
            </a:extLst>
          </p:cNvPr>
          <p:cNvGrpSpPr/>
          <p:nvPr/>
        </p:nvGrpSpPr>
        <p:grpSpPr>
          <a:xfrm rot="16200000">
            <a:off x="4031950" y="3219181"/>
            <a:ext cx="1870903" cy="474793"/>
            <a:chOff x="545" y="2958843"/>
            <a:chExt cx="2376289" cy="1188144"/>
          </a:xfrm>
          <a:scene3d>
            <a:camera prst="orthographicFront"/>
            <a:lightRig rig="chilly" dir="t"/>
          </a:scene3d>
        </p:grpSpPr>
        <p:sp>
          <p:nvSpPr>
            <p:cNvPr id="1061" name="Rectangle 1060">
              <a:extLst>
                <a:ext uri="{FF2B5EF4-FFF2-40B4-BE49-F238E27FC236}">
                  <a16:creationId xmlns:a16="http://schemas.microsoft.com/office/drawing/2014/main" id="{50C4BB9C-F2C3-C5B1-E8C4-8AE3551C7206}"/>
                </a:ext>
              </a:extLst>
            </p:cNvPr>
            <p:cNvSpPr/>
            <p:nvPr/>
          </p:nvSpPr>
          <p:spPr>
            <a:xfrm>
              <a:off x="545" y="2958843"/>
              <a:ext cx="2376289" cy="1188144"/>
            </a:xfrm>
            <a:prstGeom prst="rect">
              <a:avLst/>
            </a:prstGeom>
            <a:solidFill>
              <a:srgbClr val="00B0F0"/>
            </a:solidFill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>
                <a:solidFill>
                  <a:schemeClr val="bg1"/>
                </a:solidFill>
              </a:endParaRPr>
            </a:p>
          </p:txBody>
        </p:sp>
        <p:sp>
          <p:nvSpPr>
            <p:cNvPr id="1062" name="TextBox 1061">
              <a:extLst>
                <a:ext uri="{FF2B5EF4-FFF2-40B4-BE49-F238E27FC236}">
                  <a16:creationId xmlns:a16="http://schemas.microsoft.com/office/drawing/2014/main" id="{A654AE3E-AC0F-F14A-3671-8BF51F5A8E2B}"/>
                </a:ext>
              </a:extLst>
            </p:cNvPr>
            <p:cNvSpPr txBox="1"/>
            <p:nvPr/>
          </p:nvSpPr>
          <p:spPr>
            <a:xfrm>
              <a:off x="545" y="2958843"/>
              <a:ext cx="2376289" cy="1188144"/>
            </a:xfrm>
            <a:prstGeom prst="rect">
              <a:avLst/>
            </a:prstGeom>
            <a:solidFill>
              <a:srgbClr val="00B0F0"/>
            </a:solidFill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ctr">
                <a:defRPr sz="1000">
                  <a:solidFill>
                    <a:schemeClr val="bg1"/>
                  </a:solidFill>
                </a:defRPr>
              </a:lvl1pPr>
            </a:lstStyle>
            <a:p>
              <a:r>
                <a:rPr lang="en-GB" dirty="0"/>
                <a:t>Payment Connector</a:t>
              </a:r>
            </a:p>
          </p:txBody>
        </p:sp>
      </p:grpSp>
      <p:grpSp>
        <p:nvGrpSpPr>
          <p:cNvPr id="1063" name="Group 1062">
            <a:extLst>
              <a:ext uri="{FF2B5EF4-FFF2-40B4-BE49-F238E27FC236}">
                <a16:creationId xmlns:a16="http://schemas.microsoft.com/office/drawing/2014/main" id="{AD4F02F9-2AB9-3F31-992C-41F2442C2098}"/>
              </a:ext>
            </a:extLst>
          </p:cNvPr>
          <p:cNvGrpSpPr/>
          <p:nvPr/>
        </p:nvGrpSpPr>
        <p:grpSpPr>
          <a:xfrm rot="16200000">
            <a:off x="6064658" y="3219181"/>
            <a:ext cx="1870903" cy="474793"/>
            <a:chOff x="545" y="2958843"/>
            <a:chExt cx="2376289" cy="1188144"/>
          </a:xfrm>
          <a:scene3d>
            <a:camera prst="orthographicFront"/>
            <a:lightRig rig="chilly" dir="t"/>
          </a:scene3d>
        </p:grpSpPr>
        <p:sp>
          <p:nvSpPr>
            <p:cNvPr id="1064" name="Rectangle 1063">
              <a:extLst>
                <a:ext uri="{FF2B5EF4-FFF2-40B4-BE49-F238E27FC236}">
                  <a16:creationId xmlns:a16="http://schemas.microsoft.com/office/drawing/2014/main" id="{5D625B84-72A0-4F01-2150-65F7989D6956}"/>
                </a:ext>
              </a:extLst>
            </p:cNvPr>
            <p:cNvSpPr/>
            <p:nvPr/>
          </p:nvSpPr>
          <p:spPr>
            <a:xfrm>
              <a:off x="545" y="2958843"/>
              <a:ext cx="2376289" cy="1188144"/>
            </a:xfrm>
            <a:prstGeom prst="rect">
              <a:avLst/>
            </a:prstGeom>
            <a:solidFill>
              <a:srgbClr val="00B0F0"/>
            </a:solidFill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>
                <a:solidFill>
                  <a:schemeClr val="bg1"/>
                </a:solidFill>
              </a:endParaRPr>
            </a:p>
          </p:txBody>
        </p:sp>
        <p:sp>
          <p:nvSpPr>
            <p:cNvPr id="1065" name="TextBox 1064">
              <a:extLst>
                <a:ext uri="{FF2B5EF4-FFF2-40B4-BE49-F238E27FC236}">
                  <a16:creationId xmlns:a16="http://schemas.microsoft.com/office/drawing/2014/main" id="{C7B2C276-39B0-6FE7-C2AB-F95B80A4DE59}"/>
                </a:ext>
              </a:extLst>
            </p:cNvPr>
            <p:cNvSpPr txBox="1"/>
            <p:nvPr/>
          </p:nvSpPr>
          <p:spPr>
            <a:xfrm>
              <a:off x="545" y="2958843"/>
              <a:ext cx="2376289" cy="1188144"/>
            </a:xfrm>
            <a:prstGeom prst="rect">
              <a:avLst/>
            </a:prstGeom>
            <a:solidFill>
              <a:srgbClr val="00B0F0"/>
            </a:solidFill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ctr">
                <a:defRPr sz="1000">
                  <a:solidFill>
                    <a:schemeClr val="bg1"/>
                  </a:solidFill>
                </a:defRPr>
              </a:lvl1pPr>
            </a:lstStyle>
            <a:p>
              <a:r>
                <a:rPr lang="en-GB" dirty="0"/>
                <a:t>Banking Partner</a:t>
              </a:r>
            </a:p>
          </p:txBody>
        </p:sp>
      </p:grpSp>
      <p:grpSp>
        <p:nvGrpSpPr>
          <p:cNvPr id="1066" name="Group 1065">
            <a:extLst>
              <a:ext uri="{FF2B5EF4-FFF2-40B4-BE49-F238E27FC236}">
                <a16:creationId xmlns:a16="http://schemas.microsoft.com/office/drawing/2014/main" id="{78EA4C6E-6045-201B-4761-961ED8EA2353}"/>
              </a:ext>
            </a:extLst>
          </p:cNvPr>
          <p:cNvGrpSpPr/>
          <p:nvPr/>
        </p:nvGrpSpPr>
        <p:grpSpPr>
          <a:xfrm rot="16200000">
            <a:off x="8097366" y="3219181"/>
            <a:ext cx="1870903" cy="474793"/>
            <a:chOff x="545" y="2958843"/>
            <a:chExt cx="2376289" cy="1188144"/>
          </a:xfrm>
          <a:scene3d>
            <a:camera prst="orthographicFront"/>
            <a:lightRig rig="chilly" dir="t"/>
          </a:scene3d>
        </p:grpSpPr>
        <p:sp>
          <p:nvSpPr>
            <p:cNvPr id="1067" name="Rectangle 1066">
              <a:extLst>
                <a:ext uri="{FF2B5EF4-FFF2-40B4-BE49-F238E27FC236}">
                  <a16:creationId xmlns:a16="http://schemas.microsoft.com/office/drawing/2014/main" id="{036EAF0F-9158-01CA-7933-6943B36BEA1D}"/>
                </a:ext>
              </a:extLst>
            </p:cNvPr>
            <p:cNvSpPr/>
            <p:nvPr/>
          </p:nvSpPr>
          <p:spPr>
            <a:xfrm>
              <a:off x="545" y="2958843"/>
              <a:ext cx="2376289" cy="1188144"/>
            </a:xfrm>
            <a:prstGeom prst="rect">
              <a:avLst/>
            </a:prstGeom>
            <a:solidFill>
              <a:srgbClr val="00B0F0"/>
            </a:solidFill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>
                <a:solidFill>
                  <a:schemeClr val="bg1"/>
                </a:solidFill>
              </a:endParaRPr>
            </a:p>
          </p:txBody>
        </p:sp>
        <p:sp>
          <p:nvSpPr>
            <p:cNvPr id="1068" name="TextBox 1067">
              <a:extLst>
                <a:ext uri="{FF2B5EF4-FFF2-40B4-BE49-F238E27FC236}">
                  <a16:creationId xmlns:a16="http://schemas.microsoft.com/office/drawing/2014/main" id="{EB66A0E8-4D54-999C-EDBC-45CCB08196A4}"/>
                </a:ext>
              </a:extLst>
            </p:cNvPr>
            <p:cNvSpPr txBox="1"/>
            <p:nvPr/>
          </p:nvSpPr>
          <p:spPr>
            <a:xfrm>
              <a:off x="545" y="2958843"/>
              <a:ext cx="2376289" cy="1188144"/>
            </a:xfrm>
            <a:prstGeom prst="rect">
              <a:avLst/>
            </a:prstGeom>
            <a:solidFill>
              <a:srgbClr val="00B0F0"/>
            </a:solidFill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ctr">
                <a:defRPr sz="1000">
                  <a:solidFill>
                    <a:schemeClr val="bg1"/>
                  </a:solidFill>
                </a:defRPr>
              </a:lvl1pPr>
            </a:lstStyle>
            <a:p>
              <a:r>
                <a:rPr lang="en-GB" dirty="0"/>
                <a:t>Banking Partner</a:t>
              </a:r>
            </a:p>
          </p:txBody>
        </p:sp>
      </p:grpSp>
      <p:cxnSp>
        <p:nvCxnSpPr>
          <p:cNvPr id="1069" name="Straight Arrow Connector 1068">
            <a:extLst>
              <a:ext uri="{FF2B5EF4-FFF2-40B4-BE49-F238E27FC236}">
                <a16:creationId xmlns:a16="http://schemas.microsoft.com/office/drawing/2014/main" id="{BD195E0D-5DA9-5635-CAA4-9816F242F449}"/>
              </a:ext>
            </a:extLst>
          </p:cNvPr>
          <p:cNvCxnSpPr>
            <a:cxnSpLocks/>
          </p:cNvCxnSpPr>
          <p:nvPr/>
        </p:nvCxnSpPr>
        <p:spPr>
          <a:xfrm>
            <a:off x="1127072" y="3456577"/>
            <a:ext cx="15579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3" name="Straight Arrow Connector 1072">
            <a:extLst>
              <a:ext uri="{FF2B5EF4-FFF2-40B4-BE49-F238E27FC236}">
                <a16:creationId xmlns:a16="http://schemas.microsoft.com/office/drawing/2014/main" id="{A6C9D846-A01E-A7A1-5C74-F872BDB478D1}"/>
              </a:ext>
            </a:extLst>
          </p:cNvPr>
          <p:cNvCxnSpPr>
            <a:cxnSpLocks/>
            <a:stCxn id="1031" idx="2"/>
          </p:cNvCxnSpPr>
          <p:nvPr/>
        </p:nvCxnSpPr>
        <p:spPr>
          <a:xfrm>
            <a:off x="3159780" y="3456577"/>
            <a:ext cx="15579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0" name="Straight Arrow Connector 1079">
            <a:extLst>
              <a:ext uri="{FF2B5EF4-FFF2-40B4-BE49-F238E27FC236}">
                <a16:creationId xmlns:a16="http://schemas.microsoft.com/office/drawing/2014/main" id="{62942142-029B-2CA2-3CC6-2783808B9A29}"/>
              </a:ext>
            </a:extLst>
          </p:cNvPr>
          <p:cNvCxnSpPr>
            <a:cxnSpLocks/>
            <a:stCxn id="1062" idx="2"/>
            <a:endCxn id="1065" idx="0"/>
          </p:cNvCxnSpPr>
          <p:nvPr/>
        </p:nvCxnSpPr>
        <p:spPr>
          <a:xfrm>
            <a:off x="5204798" y="3456577"/>
            <a:ext cx="15579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3" name="Straight Arrow Connector 1082">
            <a:extLst>
              <a:ext uri="{FF2B5EF4-FFF2-40B4-BE49-F238E27FC236}">
                <a16:creationId xmlns:a16="http://schemas.microsoft.com/office/drawing/2014/main" id="{0DA5838E-CA02-B6DC-E6BB-B30656561A38}"/>
              </a:ext>
            </a:extLst>
          </p:cNvPr>
          <p:cNvCxnSpPr>
            <a:cxnSpLocks/>
            <a:stCxn id="1065" idx="2"/>
            <a:endCxn id="1068" idx="0"/>
          </p:cNvCxnSpPr>
          <p:nvPr/>
        </p:nvCxnSpPr>
        <p:spPr>
          <a:xfrm>
            <a:off x="7237506" y="3456577"/>
            <a:ext cx="15579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39919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1B398-5263-9D2A-34B5-598722551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4368CE5E-340D-6FCD-D345-12D24F37D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570" y="-24440"/>
            <a:ext cx="7685037" cy="516405"/>
          </a:xfrm>
        </p:spPr>
        <p:txBody>
          <a:bodyPr>
            <a:normAutofit/>
          </a:bodyPr>
          <a:lstStyle/>
          <a:p>
            <a:r>
              <a:rPr lang="en-GB" sz="2300" dirty="0" err="1"/>
              <a:t>Trusek</a:t>
            </a:r>
            <a:r>
              <a:rPr lang="en-GB" sz="2300" dirty="0"/>
              <a:t> End of Day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8CD7D89-3C75-F5F1-312A-B31FF525719E}"/>
              </a:ext>
            </a:extLst>
          </p:cNvPr>
          <p:cNvSpPr/>
          <p:nvPr/>
        </p:nvSpPr>
        <p:spPr>
          <a:xfrm>
            <a:off x="3346232" y="4105250"/>
            <a:ext cx="1302210" cy="930310"/>
          </a:xfrm>
          <a:prstGeom prst="ellipse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bg1"/>
                </a:solidFill>
              </a:rPr>
              <a:t>Move Funds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36481EC-3089-6DF6-2767-607CEA962294}"/>
              </a:ext>
            </a:extLst>
          </p:cNvPr>
          <p:cNvCxnSpPr>
            <a:cxnSpLocks/>
            <a:stCxn id="4" idx="2"/>
            <a:endCxn id="19" idx="0"/>
          </p:cNvCxnSpPr>
          <p:nvPr/>
        </p:nvCxnSpPr>
        <p:spPr>
          <a:xfrm flipH="1">
            <a:off x="3997337" y="3674072"/>
            <a:ext cx="1" cy="4311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49A41E3-0076-DC53-4303-DCCE96EB7DA6}"/>
              </a:ext>
            </a:extLst>
          </p:cNvPr>
          <p:cNvSpPr txBox="1"/>
          <p:nvPr/>
        </p:nvSpPr>
        <p:spPr>
          <a:xfrm>
            <a:off x="3061886" y="3199279"/>
            <a:ext cx="1870903" cy="474793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chilly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TruSek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9AD877-AB4D-6F01-0A2A-DF39F2D2704A}"/>
              </a:ext>
            </a:extLst>
          </p:cNvPr>
          <p:cNvSpPr txBox="1"/>
          <p:nvPr/>
        </p:nvSpPr>
        <p:spPr>
          <a:xfrm>
            <a:off x="5942005" y="3186258"/>
            <a:ext cx="1870903" cy="474793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chilly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FPMS</a:t>
            </a:r>
          </a:p>
        </p:txBody>
      </p:sp>
      <p:sp>
        <p:nvSpPr>
          <p:cNvPr id="8" name="Can 7">
            <a:extLst>
              <a:ext uri="{FF2B5EF4-FFF2-40B4-BE49-F238E27FC236}">
                <a16:creationId xmlns:a16="http://schemas.microsoft.com/office/drawing/2014/main" id="{E14B9991-E1A7-0FA3-E9BD-E105FFE4395F}"/>
              </a:ext>
            </a:extLst>
          </p:cNvPr>
          <p:cNvSpPr/>
          <p:nvPr/>
        </p:nvSpPr>
        <p:spPr>
          <a:xfrm>
            <a:off x="8570648" y="4112535"/>
            <a:ext cx="1201911" cy="935014"/>
          </a:xfrm>
          <a:prstGeom prst="can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bg1"/>
                </a:solidFill>
              </a:rPr>
              <a:t>Client Safeguard Account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02797C8-A68F-E24E-11AB-FB76403DB5C8}"/>
              </a:ext>
            </a:extLst>
          </p:cNvPr>
          <p:cNvSpPr txBox="1"/>
          <p:nvPr/>
        </p:nvSpPr>
        <p:spPr>
          <a:xfrm>
            <a:off x="5942006" y="4333008"/>
            <a:ext cx="1870903" cy="474793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chilly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LHV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7FE37CC-0DC8-D0D5-5B8C-A0995F5544C3}"/>
              </a:ext>
            </a:extLst>
          </p:cNvPr>
          <p:cNvCxnSpPr>
            <a:cxnSpLocks/>
            <a:stCxn id="12" idx="3"/>
            <a:endCxn id="8" idx="2"/>
          </p:cNvCxnSpPr>
          <p:nvPr/>
        </p:nvCxnSpPr>
        <p:spPr>
          <a:xfrm>
            <a:off x="7812909" y="4570405"/>
            <a:ext cx="757739" cy="9637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FE824C2-B9E8-077E-0B08-CE0D8DB63D8A}"/>
              </a:ext>
            </a:extLst>
          </p:cNvPr>
          <p:cNvCxnSpPr>
            <a:cxnSpLocks/>
            <a:stCxn id="19" idx="6"/>
            <a:endCxn id="12" idx="1"/>
          </p:cNvCxnSpPr>
          <p:nvPr/>
        </p:nvCxnSpPr>
        <p:spPr>
          <a:xfrm>
            <a:off x="4648442" y="4570405"/>
            <a:ext cx="1293564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639DC0F-1C20-59C8-75D8-DB5033A86DD2}"/>
              </a:ext>
            </a:extLst>
          </p:cNvPr>
          <p:cNvCxnSpPr>
            <a:cxnSpLocks/>
            <a:stCxn id="35" idx="2"/>
            <a:endCxn id="4" idx="0"/>
          </p:cNvCxnSpPr>
          <p:nvPr/>
        </p:nvCxnSpPr>
        <p:spPr>
          <a:xfrm>
            <a:off x="3997337" y="2875325"/>
            <a:ext cx="1" cy="3239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740E5984-DBE4-FD99-F1ED-206A6ED0E8E1}"/>
              </a:ext>
            </a:extLst>
          </p:cNvPr>
          <p:cNvSpPr txBox="1"/>
          <p:nvPr/>
        </p:nvSpPr>
        <p:spPr>
          <a:xfrm>
            <a:off x="3445198" y="2629104"/>
            <a:ext cx="11042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End of Day Event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6D0C571F-6ED9-617C-0736-DCC056013A62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4816393" y="3423654"/>
            <a:ext cx="1125612" cy="1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5D6FCABD-DB28-CE03-AAE1-2BF84DE1072F}"/>
              </a:ext>
            </a:extLst>
          </p:cNvPr>
          <p:cNvSpPr txBox="1"/>
          <p:nvPr/>
        </p:nvSpPr>
        <p:spPr>
          <a:xfrm>
            <a:off x="4932789" y="3199279"/>
            <a:ext cx="11042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Balances</a:t>
            </a: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9D44A36A-9C41-8025-C3F0-B2BB8C2C19FE}"/>
              </a:ext>
            </a:extLst>
          </p:cNvPr>
          <p:cNvGrpSpPr/>
          <p:nvPr/>
        </p:nvGrpSpPr>
        <p:grpSpPr>
          <a:xfrm>
            <a:off x="231343" y="1267021"/>
            <a:ext cx="2093863" cy="4339308"/>
            <a:chOff x="1529668" y="2428961"/>
            <a:chExt cx="2093863" cy="4339308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D6BD121F-9C66-48B8-1A75-EAFDE5ED6E65}"/>
                </a:ext>
              </a:extLst>
            </p:cNvPr>
            <p:cNvSpPr txBox="1"/>
            <p:nvPr/>
          </p:nvSpPr>
          <p:spPr>
            <a:xfrm>
              <a:off x="1529668" y="2428961"/>
              <a:ext cx="2093863" cy="4339308"/>
            </a:xfrm>
            <a:prstGeom prst="rect">
              <a:avLst/>
            </a:prstGeom>
            <a:solidFill>
              <a:srgbClr val="00B0F0"/>
            </a:solidFill>
            <a:scene3d>
              <a:camera prst="orthographicFront"/>
              <a:lightRig rig="chilly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>
              <a:defPPr>
                <a:defRPr lang="en-US"/>
              </a:defPPr>
              <a:lvl1pPr algn="ctr">
                <a:defRPr sz="1000">
                  <a:solidFill>
                    <a:schemeClr val="bg1"/>
                  </a:solidFill>
                </a:defRPr>
              </a:lvl1pPr>
            </a:lstStyle>
            <a:p>
              <a:r>
                <a:rPr lang="en-GB" sz="1400" dirty="0"/>
                <a:t>Banking Partners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505F758B-B26A-A448-97FA-4CABF4A6BB2F}"/>
                </a:ext>
              </a:extLst>
            </p:cNvPr>
            <p:cNvSpPr txBox="1"/>
            <p:nvPr/>
          </p:nvSpPr>
          <p:spPr>
            <a:xfrm>
              <a:off x="1958766" y="2939932"/>
              <a:ext cx="1333856" cy="474793"/>
            </a:xfrm>
            <a:prstGeom prst="rect">
              <a:avLst/>
            </a:prstGeom>
            <a:solidFill>
              <a:srgbClr val="00B0F0"/>
            </a:solidFill>
            <a:scene3d>
              <a:camera prst="orthographicFront"/>
              <a:lightRig rig="chilly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ctr">
                <a:defRPr sz="1000">
                  <a:solidFill>
                    <a:schemeClr val="bg1"/>
                  </a:solidFill>
                </a:defRPr>
              </a:lvl1pPr>
            </a:lstStyle>
            <a:p>
              <a:r>
                <a:rPr lang="en-GB" dirty="0"/>
                <a:t>Banking Circle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1426B5E0-CD3A-22EE-3796-95ED1C1E2F12}"/>
                </a:ext>
              </a:extLst>
            </p:cNvPr>
            <p:cNvSpPr txBox="1"/>
            <p:nvPr/>
          </p:nvSpPr>
          <p:spPr>
            <a:xfrm>
              <a:off x="1958766" y="3637262"/>
              <a:ext cx="1333856" cy="474793"/>
            </a:xfrm>
            <a:prstGeom prst="rect">
              <a:avLst/>
            </a:prstGeom>
            <a:solidFill>
              <a:srgbClr val="00B0F0"/>
            </a:solidFill>
            <a:scene3d>
              <a:camera prst="orthographicFront"/>
              <a:lightRig rig="chilly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ctr">
                <a:defRPr sz="1000">
                  <a:solidFill>
                    <a:schemeClr val="bg1"/>
                  </a:solidFill>
                </a:defRPr>
              </a:lvl1pPr>
            </a:lstStyle>
            <a:p>
              <a:r>
                <a:rPr lang="en-GB" dirty="0"/>
                <a:t>Modulr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6CFDF542-3E66-F714-0703-BB3C93665252}"/>
                </a:ext>
              </a:extLst>
            </p:cNvPr>
            <p:cNvSpPr txBox="1"/>
            <p:nvPr/>
          </p:nvSpPr>
          <p:spPr>
            <a:xfrm>
              <a:off x="1958766" y="4330445"/>
              <a:ext cx="1333856" cy="474793"/>
            </a:xfrm>
            <a:prstGeom prst="rect">
              <a:avLst/>
            </a:prstGeom>
            <a:solidFill>
              <a:srgbClr val="00B0F0"/>
            </a:solidFill>
            <a:scene3d>
              <a:camera prst="orthographicFront"/>
              <a:lightRig rig="chilly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ctr">
                <a:defRPr sz="1000">
                  <a:solidFill>
                    <a:schemeClr val="bg1"/>
                  </a:solidFill>
                </a:defRPr>
              </a:lvl1pPr>
            </a:lstStyle>
            <a:p>
              <a:r>
                <a:rPr lang="en-GB" dirty="0"/>
                <a:t>Equal Money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FCEB4DB8-FB06-CDD6-2CC2-335C4C42CA17}"/>
                </a:ext>
              </a:extLst>
            </p:cNvPr>
            <p:cNvSpPr txBox="1"/>
            <p:nvPr/>
          </p:nvSpPr>
          <p:spPr>
            <a:xfrm>
              <a:off x="1958766" y="5031922"/>
              <a:ext cx="1333856" cy="474793"/>
            </a:xfrm>
            <a:prstGeom prst="rect">
              <a:avLst/>
            </a:prstGeom>
            <a:solidFill>
              <a:srgbClr val="00B0F0"/>
            </a:solidFill>
            <a:scene3d>
              <a:camera prst="orthographicFront"/>
              <a:lightRig rig="chilly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ctr">
                <a:defRPr sz="1000">
                  <a:solidFill>
                    <a:schemeClr val="bg1"/>
                  </a:solidFill>
                </a:defRPr>
              </a:lvl1pPr>
            </a:lstStyle>
            <a:p>
              <a:r>
                <a:rPr lang="en-GB" dirty="0"/>
                <a:t>LHV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734FDEAC-D361-18FE-3060-306F42298CB5}"/>
                </a:ext>
              </a:extLst>
            </p:cNvPr>
            <p:cNvSpPr txBox="1"/>
            <p:nvPr/>
          </p:nvSpPr>
          <p:spPr>
            <a:xfrm>
              <a:off x="1958766" y="5729254"/>
              <a:ext cx="1333856" cy="474793"/>
            </a:xfrm>
            <a:prstGeom prst="rect">
              <a:avLst/>
            </a:prstGeom>
            <a:solidFill>
              <a:srgbClr val="00B0F0"/>
            </a:solidFill>
            <a:scene3d>
              <a:camera prst="orthographicFront"/>
              <a:lightRig rig="chilly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ctr">
                <a:defRPr sz="1000">
                  <a:solidFill>
                    <a:schemeClr val="bg1"/>
                  </a:solidFill>
                </a:defRPr>
              </a:lvl1pPr>
            </a:lstStyle>
            <a:p>
              <a:r>
                <a:rPr lang="en-GB" dirty="0"/>
                <a:t>BOL</a:t>
              </a:r>
            </a:p>
          </p:txBody>
        </p:sp>
      </p:grpSp>
      <p:cxnSp>
        <p:nvCxnSpPr>
          <p:cNvPr id="1025" name="Straight Arrow Connector 1024">
            <a:extLst>
              <a:ext uri="{FF2B5EF4-FFF2-40B4-BE49-F238E27FC236}">
                <a16:creationId xmlns:a16="http://schemas.microsoft.com/office/drawing/2014/main" id="{9309EB4F-0619-B9A1-1569-92F9BDC4F97E}"/>
              </a:ext>
            </a:extLst>
          </p:cNvPr>
          <p:cNvCxnSpPr>
            <a:cxnSpLocks/>
            <a:stCxn id="61" idx="3"/>
            <a:endCxn id="4" idx="1"/>
          </p:cNvCxnSpPr>
          <p:nvPr/>
        </p:nvCxnSpPr>
        <p:spPr>
          <a:xfrm>
            <a:off x="2325206" y="3436675"/>
            <a:ext cx="736680" cy="1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6" name="TextBox 1035">
            <a:extLst>
              <a:ext uri="{FF2B5EF4-FFF2-40B4-BE49-F238E27FC236}">
                <a16:creationId xmlns:a16="http://schemas.microsoft.com/office/drawing/2014/main" id="{AABA40A8-52F5-921E-3D43-1B2FAB5A20DB}"/>
              </a:ext>
            </a:extLst>
          </p:cNvPr>
          <p:cNvSpPr txBox="1"/>
          <p:nvPr/>
        </p:nvSpPr>
        <p:spPr>
          <a:xfrm>
            <a:off x="2388451" y="3183392"/>
            <a:ext cx="11042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Balances</a:t>
            </a:r>
          </a:p>
        </p:txBody>
      </p:sp>
    </p:spTree>
    <p:extLst>
      <p:ext uri="{BB962C8B-B14F-4D97-AF65-F5344CB8AC3E}">
        <p14:creationId xmlns:p14="http://schemas.microsoft.com/office/powerpoint/2010/main" val="42464394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B6BAE-1E9C-B000-6618-05DA6429E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62156B7E-A18D-53E8-D656-EDFB559B0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570" y="-24440"/>
            <a:ext cx="7685037" cy="516405"/>
          </a:xfrm>
        </p:spPr>
        <p:txBody>
          <a:bodyPr>
            <a:normAutofit/>
          </a:bodyPr>
          <a:lstStyle/>
          <a:p>
            <a:r>
              <a:rPr lang="en-GB" sz="2300" dirty="0"/>
              <a:t>Elevate Start of Day balance-level Reconciliation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00A7B3-99F8-2830-39BF-2BEF2493DD74}"/>
              </a:ext>
            </a:extLst>
          </p:cNvPr>
          <p:cNvSpPr txBox="1"/>
          <p:nvPr/>
        </p:nvSpPr>
        <p:spPr>
          <a:xfrm>
            <a:off x="3061886" y="1728290"/>
            <a:ext cx="1870903" cy="3059585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chilly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Reconciliation Service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66B183-575E-9B3A-D397-B20F55CF2007}"/>
              </a:ext>
            </a:extLst>
          </p:cNvPr>
          <p:cNvSpPr txBox="1"/>
          <p:nvPr/>
        </p:nvSpPr>
        <p:spPr>
          <a:xfrm>
            <a:off x="5942005" y="1715269"/>
            <a:ext cx="1870903" cy="474793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chilly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FPMS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C96EC0B-8726-23CF-243B-F4144A7AC2ED}"/>
              </a:ext>
            </a:extLst>
          </p:cNvPr>
          <p:cNvCxnSpPr>
            <a:cxnSpLocks/>
            <a:stCxn id="35" idx="2"/>
            <a:endCxn id="4" idx="0"/>
          </p:cNvCxnSpPr>
          <p:nvPr/>
        </p:nvCxnSpPr>
        <p:spPr>
          <a:xfrm flipH="1">
            <a:off x="3997338" y="1404336"/>
            <a:ext cx="84585" cy="3239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59E848B7-CF6E-FA61-50CD-EF9A1D682F2D}"/>
              </a:ext>
            </a:extLst>
          </p:cNvPr>
          <p:cNvSpPr txBox="1"/>
          <p:nvPr/>
        </p:nvSpPr>
        <p:spPr>
          <a:xfrm>
            <a:off x="3445197" y="1158115"/>
            <a:ext cx="12734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Start of Day Event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2772C147-2787-AE6C-8526-83D7BF3BC5BB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4816393" y="1952665"/>
            <a:ext cx="1125612" cy="1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CA2B1257-4EE6-7DBB-10BB-B082AA01147D}"/>
              </a:ext>
            </a:extLst>
          </p:cNvPr>
          <p:cNvSpPr txBox="1"/>
          <p:nvPr/>
        </p:nvSpPr>
        <p:spPr>
          <a:xfrm>
            <a:off x="4932789" y="1728290"/>
            <a:ext cx="11042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Posted Balances</a:t>
            </a:r>
          </a:p>
        </p:txBody>
      </p:sp>
      <p:cxnSp>
        <p:nvCxnSpPr>
          <p:cNvPr id="1025" name="Straight Arrow Connector 1024">
            <a:extLst>
              <a:ext uri="{FF2B5EF4-FFF2-40B4-BE49-F238E27FC236}">
                <a16:creationId xmlns:a16="http://schemas.microsoft.com/office/drawing/2014/main" id="{6545D89F-37B0-C859-7E50-CF817A971B27}"/>
              </a:ext>
            </a:extLst>
          </p:cNvPr>
          <p:cNvCxnSpPr>
            <a:cxnSpLocks/>
            <a:stCxn id="61" idx="3"/>
            <a:endCxn id="4" idx="1"/>
          </p:cNvCxnSpPr>
          <p:nvPr/>
        </p:nvCxnSpPr>
        <p:spPr>
          <a:xfrm>
            <a:off x="2325206" y="1963974"/>
            <a:ext cx="736680" cy="1294109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6" name="TextBox 1035">
            <a:extLst>
              <a:ext uri="{FF2B5EF4-FFF2-40B4-BE49-F238E27FC236}">
                <a16:creationId xmlns:a16="http://schemas.microsoft.com/office/drawing/2014/main" id="{F5A2AB10-3AF2-CD42-00D1-BDEF136238CB}"/>
              </a:ext>
            </a:extLst>
          </p:cNvPr>
          <p:cNvSpPr txBox="1"/>
          <p:nvPr/>
        </p:nvSpPr>
        <p:spPr>
          <a:xfrm>
            <a:off x="2356898" y="1774456"/>
            <a:ext cx="11042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External </a:t>
            </a:r>
            <a:br>
              <a:rPr lang="en-GB" sz="1000" dirty="0"/>
            </a:br>
            <a:r>
              <a:rPr lang="en-GB" sz="1000" dirty="0"/>
              <a:t>Balances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DD54A66-37CE-05F5-3BF9-79D62947F2EF}"/>
              </a:ext>
            </a:extLst>
          </p:cNvPr>
          <p:cNvGrpSpPr/>
          <p:nvPr/>
        </p:nvGrpSpPr>
        <p:grpSpPr>
          <a:xfrm>
            <a:off x="231343" y="500934"/>
            <a:ext cx="2093863" cy="2926080"/>
            <a:chOff x="231343" y="1971923"/>
            <a:chExt cx="2093863" cy="2926080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F40FFE9A-2B82-980E-90DF-40534FDB9FCA}"/>
                </a:ext>
              </a:extLst>
            </p:cNvPr>
            <p:cNvSpPr txBox="1"/>
            <p:nvPr/>
          </p:nvSpPr>
          <p:spPr>
            <a:xfrm>
              <a:off x="231343" y="1971923"/>
              <a:ext cx="2093863" cy="2926080"/>
            </a:xfrm>
            <a:prstGeom prst="rect">
              <a:avLst/>
            </a:prstGeom>
            <a:solidFill>
              <a:srgbClr val="00B0F0"/>
            </a:solidFill>
            <a:scene3d>
              <a:camera prst="orthographicFront"/>
              <a:lightRig rig="chilly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>
              <a:defPPr>
                <a:defRPr lang="en-US"/>
              </a:defPPr>
              <a:lvl1pPr algn="ctr">
                <a:defRPr sz="1000">
                  <a:solidFill>
                    <a:schemeClr val="bg1"/>
                  </a:solidFill>
                </a:defRPr>
              </a:lvl1pPr>
            </a:lstStyle>
            <a:p>
              <a:r>
                <a:rPr lang="en-GB" sz="1400" dirty="0"/>
                <a:t>Banking Partners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96F9CA87-2F7C-374B-A298-EDBBC9F574B5}"/>
                </a:ext>
              </a:extLst>
            </p:cNvPr>
            <p:cNvSpPr txBox="1"/>
            <p:nvPr/>
          </p:nvSpPr>
          <p:spPr>
            <a:xfrm>
              <a:off x="461664" y="2422045"/>
              <a:ext cx="1333856" cy="474793"/>
            </a:xfrm>
            <a:prstGeom prst="rect">
              <a:avLst/>
            </a:prstGeom>
            <a:solidFill>
              <a:srgbClr val="00B0F0"/>
            </a:solidFill>
            <a:scene3d>
              <a:camera prst="orthographicFront"/>
              <a:lightRig rig="chilly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ctr">
                <a:defRPr sz="1000">
                  <a:solidFill>
                    <a:schemeClr val="bg1"/>
                  </a:solidFill>
                </a:defRPr>
              </a:lvl1pPr>
            </a:lstStyle>
            <a:p>
              <a:r>
                <a:rPr lang="en-GB" dirty="0"/>
                <a:t>Banking Circle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B79CDC37-0C18-3BB4-3331-7CCFD7DB2B1F}"/>
                </a:ext>
              </a:extLst>
            </p:cNvPr>
            <p:cNvSpPr txBox="1"/>
            <p:nvPr/>
          </p:nvSpPr>
          <p:spPr>
            <a:xfrm>
              <a:off x="461664" y="3329709"/>
              <a:ext cx="1333856" cy="474793"/>
            </a:xfrm>
            <a:prstGeom prst="rect">
              <a:avLst/>
            </a:prstGeom>
            <a:solidFill>
              <a:srgbClr val="00B0F0"/>
            </a:solidFill>
            <a:scene3d>
              <a:camera prst="orthographicFront"/>
              <a:lightRig rig="chilly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ctr">
                <a:defRPr sz="1000">
                  <a:solidFill>
                    <a:schemeClr val="bg1"/>
                  </a:solidFill>
                </a:defRPr>
              </a:lvl1pPr>
            </a:lstStyle>
            <a:p>
              <a:r>
                <a:rPr lang="en-GB" dirty="0"/>
                <a:t>Equal Money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82AC9526-1BAC-5E81-562B-74A7D2EC772F}"/>
                </a:ext>
              </a:extLst>
            </p:cNvPr>
            <p:cNvSpPr txBox="1"/>
            <p:nvPr/>
          </p:nvSpPr>
          <p:spPr>
            <a:xfrm>
              <a:off x="461664" y="4265162"/>
              <a:ext cx="1333856" cy="474793"/>
            </a:xfrm>
            <a:prstGeom prst="rect">
              <a:avLst/>
            </a:prstGeom>
            <a:solidFill>
              <a:srgbClr val="00B0F0"/>
            </a:solidFill>
            <a:scene3d>
              <a:camera prst="orthographicFront"/>
              <a:lightRig rig="chilly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ctr">
                <a:defRPr sz="1000">
                  <a:solidFill>
                    <a:schemeClr val="bg1"/>
                  </a:solidFill>
                </a:defRPr>
              </a:lvl1pPr>
            </a:lstStyle>
            <a:p>
              <a:r>
                <a:rPr lang="en-GB" dirty="0"/>
                <a:t>Bank of London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4064514-8AC9-86E8-2344-EA1D571B413F}"/>
                </a:ext>
              </a:extLst>
            </p:cNvPr>
            <p:cNvSpPr txBox="1"/>
            <p:nvPr/>
          </p:nvSpPr>
          <p:spPr>
            <a:xfrm rot="16200000">
              <a:off x="919774" y="3419228"/>
              <a:ext cx="2317908" cy="323546"/>
            </a:xfrm>
            <a:prstGeom prst="rect">
              <a:avLst/>
            </a:prstGeom>
            <a:solidFill>
              <a:srgbClr val="00B0F0"/>
            </a:solidFill>
            <a:scene3d>
              <a:camera prst="orthographicFront"/>
              <a:lightRig rig="chilly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ctr">
                <a:defRPr sz="1000">
                  <a:solidFill>
                    <a:schemeClr val="bg1"/>
                  </a:solidFill>
                </a:defRPr>
              </a:lvl1pPr>
            </a:lstStyle>
            <a:p>
              <a:r>
                <a:rPr lang="en-GB" dirty="0"/>
                <a:t>Banking Adapter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987816F-BB4D-BE46-C4DA-7E9736157054}"/>
              </a:ext>
            </a:extLst>
          </p:cNvPr>
          <p:cNvGrpSpPr/>
          <p:nvPr/>
        </p:nvGrpSpPr>
        <p:grpSpPr>
          <a:xfrm>
            <a:off x="238570" y="3564571"/>
            <a:ext cx="2093863" cy="2926080"/>
            <a:chOff x="231343" y="1971923"/>
            <a:chExt cx="2093863" cy="2926080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39EB41E-6DB4-D224-8627-591B8787E19E}"/>
                </a:ext>
              </a:extLst>
            </p:cNvPr>
            <p:cNvSpPr txBox="1"/>
            <p:nvPr/>
          </p:nvSpPr>
          <p:spPr>
            <a:xfrm>
              <a:off x="231343" y="1971923"/>
              <a:ext cx="2093863" cy="2926080"/>
            </a:xfrm>
            <a:prstGeom prst="rect">
              <a:avLst/>
            </a:prstGeom>
            <a:solidFill>
              <a:srgbClr val="00B0F0"/>
            </a:solidFill>
            <a:scene3d>
              <a:camera prst="orthographicFront"/>
              <a:lightRig rig="chilly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>
              <a:defPPr>
                <a:defRPr lang="en-US"/>
              </a:defPPr>
              <a:lvl1pPr algn="ctr">
                <a:defRPr sz="1000">
                  <a:solidFill>
                    <a:schemeClr val="bg1"/>
                  </a:solidFill>
                </a:defRPr>
              </a:lvl1pPr>
            </a:lstStyle>
            <a:p>
              <a:r>
                <a:rPr lang="en-GB" sz="1400" dirty="0"/>
                <a:t>Card Processors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838BF51-0DCE-BF82-8E14-DAAEA5C51303}"/>
                </a:ext>
              </a:extLst>
            </p:cNvPr>
            <p:cNvSpPr txBox="1"/>
            <p:nvPr/>
          </p:nvSpPr>
          <p:spPr>
            <a:xfrm>
              <a:off x="461664" y="3277077"/>
              <a:ext cx="1333856" cy="474793"/>
            </a:xfrm>
            <a:prstGeom prst="rect">
              <a:avLst/>
            </a:prstGeom>
            <a:solidFill>
              <a:srgbClr val="00B0F0"/>
            </a:solidFill>
            <a:scene3d>
              <a:camera prst="orthographicFront"/>
              <a:lightRig rig="chilly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ctr">
                <a:defRPr sz="1000">
                  <a:solidFill>
                    <a:schemeClr val="bg1"/>
                  </a:solidFill>
                </a:defRPr>
              </a:lvl1pPr>
            </a:lstStyle>
            <a:p>
              <a:r>
                <a:rPr lang="en-GB" dirty="0"/>
                <a:t>Cloud 9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B6453A9-17D1-6759-9CA0-6F2099E6A693}"/>
                </a:ext>
              </a:extLst>
            </p:cNvPr>
            <p:cNvSpPr txBox="1"/>
            <p:nvPr/>
          </p:nvSpPr>
          <p:spPr>
            <a:xfrm rot="16200000">
              <a:off x="919774" y="3419228"/>
              <a:ext cx="2317908" cy="323546"/>
            </a:xfrm>
            <a:prstGeom prst="rect">
              <a:avLst/>
            </a:prstGeom>
            <a:solidFill>
              <a:srgbClr val="00B0F0"/>
            </a:solidFill>
            <a:scene3d>
              <a:camera prst="orthographicFront"/>
              <a:lightRig rig="chilly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ctr">
                <a:defRPr sz="1000">
                  <a:solidFill>
                    <a:schemeClr val="bg1"/>
                  </a:solidFill>
                </a:defRPr>
              </a:lvl1pPr>
            </a:lstStyle>
            <a:p>
              <a:r>
                <a:rPr lang="en-GB" dirty="0"/>
                <a:t>Card Processor Adapter</a:t>
              </a:r>
            </a:p>
          </p:txBody>
        </p:sp>
      </p:grpSp>
      <p:sp>
        <p:nvSpPr>
          <p:cNvPr id="54" name="Can 53">
            <a:extLst>
              <a:ext uri="{FF2B5EF4-FFF2-40B4-BE49-F238E27FC236}">
                <a16:creationId xmlns:a16="http://schemas.microsoft.com/office/drawing/2014/main" id="{6BF1F418-B018-BBD3-B3C7-8024BE5ED27A}"/>
              </a:ext>
            </a:extLst>
          </p:cNvPr>
          <p:cNvSpPr/>
          <p:nvPr/>
        </p:nvSpPr>
        <p:spPr>
          <a:xfrm>
            <a:off x="3396381" y="5344518"/>
            <a:ext cx="1201911" cy="935014"/>
          </a:xfrm>
          <a:prstGeom prst="can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bg1"/>
                </a:solidFill>
              </a:rPr>
              <a:t>Ledger Balances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31F9207-C6AC-A9E8-40F4-8B4214C5CD74}"/>
              </a:ext>
            </a:extLst>
          </p:cNvPr>
          <p:cNvCxnSpPr>
            <a:cxnSpLocks/>
            <a:stCxn id="54" idx="1"/>
            <a:endCxn id="4" idx="2"/>
          </p:cNvCxnSpPr>
          <p:nvPr/>
        </p:nvCxnSpPr>
        <p:spPr>
          <a:xfrm flipV="1">
            <a:off x="3997337" y="4787875"/>
            <a:ext cx="1" cy="556643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n 15">
            <a:extLst>
              <a:ext uri="{FF2B5EF4-FFF2-40B4-BE49-F238E27FC236}">
                <a16:creationId xmlns:a16="http://schemas.microsoft.com/office/drawing/2014/main" id="{059C67C4-B2BD-6B20-63E3-C6582821E243}"/>
              </a:ext>
            </a:extLst>
          </p:cNvPr>
          <p:cNvSpPr/>
          <p:nvPr/>
        </p:nvSpPr>
        <p:spPr>
          <a:xfrm>
            <a:off x="6198678" y="2790575"/>
            <a:ext cx="1201911" cy="935014"/>
          </a:xfrm>
          <a:prstGeom prst="can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bg1"/>
                </a:solidFill>
              </a:rPr>
              <a:t>External Balances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096AAB7-5875-6D14-8BB4-2FEE0870C956}"/>
              </a:ext>
            </a:extLst>
          </p:cNvPr>
          <p:cNvCxnSpPr>
            <a:cxnSpLocks/>
            <a:stCxn id="4" idx="3"/>
            <a:endCxn id="16" idx="2"/>
          </p:cNvCxnSpPr>
          <p:nvPr/>
        </p:nvCxnSpPr>
        <p:spPr>
          <a:xfrm flipV="1">
            <a:off x="4932789" y="3258082"/>
            <a:ext cx="1265889" cy="1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46717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DF3C1-39C3-0E9C-90EE-448A1B85F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21C41202-1DFC-CA16-15F5-4F5D722F2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570" y="-24440"/>
            <a:ext cx="7685037" cy="516405"/>
          </a:xfrm>
        </p:spPr>
        <p:txBody>
          <a:bodyPr>
            <a:normAutofit/>
          </a:bodyPr>
          <a:lstStyle/>
          <a:p>
            <a:r>
              <a:rPr lang="en-GB" sz="2300" dirty="0"/>
              <a:t>Elevate End of Day balance-level Reconciliation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E597D3A-F582-2D9D-277E-74DBADC41288}"/>
              </a:ext>
            </a:extLst>
          </p:cNvPr>
          <p:cNvSpPr/>
          <p:nvPr/>
        </p:nvSpPr>
        <p:spPr>
          <a:xfrm>
            <a:off x="5433379" y="2792927"/>
            <a:ext cx="1302210" cy="930310"/>
          </a:xfrm>
          <a:prstGeom prst="ellipse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bg1"/>
                </a:solidFill>
              </a:rPr>
              <a:t>Move Funds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65E7EB46-64DE-43D5-41FE-E9A665587946}"/>
              </a:ext>
            </a:extLst>
          </p:cNvPr>
          <p:cNvCxnSpPr>
            <a:cxnSpLocks/>
            <a:stCxn id="4" idx="3"/>
            <a:endCxn id="19" idx="2"/>
          </p:cNvCxnSpPr>
          <p:nvPr/>
        </p:nvCxnSpPr>
        <p:spPr>
          <a:xfrm flipV="1">
            <a:off x="4932789" y="3258082"/>
            <a:ext cx="50059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1095739F-A6D0-66AF-CC2F-D74DC81C8882}"/>
              </a:ext>
            </a:extLst>
          </p:cNvPr>
          <p:cNvSpPr txBox="1"/>
          <p:nvPr/>
        </p:nvSpPr>
        <p:spPr>
          <a:xfrm>
            <a:off x="3061886" y="1728290"/>
            <a:ext cx="1870903" cy="3059585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chilly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Reconciliation Service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DF4412-0D0E-517E-2120-8222E3D541D1}"/>
              </a:ext>
            </a:extLst>
          </p:cNvPr>
          <p:cNvSpPr txBox="1"/>
          <p:nvPr/>
        </p:nvSpPr>
        <p:spPr>
          <a:xfrm>
            <a:off x="5942005" y="1715269"/>
            <a:ext cx="1870903" cy="474793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chilly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FPMS</a:t>
            </a:r>
          </a:p>
        </p:txBody>
      </p:sp>
      <p:sp>
        <p:nvSpPr>
          <p:cNvPr id="8" name="Can 7">
            <a:extLst>
              <a:ext uri="{FF2B5EF4-FFF2-40B4-BE49-F238E27FC236}">
                <a16:creationId xmlns:a16="http://schemas.microsoft.com/office/drawing/2014/main" id="{5984542B-E5B2-4152-3865-4DA8DCA5F11D}"/>
              </a:ext>
            </a:extLst>
          </p:cNvPr>
          <p:cNvSpPr/>
          <p:nvPr/>
        </p:nvSpPr>
        <p:spPr>
          <a:xfrm>
            <a:off x="7886067" y="5413140"/>
            <a:ext cx="1201911" cy="935014"/>
          </a:xfrm>
          <a:prstGeom prst="can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bg1"/>
                </a:solidFill>
              </a:rPr>
              <a:t>Client Safeguard Account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D08E455-7783-96EF-073F-ED614E5BBB13}"/>
              </a:ext>
            </a:extLst>
          </p:cNvPr>
          <p:cNvSpPr txBox="1"/>
          <p:nvPr/>
        </p:nvSpPr>
        <p:spPr>
          <a:xfrm>
            <a:off x="7551571" y="3020685"/>
            <a:ext cx="1870903" cy="474793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chilly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Bank of London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3531D2D-6C4C-5824-9CF5-670D8D9DE64E}"/>
              </a:ext>
            </a:extLst>
          </p:cNvPr>
          <p:cNvCxnSpPr>
            <a:cxnSpLocks/>
            <a:stCxn id="12" idx="2"/>
            <a:endCxn id="8" idx="1"/>
          </p:cNvCxnSpPr>
          <p:nvPr/>
        </p:nvCxnSpPr>
        <p:spPr>
          <a:xfrm>
            <a:off x="8487023" y="3495478"/>
            <a:ext cx="0" cy="1917662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81158B82-1971-5DBF-6DAD-05F0667BC49A}"/>
              </a:ext>
            </a:extLst>
          </p:cNvPr>
          <p:cNvCxnSpPr>
            <a:cxnSpLocks/>
            <a:stCxn id="19" idx="6"/>
            <a:endCxn id="12" idx="1"/>
          </p:cNvCxnSpPr>
          <p:nvPr/>
        </p:nvCxnSpPr>
        <p:spPr>
          <a:xfrm>
            <a:off x="6735589" y="3258082"/>
            <a:ext cx="815982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E59D360-F4CE-D58A-5363-FD91C43B00D2}"/>
              </a:ext>
            </a:extLst>
          </p:cNvPr>
          <p:cNvCxnSpPr>
            <a:cxnSpLocks/>
            <a:stCxn id="35" idx="2"/>
            <a:endCxn id="4" idx="0"/>
          </p:cNvCxnSpPr>
          <p:nvPr/>
        </p:nvCxnSpPr>
        <p:spPr>
          <a:xfrm>
            <a:off x="3997337" y="1404336"/>
            <a:ext cx="1" cy="3239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F8EAD54F-E321-D87E-45C5-C03DF3EDBB13}"/>
              </a:ext>
            </a:extLst>
          </p:cNvPr>
          <p:cNvSpPr txBox="1"/>
          <p:nvPr/>
        </p:nvSpPr>
        <p:spPr>
          <a:xfrm>
            <a:off x="3445198" y="1158115"/>
            <a:ext cx="11042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End of Day Event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BA460699-FE58-8647-613F-680032191CF5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4816393" y="1952665"/>
            <a:ext cx="1125612" cy="1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2D3625E7-1BAE-7BBD-6D6A-655BF9E96730}"/>
              </a:ext>
            </a:extLst>
          </p:cNvPr>
          <p:cNvSpPr txBox="1"/>
          <p:nvPr/>
        </p:nvSpPr>
        <p:spPr>
          <a:xfrm>
            <a:off x="4932789" y="1728290"/>
            <a:ext cx="11042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Posted Balances</a:t>
            </a:r>
          </a:p>
        </p:txBody>
      </p:sp>
      <p:cxnSp>
        <p:nvCxnSpPr>
          <p:cNvPr id="1025" name="Straight Arrow Connector 1024">
            <a:extLst>
              <a:ext uri="{FF2B5EF4-FFF2-40B4-BE49-F238E27FC236}">
                <a16:creationId xmlns:a16="http://schemas.microsoft.com/office/drawing/2014/main" id="{B58D4022-6547-3D06-226B-59B6199915B5}"/>
              </a:ext>
            </a:extLst>
          </p:cNvPr>
          <p:cNvCxnSpPr>
            <a:cxnSpLocks/>
            <a:stCxn id="61" idx="3"/>
            <a:endCxn id="4" idx="1"/>
          </p:cNvCxnSpPr>
          <p:nvPr/>
        </p:nvCxnSpPr>
        <p:spPr>
          <a:xfrm>
            <a:off x="2325206" y="1963974"/>
            <a:ext cx="736680" cy="1294109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6" name="TextBox 1035">
            <a:extLst>
              <a:ext uri="{FF2B5EF4-FFF2-40B4-BE49-F238E27FC236}">
                <a16:creationId xmlns:a16="http://schemas.microsoft.com/office/drawing/2014/main" id="{CDB6499A-6722-4DF4-9796-FED6B5EC7DF4}"/>
              </a:ext>
            </a:extLst>
          </p:cNvPr>
          <p:cNvSpPr txBox="1"/>
          <p:nvPr/>
        </p:nvSpPr>
        <p:spPr>
          <a:xfrm>
            <a:off x="2356898" y="1774456"/>
            <a:ext cx="11042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External </a:t>
            </a:r>
            <a:br>
              <a:rPr lang="en-GB" sz="1000" dirty="0"/>
            </a:br>
            <a:r>
              <a:rPr lang="en-GB" sz="1000" dirty="0"/>
              <a:t>Balances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A567849-C1F8-A001-D655-D3513E198D98}"/>
              </a:ext>
            </a:extLst>
          </p:cNvPr>
          <p:cNvGrpSpPr/>
          <p:nvPr/>
        </p:nvGrpSpPr>
        <p:grpSpPr>
          <a:xfrm>
            <a:off x="231343" y="500934"/>
            <a:ext cx="2093863" cy="2926080"/>
            <a:chOff x="231343" y="1971923"/>
            <a:chExt cx="2093863" cy="2926080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B160A4E8-183B-4728-0867-4E2033EB521B}"/>
                </a:ext>
              </a:extLst>
            </p:cNvPr>
            <p:cNvSpPr txBox="1"/>
            <p:nvPr/>
          </p:nvSpPr>
          <p:spPr>
            <a:xfrm>
              <a:off x="231343" y="1971923"/>
              <a:ext cx="2093863" cy="2926080"/>
            </a:xfrm>
            <a:prstGeom prst="rect">
              <a:avLst/>
            </a:prstGeom>
            <a:solidFill>
              <a:srgbClr val="00B0F0"/>
            </a:solidFill>
            <a:scene3d>
              <a:camera prst="orthographicFront"/>
              <a:lightRig rig="chilly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>
              <a:defPPr>
                <a:defRPr lang="en-US"/>
              </a:defPPr>
              <a:lvl1pPr algn="ctr">
                <a:defRPr sz="1000">
                  <a:solidFill>
                    <a:schemeClr val="bg1"/>
                  </a:solidFill>
                </a:defRPr>
              </a:lvl1pPr>
            </a:lstStyle>
            <a:p>
              <a:r>
                <a:rPr lang="en-GB" sz="1400" dirty="0"/>
                <a:t>Banking Partners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09215D94-7047-D6C3-DAAA-35EB8DD87F44}"/>
                </a:ext>
              </a:extLst>
            </p:cNvPr>
            <p:cNvSpPr txBox="1"/>
            <p:nvPr/>
          </p:nvSpPr>
          <p:spPr>
            <a:xfrm>
              <a:off x="461664" y="2422045"/>
              <a:ext cx="1333856" cy="474793"/>
            </a:xfrm>
            <a:prstGeom prst="rect">
              <a:avLst/>
            </a:prstGeom>
            <a:solidFill>
              <a:srgbClr val="00B0F0"/>
            </a:solidFill>
            <a:scene3d>
              <a:camera prst="orthographicFront"/>
              <a:lightRig rig="chilly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ctr">
                <a:defRPr sz="1000">
                  <a:solidFill>
                    <a:schemeClr val="bg1"/>
                  </a:solidFill>
                </a:defRPr>
              </a:lvl1pPr>
            </a:lstStyle>
            <a:p>
              <a:r>
                <a:rPr lang="en-GB" dirty="0"/>
                <a:t>Banking Circle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73EF6F7A-6964-73F6-1186-136C2A48F2C3}"/>
                </a:ext>
              </a:extLst>
            </p:cNvPr>
            <p:cNvSpPr txBox="1"/>
            <p:nvPr/>
          </p:nvSpPr>
          <p:spPr>
            <a:xfrm>
              <a:off x="461664" y="3329709"/>
              <a:ext cx="1333856" cy="474793"/>
            </a:xfrm>
            <a:prstGeom prst="rect">
              <a:avLst/>
            </a:prstGeom>
            <a:solidFill>
              <a:srgbClr val="00B0F0"/>
            </a:solidFill>
            <a:scene3d>
              <a:camera prst="orthographicFront"/>
              <a:lightRig rig="chilly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ctr">
                <a:defRPr sz="1000">
                  <a:solidFill>
                    <a:schemeClr val="bg1"/>
                  </a:solidFill>
                </a:defRPr>
              </a:lvl1pPr>
            </a:lstStyle>
            <a:p>
              <a:r>
                <a:rPr lang="en-GB" dirty="0"/>
                <a:t>Equal Money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CF07FD6E-C561-EEBF-C2D3-37553E44990D}"/>
                </a:ext>
              </a:extLst>
            </p:cNvPr>
            <p:cNvSpPr txBox="1"/>
            <p:nvPr/>
          </p:nvSpPr>
          <p:spPr>
            <a:xfrm>
              <a:off x="461664" y="4265162"/>
              <a:ext cx="1333856" cy="474793"/>
            </a:xfrm>
            <a:prstGeom prst="rect">
              <a:avLst/>
            </a:prstGeom>
            <a:solidFill>
              <a:srgbClr val="00B0F0"/>
            </a:solidFill>
            <a:scene3d>
              <a:camera prst="orthographicFront"/>
              <a:lightRig rig="chilly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ctr">
                <a:defRPr sz="1000">
                  <a:solidFill>
                    <a:schemeClr val="bg1"/>
                  </a:solidFill>
                </a:defRPr>
              </a:lvl1pPr>
            </a:lstStyle>
            <a:p>
              <a:r>
                <a:rPr lang="en-GB" dirty="0"/>
                <a:t>Bank of London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513300B-FFDC-D252-C22D-0A58B1FEC33C}"/>
                </a:ext>
              </a:extLst>
            </p:cNvPr>
            <p:cNvSpPr txBox="1"/>
            <p:nvPr/>
          </p:nvSpPr>
          <p:spPr>
            <a:xfrm rot="16200000">
              <a:off x="919774" y="3419228"/>
              <a:ext cx="2317908" cy="323546"/>
            </a:xfrm>
            <a:prstGeom prst="rect">
              <a:avLst/>
            </a:prstGeom>
            <a:solidFill>
              <a:srgbClr val="00B0F0"/>
            </a:solidFill>
            <a:scene3d>
              <a:camera prst="orthographicFront"/>
              <a:lightRig rig="chilly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ctr">
                <a:defRPr sz="1000">
                  <a:solidFill>
                    <a:schemeClr val="bg1"/>
                  </a:solidFill>
                </a:defRPr>
              </a:lvl1pPr>
            </a:lstStyle>
            <a:p>
              <a:r>
                <a:rPr lang="en-GB" dirty="0"/>
                <a:t>Banking Adapter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9E5660B-4569-450D-477F-BBF21673E5B1}"/>
              </a:ext>
            </a:extLst>
          </p:cNvPr>
          <p:cNvGrpSpPr/>
          <p:nvPr/>
        </p:nvGrpSpPr>
        <p:grpSpPr>
          <a:xfrm>
            <a:off x="238570" y="3564571"/>
            <a:ext cx="2093863" cy="2926080"/>
            <a:chOff x="231343" y="1971923"/>
            <a:chExt cx="2093863" cy="2926080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759CDE6-9CBB-CE09-874E-962DE84A014F}"/>
                </a:ext>
              </a:extLst>
            </p:cNvPr>
            <p:cNvSpPr txBox="1"/>
            <p:nvPr/>
          </p:nvSpPr>
          <p:spPr>
            <a:xfrm>
              <a:off x="231343" y="1971923"/>
              <a:ext cx="2093863" cy="2926080"/>
            </a:xfrm>
            <a:prstGeom prst="rect">
              <a:avLst/>
            </a:prstGeom>
            <a:solidFill>
              <a:srgbClr val="00B0F0"/>
            </a:solidFill>
            <a:scene3d>
              <a:camera prst="orthographicFront"/>
              <a:lightRig rig="chilly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>
              <a:defPPr>
                <a:defRPr lang="en-US"/>
              </a:defPPr>
              <a:lvl1pPr algn="ctr">
                <a:defRPr sz="1000">
                  <a:solidFill>
                    <a:schemeClr val="bg1"/>
                  </a:solidFill>
                </a:defRPr>
              </a:lvl1pPr>
            </a:lstStyle>
            <a:p>
              <a:r>
                <a:rPr lang="en-GB" sz="1400" dirty="0"/>
                <a:t>Card Processors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FF19239-FE25-A6A1-9D5B-FA878DA2AA0E}"/>
                </a:ext>
              </a:extLst>
            </p:cNvPr>
            <p:cNvSpPr txBox="1"/>
            <p:nvPr/>
          </p:nvSpPr>
          <p:spPr>
            <a:xfrm>
              <a:off x="461664" y="3277077"/>
              <a:ext cx="1333856" cy="474793"/>
            </a:xfrm>
            <a:prstGeom prst="rect">
              <a:avLst/>
            </a:prstGeom>
            <a:solidFill>
              <a:srgbClr val="00B0F0"/>
            </a:solidFill>
            <a:scene3d>
              <a:camera prst="orthographicFront"/>
              <a:lightRig rig="chilly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ctr">
                <a:defRPr sz="1000">
                  <a:solidFill>
                    <a:schemeClr val="bg1"/>
                  </a:solidFill>
                </a:defRPr>
              </a:lvl1pPr>
            </a:lstStyle>
            <a:p>
              <a:r>
                <a:rPr lang="en-GB" dirty="0"/>
                <a:t>Cloud 9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4C69028-938E-2D10-3C04-5AE92264F11D}"/>
                </a:ext>
              </a:extLst>
            </p:cNvPr>
            <p:cNvSpPr txBox="1"/>
            <p:nvPr/>
          </p:nvSpPr>
          <p:spPr>
            <a:xfrm rot="16200000">
              <a:off x="919774" y="3419228"/>
              <a:ext cx="2317908" cy="323546"/>
            </a:xfrm>
            <a:prstGeom prst="rect">
              <a:avLst/>
            </a:prstGeom>
            <a:solidFill>
              <a:srgbClr val="00B0F0"/>
            </a:solidFill>
            <a:scene3d>
              <a:camera prst="orthographicFront"/>
              <a:lightRig rig="chilly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ctr">
                <a:defRPr sz="1000">
                  <a:solidFill>
                    <a:schemeClr val="bg1"/>
                  </a:solidFill>
                </a:defRPr>
              </a:lvl1pPr>
            </a:lstStyle>
            <a:p>
              <a:r>
                <a:rPr lang="en-GB" dirty="0"/>
                <a:t>Card Processor Adapter</a:t>
              </a:r>
            </a:p>
          </p:txBody>
        </p:sp>
      </p:grp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DA153D33-7795-17E1-E56C-4848CC6A70AC}"/>
              </a:ext>
            </a:extLst>
          </p:cNvPr>
          <p:cNvCxnSpPr>
            <a:cxnSpLocks/>
            <a:stCxn id="25" idx="3"/>
            <a:endCxn id="4" idx="1"/>
          </p:cNvCxnSpPr>
          <p:nvPr/>
        </p:nvCxnSpPr>
        <p:spPr>
          <a:xfrm flipV="1">
            <a:off x="2332433" y="3258083"/>
            <a:ext cx="729453" cy="1769528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9301D6EC-5206-143A-08FF-15FEB4870AAF}"/>
              </a:ext>
            </a:extLst>
          </p:cNvPr>
          <p:cNvSpPr txBox="1"/>
          <p:nvPr/>
        </p:nvSpPr>
        <p:spPr>
          <a:xfrm>
            <a:off x="2325206" y="4834041"/>
            <a:ext cx="11042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External </a:t>
            </a:r>
            <a:br>
              <a:rPr lang="en-GB" sz="1000" dirty="0"/>
            </a:br>
            <a:r>
              <a:rPr lang="en-GB" sz="1000" dirty="0"/>
              <a:t>Balances</a:t>
            </a:r>
          </a:p>
        </p:txBody>
      </p:sp>
      <p:sp>
        <p:nvSpPr>
          <p:cNvPr id="54" name="Can 53">
            <a:extLst>
              <a:ext uri="{FF2B5EF4-FFF2-40B4-BE49-F238E27FC236}">
                <a16:creationId xmlns:a16="http://schemas.microsoft.com/office/drawing/2014/main" id="{A5513F37-AAFF-C81B-A99C-891DEAC9F306}"/>
              </a:ext>
            </a:extLst>
          </p:cNvPr>
          <p:cNvSpPr/>
          <p:nvPr/>
        </p:nvSpPr>
        <p:spPr>
          <a:xfrm>
            <a:off x="3396381" y="5344518"/>
            <a:ext cx="1201911" cy="935014"/>
          </a:xfrm>
          <a:prstGeom prst="can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bg1"/>
                </a:solidFill>
              </a:rPr>
              <a:t>Ledger Balances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D8CC70C-6BBA-2E6B-631F-D9F75B1BC450}"/>
              </a:ext>
            </a:extLst>
          </p:cNvPr>
          <p:cNvCxnSpPr>
            <a:cxnSpLocks/>
            <a:stCxn id="54" idx="1"/>
            <a:endCxn id="4" idx="2"/>
          </p:cNvCxnSpPr>
          <p:nvPr/>
        </p:nvCxnSpPr>
        <p:spPr>
          <a:xfrm flipV="1">
            <a:off x="3997337" y="4787875"/>
            <a:ext cx="1" cy="556643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26908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E00C1-7993-14AD-710E-F7CDE87C6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75B23CC3-55F6-763E-A84D-64291F574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570" y="-24440"/>
            <a:ext cx="7685037" cy="516405"/>
          </a:xfrm>
        </p:spPr>
        <p:txBody>
          <a:bodyPr>
            <a:normAutofit/>
          </a:bodyPr>
          <a:lstStyle/>
          <a:p>
            <a:r>
              <a:rPr lang="en-GB" sz="2300" dirty="0"/>
              <a:t>Elevate Transaction reconciliation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F1CCE4-7FF7-F922-B5AD-90147182A372}"/>
              </a:ext>
            </a:extLst>
          </p:cNvPr>
          <p:cNvSpPr txBox="1"/>
          <p:nvPr/>
        </p:nvSpPr>
        <p:spPr>
          <a:xfrm>
            <a:off x="3061886" y="1728290"/>
            <a:ext cx="1870903" cy="3059585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chilly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Reconciliation Service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26572DA-E93A-2705-F124-743A80060ADE}"/>
              </a:ext>
            </a:extLst>
          </p:cNvPr>
          <p:cNvCxnSpPr>
            <a:cxnSpLocks/>
            <a:stCxn id="35" idx="2"/>
            <a:endCxn id="4" idx="0"/>
          </p:cNvCxnSpPr>
          <p:nvPr/>
        </p:nvCxnSpPr>
        <p:spPr>
          <a:xfrm>
            <a:off x="3997337" y="1404336"/>
            <a:ext cx="1" cy="3239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1C184CD0-D545-A87D-F4B8-A74040A72002}"/>
              </a:ext>
            </a:extLst>
          </p:cNvPr>
          <p:cNvSpPr txBox="1"/>
          <p:nvPr/>
        </p:nvSpPr>
        <p:spPr>
          <a:xfrm>
            <a:off x="3445198" y="1158115"/>
            <a:ext cx="11042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End of Day Event</a:t>
            </a:r>
          </a:p>
        </p:txBody>
      </p:sp>
      <p:cxnSp>
        <p:nvCxnSpPr>
          <p:cNvPr id="1025" name="Straight Arrow Connector 1024">
            <a:extLst>
              <a:ext uri="{FF2B5EF4-FFF2-40B4-BE49-F238E27FC236}">
                <a16:creationId xmlns:a16="http://schemas.microsoft.com/office/drawing/2014/main" id="{6AA648B8-28B4-13D6-37A4-4FF038C84147}"/>
              </a:ext>
            </a:extLst>
          </p:cNvPr>
          <p:cNvCxnSpPr>
            <a:cxnSpLocks/>
            <a:stCxn id="61" idx="3"/>
            <a:endCxn id="4" idx="1"/>
          </p:cNvCxnSpPr>
          <p:nvPr/>
        </p:nvCxnSpPr>
        <p:spPr>
          <a:xfrm>
            <a:off x="2325206" y="1963974"/>
            <a:ext cx="736680" cy="1294109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6" name="TextBox 1035">
            <a:extLst>
              <a:ext uri="{FF2B5EF4-FFF2-40B4-BE49-F238E27FC236}">
                <a16:creationId xmlns:a16="http://schemas.microsoft.com/office/drawing/2014/main" id="{72986FE7-9604-CF4D-483D-D3381922E80A}"/>
              </a:ext>
            </a:extLst>
          </p:cNvPr>
          <p:cNvSpPr txBox="1"/>
          <p:nvPr/>
        </p:nvSpPr>
        <p:spPr>
          <a:xfrm>
            <a:off x="2285174" y="1741710"/>
            <a:ext cx="11042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Statements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8806E5C-B27F-9862-AD5F-7470F334C1D0}"/>
              </a:ext>
            </a:extLst>
          </p:cNvPr>
          <p:cNvGrpSpPr/>
          <p:nvPr/>
        </p:nvGrpSpPr>
        <p:grpSpPr>
          <a:xfrm>
            <a:off x="231343" y="500934"/>
            <a:ext cx="2093863" cy="2926080"/>
            <a:chOff x="231343" y="1971923"/>
            <a:chExt cx="2093863" cy="2926080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0CDB99EF-9331-4A6E-1C46-A3E2AE72FC82}"/>
                </a:ext>
              </a:extLst>
            </p:cNvPr>
            <p:cNvSpPr txBox="1"/>
            <p:nvPr/>
          </p:nvSpPr>
          <p:spPr>
            <a:xfrm>
              <a:off x="231343" y="1971923"/>
              <a:ext cx="2093863" cy="2926080"/>
            </a:xfrm>
            <a:prstGeom prst="rect">
              <a:avLst/>
            </a:prstGeom>
            <a:solidFill>
              <a:srgbClr val="00B0F0"/>
            </a:solidFill>
            <a:scene3d>
              <a:camera prst="orthographicFront"/>
              <a:lightRig rig="chilly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>
              <a:defPPr>
                <a:defRPr lang="en-US"/>
              </a:defPPr>
              <a:lvl1pPr algn="ctr">
                <a:defRPr sz="1000">
                  <a:solidFill>
                    <a:schemeClr val="bg1"/>
                  </a:solidFill>
                </a:defRPr>
              </a:lvl1pPr>
            </a:lstStyle>
            <a:p>
              <a:r>
                <a:rPr lang="en-GB" sz="1400" dirty="0"/>
                <a:t>Banking Partners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17E53661-235D-2AF8-395B-37CD935DCC44}"/>
                </a:ext>
              </a:extLst>
            </p:cNvPr>
            <p:cNvSpPr txBox="1"/>
            <p:nvPr/>
          </p:nvSpPr>
          <p:spPr>
            <a:xfrm>
              <a:off x="461664" y="2422045"/>
              <a:ext cx="1333856" cy="474793"/>
            </a:xfrm>
            <a:prstGeom prst="rect">
              <a:avLst/>
            </a:prstGeom>
            <a:solidFill>
              <a:srgbClr val="00B0F0"/>
            </a:solidFill>
            <a:scene3d>
              <a:camera prst="orthographicFront"/>
              <a:lightRig rig="chilly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ctr">
                <a:defRPr sz="1000">
                  <a:solidFill>
                    <a:schemeClr val="bg1"/>
                  </a:solidFill>
                </a:defRPr>
              </a:lvl1pPr>
            </a:lstStyle>
            <a:p>
              <a:r>
                <a:rPr lang="en-GB" dirty="0"/>
                <a:t>Banking Circle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CC89BA1C-0B2B-2578-D832-5E19CE93CF2C}"/>
                </a:ext>
              </a:extLst>
            </p:cNvPr>
            <p:cNvSpPr txBox="1"/>
            <p:nvPr/>
          </p:nvSpPr>
          <p:spPr>
            <a:xfrm>
              <a:off x="461664" y="3329709"/>
              <a:ext cx="1333856" cy="474793"/>
            </a:xfrm>
            <a:prstGeom prst="rect">
              <a:avLst/>
            </a:prstGeom>
            <a:solidFill>
              <a:srgbClr val="00B0F0"/>
            </a:solidFill>
            <a:scene3d>
              <a:camera prst="orthographicFront"/>
              <a:lightRig rig="chilly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ctr">
                <a:defRPr sz="1000">
                  <a:solidFill>
                    <a:schemeClr val="bg1"/>
                  </a:solidFill>
                </a:defRPr>
              </a:lvl1pPr>
            </a:lstStyle>
            <a:p>
              <a:r>
                <a:rPr lang="en-GB" dirty="0"/>
                <a:t>Equal Money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B4882A2C-9811-31C5-D569-3774038A7BCB}"/>
                </a:ext>
              </a:extLst>
            </p:cNvPr>
            <p:cNvSpPr txBox="1"/>
            <p:nvPr/>
          </p:nvSpPr>
          <p:spPr>
            <a:xfrm>
              <a:off x="461664" y="4265162"/>
              <a:ext cx="1333856" cy="474793"/>
            </a:xfrm>
            <a:prstGeom prst="rect">
              <a:avLst/>
            </a:prstGeom>
            <a:solidFill>
              <a:srgbClr val="00B0F0"/>
            </a:solidFill>
            <a:scene3d>
              <a:camera prst="orthographicFront"/>
              <a:lightRig rig="chilly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ctr">
                <a:defRPr sz="1000">
                  <a:solidFill>
                    <a:schemeClr val="bg1"/>
                  </a:solidFill>
                </a:defRPr>
              </a:lvl1pPr>
            </a:lstStyle>
            <a:p>
              <a:r>
                <a:rPr lang="en-GB" dirty="0"/>
                <a:t>Bank of London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01628FE-2EA6-1777-A36A-DB0D8C24C7D9}"/>
                </a:ext>
              </a:extLst>
            </p:cNvPr>
            <p:cNvSpPr txBox="1"/>
            <p:nvPr/>
          </p:nvSpPr>
          <p:spPr>
            <a:xfrm rot="16200000">
              <a:off x="919774" y="3419228"/>
              <a:ext cx="2317908" cy="323546"/>
            </a:xfrm>
            <a:prstGeom prst="rect">
              <a:avLst/>
            </a:prstGeom>
            <a:solidFill>
              <a:srgbClr val="00B0F0"/>
            </a:solidFill>
            <a:scene3d>
              <a:camera prst="orthographicFront"/>
              <a:lightRig rig="chilly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ctr">
                <a:defRPr sz="1000">
                  <a:solidFill>
                    <a:schemeClr val="bg1"/>
                  </a:solidFill>
                </a:defRPr>
              </a:lvl1pPr>
            </a:lstStyle>
            <a:p>
              <a:r>
                <a:rPr lang="en-GB" dirty="0"/>
                <a:t>Banking Adapter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0E9B61D-DE7A-7478-3F39-6E0554C6C411}"/>
              </a:ext>
            </a:extLst>
          </p:cNvPr>
          <p:cNvGrpSpPr/>
          <p:nvPr/>
        </p:nvGrpSpPr>
        <p:grpSpPr>
          <a:xfrm>
            <a:off x="238570" y="3564571"/>
            <a:ext cx="2093863" cy="2926080"/>
            <a:chOff x="231343" y="1971923"/>
            <a:chExt cx="2093863" cy="2926080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9CCFC5A-0AAE-3E9C-73F5-32EF8E532C87}"/>
                </a:ext>
              </a:extLst>
            </p:cNvPr>
            <p:cNvSpPr txBox="1"/>
            <p:nvPr/>
          </p:nvSpPr>
          <p:spPr>
            <a:xfrm>
              <a:off x="231343" y="1971923"/>
              <a:ext cx="2093863" cy="2926080"/>
            </a:xfrm>
            <a:prstGeom prst="rect">
              <a:avLst/>
            </a:prstGeom>
            <a:solidFill>
              <a:srgbClr val="00B0F0"/>
            </a:solidFill>
            <a:scene3d>
              <a:camera prst="orthographicFront"/>
              <a:lightRig rig="chilly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>
              <a:defPPr>
                <a:defRPr lang="en-US"/>
              </a:defPPr>
              <a:lvl1pPr algn="ctr">
                <a:defRPr sz="1000">
                  <a:solidFill>
                    <a:schemeClr val="bg1"/>
                  </a:solidFill>
                </a:defRPr>
              </a:lvl1pPr>
            </a:lstStyle>
            <a:p>
              <a:r>
                <a:rPr lang="en-GB" sz="1400" dirty="0"/>
                <a:t>Card Processors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31922F5F-6537-CD36-97EE-93CB4BF6599E}"/>
                </a:ext>
              </a:extLst>
            </p:cNvPr>
            <p:cNvSpPr txBox="1"/>
            <p:nvPr/>
          </p:nvSpPr>
          <p:spPr>
            <a:xfrm>
              <a:off x="461664" y="3277077"/>
              <a:ext cx="1333856" cy="474793"/>
            </a:xfrm>
            <a:prstGeom prst="rect">
              <a:avLst/>
            </a:prstGeom>
            <a:solidFill>
              <a:srgbClr val="00B0F0"/>
            </a:solidFill>
            <a:scene3d>
              <a:camera prst="orthographicFront"/>
              <a:lightRig rig="chilly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ctr">
                <a:defRPr sz="1000">
                  <a:solidFill>
                    <a:schemeClr val="bg1"/>
                  </a:solidFill>
                </a:defRPr>
              </a:lvl1pPr>
            </a:lstStyle>
            <a:p>
              <a:r>
                <a:rPr lang="en-GB" dirty="0"/>
                <a:t>Card Network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2844B39-874C-B3D5-4272-3639295BB40A}"/>
                </a:ext>
              </a:extLst>
            </p:cNvPr>
            <p:cNvSpPr txBox="1"/>
            <p:nvPr/>
          </p:nvSpPr>
          <p:spPr>
            <a:xfrm rot="16200000">
              <a:off x="919774" y="3419228"/>
              <a:ext cx="2317908" cy="323546"/>
            </a:xfrm>
            <a:prstGeom prst="rect">
              <a:avLst/>
            </a:prstGeom>
            <a:solidFill>
              <a:srgbClr val="00B0F0"/>
            </a:solidFill>
            <a:scene3d>
              <a:camera prst="orthographicFront"/>
              <a:lightRig rig="chilly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ctr">
                <a:defRPr sz="1000">
                  <a:solidFill>
                    <a:schemeClr val="bg1"/>
                  </a:solidFill>
                </a:defRPr>
              </a:lvl1pPr>
            </a:lstStyle>
            <a:p>
              <a:r>
                <a:rPr lang="en-GB" dirty="0"/>
                <a:t>Card Processor Adapter</a:t>
              </a:r>
            </a:p>
          </p:txBody>
        </p:sp>
      </p:grp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C517B3F3-168B-90C5-7AF2-4A3F2C8497AE}"/>
              </a:ext>
            </a:extLst>
          </p:cNvPr>
          <p:cNvCxnSpPr>
            <a:cxnSpLocks/>
            <a:stCxn id="25" idx="3"/>
            <a:endCxn id="4" idx="1"/>
          </p:cNvCxnSpPr>
          <p:nvPr/>
        </p:nvCxnSpPr>
        <p:spPr>
          <a:xfrm flipV="1">
            <a:off x="2332433" y="3258083"/>
            <a:ext cx="729453" cy="1769528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261E1577-1589-014D-6A70-049E8CA8F3BD}"/>
              </a:ext>
            </a:extLst>
          </p:cNvPr>
          <p:cNvSpPr txBox="1"/>
          <p:nvPr/>
        </p:nvSpPr>
        <p:spPr>
          <a:xfrm>
            <a:off x="2325206" y="4834041"/>
            <a:ext cx="11042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Settlement files</a:t>
            </a:r>
          </a:p>
        </p:txBody>
      </p:sp>
      <p:sp>
        <p:nvSpPr>
          <p:cNvPr id="54" name="Can 53">
            <a:extLst>
              <a:ext uri="{FF2B5EF4-FFF2-40B4-BE49-F238E27FC236}">
                <a16:creationId xmlns:a16="http://schemas.microsoft.com/office/drawing/2014/main" id="{987B68C4-4D92-7DA9-448C-A3C5B4D6DA58}"/>
              </a:ext>
            </a:extLst>
          </p:cNvPr>
          <p:cNvSpPr/>
          <p:nvPr/>
        </p:nvSpPr>
        <p:spPr>
          <a:xfrm>
            <a:off x="3396381" y="5344518"/>
            <a:ext cx="1201911" cy="935014"/>
          </a:xfrm>
          <a:prstGeom prst="can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bg1"/>
                </a:solidFill>
              </a:rPr>
              <a:t>Ledger Journal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76C8F7C-8F84-23F9-DFF2-71DB7EBBCE82}"/>
              </a:ext>
            </a:extLst>
          </p:cNvPr>
          <p:cNvCxnSpPr>
            <a:cxnSpLocks/>
            <a:stCxn id="54" idx="1"/>
            <a:endCxn id="4" idx="2"/>
          </p:cNvCxnSpPr>
          <p:nvPr/>
        </p:nvCxnSpPr>
        <p:spPr>
          <a:xfrm flipV="1">
            <a:off x="3997337" y="4787875"/>
            <a:ext cx="1" cy="556643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an 2">
            <a:extLst>
              <a:ext uri="{FF2B5EF4-FFF2-40B4-BE49-F238E27FC236}">
                <a16:creationId xmlns:a16="http://schemas.microsoft.com/office/drawing/2014/main" id="{18436DEE-9873-7EEE-DF38-D469EEA61FEC}"/>
              </a:ext>
            </a:extLst>
          </p:cNvPr>
          <p:cNvSpPr/>
          <p:nvPr/>
        </p:nvSpPr>
        <p:spPr>
          <a:xfrm>
            <a:off x="6257376" y="3504070"/>
            <a:ext cx="1201911" cy="935014"/>
          </a:xfrm>
          <a:prstGeom prst="can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bg1"/>
                </a:solidFill>
              </a:rPr>
              <a:t>Reconciliations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D243185-3141-FB93-1069-C44579D1A83E}"/>
              </a:ext>
            </a:extLst>
          </p:cNvPr>
          <p:cNvCxnSpPr>
            <a:cxnSpLocks/>
            <a:stCxn id="4" idx="3"/>
            <a:endCxn id="3" idx="2"/>
          </p:cNvCxnSpPr>
          <p:nvPr/>
        </p:nvCxnSpPr>
        <p:spPr>
          <a:xfrm>
            <a:off x="4932789" y="3258083"/>
            <a:ext cx="1324587" cy="713494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5617883F-C54B-AD37-DB45-705074109E92}"/>
              </a:ext>
            </a:extLst>
          </p:cNvPr>
          <p:cNvSpPr/>
          <p:nvPr/>
        </p:nvSpPr>
        <p:spPr>
          <a:xfrm>
            <a:off x="6297620" y="237161"/>
            <a:ext cx="1121422" cy="574585"/>
          </a:xfrm>
          <a:prstGeom prst="roundRect">
            <a:avLst/>
          </a:prstGeom>
          <a:solidFill>
            <a:srgbClr val="00B0F0"/>
          </a:solidFill>
          <a:scene3d>
            <a:camera prst="orthographicFront"/>
            <a:lightRig rig="chilly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bg1"/>
                </a:solidFill>
              </a:rPr>
              <a:t>Admin Portal</a:t>
            </a:r>
          </a:p>
        </p:txBody>
      </p:sp>
      <p:sp>
        <p:nvSpPr>
          <p:cNvPr id="21" name="Can 20">
            <a:extLst>
              <a:ext uri="{FF2B5EF4-FFF2-40B4-BE49-F238E27FC236}">
                <a16:creationId xmlns:a16="http://schemas.microsoft.com/office/drawing/2014/main" id="{D485C189-2514-927A-3D52-78A68D1BDA28}"/>
              </a:ext>
            </a:extLst>
          </p:cNvPr>
          <p:cNvSpPr/>
          <p:nvPr/>
        </p:nvSpPr>
        <p:spPr>
          <a:xfrm>
            <a:off x="6257376" y="2021758"/>
            <a:ext cx="1201911" cy="935014"/>
          </a:xfrm>
          <a:prstGeom prst="can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bg1"/>
                </a:solidFill>
              </a:rPr>
              <a:t>Reconciliation issues</a:t>
            </a:r>
          </a:p>
        </p:txBody>
      </p:sp>
      <p:cxnSp>
        <p:nvCxnSpPr>
          <p:cNvPr id="23" name="Straight Arrow Connector 5">
            <a:extLst>
              <a:ext uri="{FF2B5EF4-FFF2-40B4-BE49-F238E27FC236}">
                <a16:creationId xmlns:a16="http://schemas.microsoft.com/office/drawing/2014/main" id="{32A13B48-0445-7885-73C9-B51ED84FAF23}"/>
              </a:ext>
            </a:extLst>
          </p:cNvPr>
          <p:cNvCxnSpPr>
            <a:cxnSpLocks/>
            <a:stCxn id="20" idx="2"/>
            <a:endCxn id="21" idx="1"/>
          </p:cNvCxnSpPr>
          <p:nvPr/>
        </p:nvCxnSpPr>
        <p:spPr>
          <a:xfrm rot="16200000" flipH="1">
            <a:off x="6253325" y="1416751"/>
            <a:ext cx="1210012" cy="1"/>
          </a:xfrm>
          <a:prstGeom prst="bentConnector3">
            <a:avLst>
              <a:gd name="adj1" fmla="val 50000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5">
            <a:extLst>
              <a:ext uri="{FF2B5EF4-FFF2-40B4-BE49-F238E27FC236}">
                <a16:creationId xmlns:a16="http://schemas.microsoft.com/office/drawing/2014/main" id="{58E63B92-585E-FD88-A16A-7BE6F68AD68E}"/>
              </a:ext>
            </a:extLst>
          </p:cNvPr>
          <p:cNvCxnSpPr>
            <a:cxnSpLocks/>
            <a:stCxn id="4" idx="3"/>
            <a:endCxn id="21" idx="2"/>
          </p:cNvCxnSpPr>
          <p:nvPr/>
        </p:nvCxnSpPr>
        <p:spPr>
          <a:xfrm flipV="1">
            <a:off x="4932789" y="2489265"/>
            <a:ext cx="1324587" cy="768818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72922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8E28C-7153-58E1-635F-AF122520C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97746FF-8515-C08F-D8C7-D600CCDAA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884" y="57596"/>
            <a:ext cx="5899339" cy="457200"/>
          </a:xfrm>
        </p:spPr>
        <p:txBody>
          <a:bodyPr>
            <a:normAutofit/>
          </a:bodyPr>
          <a:lstStyle/>
          <a:p>
            <a:r>
              <a:rPr lang="en-GB" sz="2300" dirty="0"/>
              <a:t>UI deliverables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8838ADA0-1CF2-36EC-C34E-3E40D9163E6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59842182"/>
              </p:ext>
            </p:extLst>
          </p:nvPr>
        </p:nvGraphicFramePr>
        <p:xfrm>
          <a:off x="1079631" y="504497"/>
          <a:ext cx="9837682" cy="62221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287665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4123D-A30A-CEDA-A52E-9564F4BF0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D12D1E6-19BE-87C1-F74C-F673EACFC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884" y="232519"/>
            <a:ext cx="5899339" cy="457200"/>
          </a:xfrm>
        </p:spPr>
        <p:txBody>
          <a:bodyPr>
            <a:normAutofit/>
          </a:bodyPr>
          <a:lstStyle/>
          <a:p>
            <a:r>
              <a:rPr lang="en-GB" sz="2300" dirty="0"/>
              <a:t>Transformation Phases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3463CB3B-DF50-4D9D-AF63-7A2C50A4EAA1}"/>
              </a:ext>
            </a:extLst>
          </p:cNvPr>
          <p:cNvGraphicFramePr/>
          <p:nvPr/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629467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6B4C926-B7CE-EC6E-0D8F-3794D72B3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884" y="232519"/>
            <a:ext cx="5899339" cy="457200"/>
          </a:xfrm>
        </p:spPr>
        <p:txBody>
          <a:bodyPr>
            <a:normAutofit/>
          </a:bodyPr>
          <a:lstStyle/>
          <a:p>
            <a:r>
              <a:rPr lang="en-GB" sz="2300" dirty="0"/>
              <a:t>Discovery phase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4EEE6BB5-BEDF-D612-CDBD-B0D537A92D7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64573928"/>
              </p:ext>
            </p:extLst>
          </p:nvPr>
        </p:nvGraphicFramePr>
        <p:xfrm>
          <a:off x="1723697" y="504497"/>
          <a:ext cx="9837682" cy="62221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670402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385BB-DF0A-FA35-BE72-B8D6565EB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7BA429A-D56F-BED9-7A0A-1CC66F6B2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884" y="232519"/>
            <a:ext cx="5899339" cy="457200"/>
          </a:xfrm>
        </p:spPr>
        <p:txBody>
          <a:bodyPr>
            <a:normAutofit/>
          </a:bodyPr>
          <a:lstStyle/>
          <a:p>
            <a:r>
              <a:rPr lang="en-GB" sz="2300" dirty="0"/>
              <a:t>Design phase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8B8369AE-3C70-C362-3BF9-4ACE1DE9878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93347527"/>
              </p:ext>
            </p:extLst>
          </p:nvPr>
        </p:nvGraphicFramePr>
        <p:xfrm>
          <a:off x="1723697" y="504497"/>
          <a:ext cx="9837682" cy="62221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092070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E37DA-70E8-1B31-F9EC-833FBF8D8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72B0A00-121B-514B-1486-A0895230F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884" y="232519"/>
            <a:ext cx="5899339" cy="457200"/>
          </a:xfrm>
        </p:spPr>
        <p:txBody>
          <a:bodyPr>
            <a:normAutofit/>
          </a:bodyPr>
          <a:lstStyle/>
          <a:p>
            <a:r>
              <a:rPr lang="en-GB" sz="2300" dirty="0"/>
              <a:t>Delivery Phase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1D121ED6-8B45-3D3F-95EF-CBBFEF427A4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81669185"/>
              </p:ext>
            </p:extLst>
          </p:nvPr>
        </p:nvGraphicFramePr>
        <p:xfrm>
          <a:off x="1723697" y="504497"/>
          <a:ext cx="9837682" cy="62221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276041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F08CD-1B3C-4ACB-2351-7F6C9E69D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9A401-2A88-B5D7-C086-F129F301A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165" y="-162435"/>
            <a:ext cx="5533702" cy="681503"/>
          </a:xfrm>
        </p:spPr>
        <p:txBody>
          <a:bodyPr>
            <a:normAutofit/>
          </a:bodyPr>
          <a:lstStyle/>
          <a:p>
            <a:r>
              <a:rPr lang="en-GB" sz="2400" dirty="0"/>
              <a:t>WebApp architecture options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FEDE7B-51E3-625A-F025-DAD17FE26637}"/>
              </a:ext>
            </a:extLst>
          </p:cNvPr>
          <p:cNvSpPr txBox="1"/>
          <p:nvPr/>
        </p:nvSpPr>
        <p:spPr>
          <a:xfrm>
            <a:off x="397932" y="681630"/>
            <a:ext cx="933026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dirty="0"/>
              <a:t>Amplify + AppSync + Dynamo DB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Amplify + AppSync Introspection + Aurora cluster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Amplify Data </a:t>
            </a:r>
            <a:r>
              <a:rPr lang="en-GB" dirty="0">
                <a:hlinkClick r:id="rId3"/>
              </a:rPr>
              <a:t>...</a:t>
            </a:r>
            <a:r>
              <a:rPr lang="en-GB" dirty="0"/>
              <a:t> (Powered by AppSync + Dynamo DB)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Amplify + Apollo + AppSync + Aurora cluster </a:t>
            </a:r>
          </a:p>
        </p:txBody>
      </p:sp>
    </p:spTree>
    <p:extLst>
      <p:ext uri="{BB962C8B-B14F-4D97-AF65-F5344CB8AC3E}">
        <p14:creationId xmlns:p14="http://schemas.microsoft.com/office/powerpoint/2010/main" val="34884204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B7753-691D-4D65-DDB0-6C08FFE78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B0C89-8517-E62C-C1D1-C0819EEBB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043" y="188747"/>
            <a:ext cx="6112748" cy="681503"/>
          </a:xfrm>
        </p:spPr>
        <p:txBody>
          <a:bodyPr>
            <a:normAutofit fontScale="90000"/>
          </a:bodyPr>
          <a:lstStyle/>
          <a:p>
            <a:r>
              <a:rPr lang="en-GB" sz="2400" dirty="0"/>
              <a:t>Cognito as Authoriser – High level Architecture</a:t>
            </a:r>
          </a:p>
        </p:txBody>
      </p:sp>
      <p:pic>
        <p:nvPicPr>
          <p:cNvPr id="14338" name="Picture 2" descr="Secure Your APIs with Cognito Authorizers for AWS API ...">
            <a:extLst>
              <a:ext uri="{FF2B5EF4-FFF2-40B4-BE49-F238E27FC236}">
                <a16:creationId xmlns:a16="http://schemas.microsoft.com/office/drawing/2014/main" id="{407B2370-BEDD-F021-3CAB-A649A8BFC1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105" y="1298054"/>
            <a:ext cx="6972300" cy="393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08819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4A022D-FC1F-0240-5344-83E074DEF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A009F781-4BDB-74CE-0320-A5B63EB6C117}"/>
              </a:ext>
            </a:extLst>
          </p:cNvPr>
          <p:cNvSpPr/>
          <p:nvPr/>
        </p:nvSpPr>
        <p:spPr>
          <a:xfrm>
            <a:off x="3580181" y="1455115"/>
            <a:ext cx="4213555" cy="45720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54D6F7-2726-1BAF-2431-C84200857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165" y="-162435"/>
            <a:ext cx="5533702" cy="681503"/>
          </a:xfrm>
        </p:spPr>
        <p:txBody>
          <a:bodyPr>
            <a:normAutofit/>
          </a:bodyPr>
          <a:lstStyle/>
          <a:p>
            <a:r>
              <a:rPr lang="en-GB" sz="2400" dirty="0"/>
              <a:t>AWS Environments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FCDA262-F6A0-914F-517F-5E12E0E6AD62}"/>
              </a:ext>
            </a:extLst>
          </p:cNvPr>
          <p:cNvSpPr/>
          <p:nvPr/>
        </p:nvSpPr>
        <p:spPr>
          <a:xfrm>
            <a:off x="3778418" y="3785195"/>
            <a:ext cx="788114" cy="4899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bg1"/>
                </a:solidFill>
              </a:rPr>
              <a:t>Code Build EC2</a:t>
            </a:r>
          </a:p>
        </p:txBody>
      </p:sp>
      <p:sp>
        <p:nvSpPr>
          <p:cNvPr id="4" name="Can 3">
            <a:extLst>
              <a:ext uri="{FF2B5EF4-FFF2-40B4-BE49-F238E27FC236}">
                <a16:creationId xmlns:a16="http://schemas.microsoft.com/office/drawing/2014/main" id="{E61F25C8-A004-5320-316D-D03365F216D7}"/>
              </a:ext>
            </a:extLst>
          </p:cNvPr>
          <p:cNvSpPr/>
          <p:nvPr/>
        </p:nvSpPr>
        <p:spPr>
          <a:xfrm>
            <a:off x="5053864" y="4782858"/>
            <a:ext cx="1201911" cy="935014"/>
          </a:xfrm>
          <a:prstGeom prst="can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bg1"/>
                </a:solidFill>
              </a:rPr>
              <a:t>Postgres</a:t>
            </a:r>
          </a:p>
        </p:txBody>
      </p:sp>
      <p:cxnSp>
        <p:nvCxnSpPr>
          <p:cNvPr id="15" name="Straight Arrow Connector 72">
            <a:extLst>
              <a:ext uri="{FF2B5EF4-FFF2-40B4-BE49-F238E27FC236}">
                <a16:creationId xmlns:a16="http://schemas.microsoft.com/office/drawing/2014/main" id="{39FA3678-9567-1EEA-A9DB-9080D63533B2}"/>
              </a:ext>
            </a:extLst>
          </p:cNvPr>
          <p:cNvCxnSpPr>
            <a:cxnSpLocks/>
            <a:endCxn id="11" idx="0"/>
          </p:cNvCxnSpPr>
          <p:nvPr/>
        </p:nvCxnSpPr>
        <p:spPr>
          <a:xfrm flipH="1">
            <a:off x="5547338" y="2470765"/>
            <a:ext cx="67546" cy="1323307"/>
          </a:xfrm>
          <a:prstGeom prst="straightConnector1">
            <a:avLst/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AA4BEC72-A31D-8CD5-F26F-76E4F47A5F70}"/>
              </a:ext>
            </a:extLst>
          </p:cNvPr>
          <p:cNvSpPr/>
          <p:nvPr/>
        </p:nvSpPr>
        <p:spPr>
          <a:xfrm>
            <a:off x="6528145" y="3785195"/>
            <a:ext cx="788114" cy="4899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bg1"/>
                </a:solidFill>
              </a:rPr>
              <a:t>Ledger Service ECS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01FF7F3-0444-FD3B-FE72-2F07EC5C077E}"/>
              </a:ext>
            </a:extLst>
          </p:cNvPr>
          <p:cNvSpPr/>
          <p:nvPr/>
        </p:nvSpPr>
        <p:spPr>
          <a:xfrm>
            <a:off x="5153281" y="3794072"/>
            <a:ext cx="788114" cy="4899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bg1"/>
                </a:solidFill>
              </a:rPr>
              <a:t>Serverless</a:t>
            </a:r>
          </a:p>
        </p:txBody>
      </p:sp>
      <p:cxnSp>
        <p:nvCxnSpPr>
          <p:cNvPr id="20" name="Straight Arrow Connector 72">
            <a:extLst>
              <a:ext uri="{FF2B5EF4-FFF2-40B4-BE49-F238E27FC236}">
                <a16:creationId xmlns:a16="http://schemas.microsoft.com/office/drawing/2014/main" id="{797A633C-47C9-7E39-1BA4-88AA08659B01}"/>
              </a:ext>
            </a:extLst>
          </p:cNvPr>
          <p:cNvCxnSpPr>
            <a:cxnSpLocks/>
            <a:endCxn id="4" idx="1"/>
          </p:cNvCxnSpPr>
          <p:nvPr/>
        </p:nvCxnSpPr>
        <p:spPr>
          <a:xfrm>
            <a:off x="5574948" y="4284026"/>
            <a:ext cx="79872" cy="498832"/>
          </a:xfrm>
          <a:prstGeom prst="straightConnector1">
            <a:avLst/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72">
            <a:extLst>
              <a:ext uri="{FF2B5EF4-FFF2-40B4-BE49-F238E27FC236}">
                <a16:creationId xmlns:a16="http://schemas.microsoft.com/office/drawing/2014/main" id="{FE31D0E6-E9C2-EA4A-A120-D316BE127451}"/>
              </a:ext>
            </a:extLst>
          </p:cNvPr>
          <p:cNvCxnSpPr>
            <a:cxnSpLocks/>
            <a:stCxn id="14" idx="2"/>
          </p:cNvCxnSpPr>
          <p:nvPr/>
        </p:nvCxnSpPr>
        <p:spPr>
          <a:xfrm flipH="1">
            <a:off x="5663856" y="4275149"/>
            <a:ext cx="1258346" cy="498832"/>
          </a:xfrm>
          <a:prstGeom prst="straightConnector1">
            <a:avLst/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72">
            <a:extLst>
              <a:ext uri="{FF2B5EF4-FFF2-40B4-BE49-F238E27FC236}">
                <a16:creationId xmlns:a16="http://schemas.microsoft.com/office/drawing/2014/main" id="{3D0D699A-5454-9C08-D634-D65534CB2CDD}"/>
              </a:ext>
            </a:extLst>
          </p:cNvPr>
          <p:cNvCxnSpPr>
            <a:cxnSpLocks/>
            <a:endCxn id="14" idx="0"/>
          </p:cNvCxnSpPr>
          <p:nvPr/>
        </p:nvCxnSpPr>
        <p:spPr>
          <a:xfrm>
            <a:off x="5614884" y="2513361"/>
            <a:ext cx="1307318" cy="1271834"/>
          </a:xfrm>
          <a:prstGeom prst="straightConnector1">
            <a:avLst/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CB590C38-5AF2-0217-2614-9D24C4143D5B}"/>
              </a:ext>
            </a:extLst>
          </p:cNvPr>
          <p:cNvSpPr/>
          <p:nvPr/>
        </p:nvSpPr>
        <p:spPr>
          <a:xfrm>
            <a:off x="4250614" y="2411166"/>
            <a:ext cx="2671588" cy="36399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bg1"/>
                </a:solidFill>
              </a:rPr>
              <a:t>API Gateway</a:t>
            </a:r>
          </a:p>
        </p:txBody>
      </p:sp>
    </p:spTree>
    <p:extLst>
      <p:ext uri="{BB962C8B-B14F-4D97-AF65-F5344CB8AC3E}">
        <p14:creationId xmlns:p14="http://schemas.microsoft.com/office/powerpoint/2010/main" val="37330282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16DCC-ADC5-69F6-0FB2-20D1DAEE0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CA999-840A-AB36-38BC-FD50BB8D7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165" y="-162435"/>
            <a:ext cx="5533702" cy="681503"/>
          </a:xfrm>
        </p:spPr>
        <p:txBody>
          <a:bodyPr>
            <a:normAutofit/>
          </a:bodyPr>
          <a:lstStyle/>
          <a:p>
            <a:r>
              <a:rPr lang="en-GB" sz="2400" dirty="0"/>
              <a:t>Operational Dashboard Landing Page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685F68-2DE9-7B9F-5B75-37C554E5FBC4}"/>
              </a:ext>
            </a:extLst>
          </p:cNvPr>
          <p:cNvSpPr txBox="1"/>
          <p:nvPr/>
        </p:nvSpPr>
        <p:spPr>
          <a:xfrm>
            <a:off x="397932" y="681630"/>
            <a:ext cx="933026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dirty="0"/>
              <a:t>Users: Ops, Risk, Treasury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Content: Recent payment activities, Exceptions, Reconciliation breaks, User activity, Company balances, overall system health</a:t>
            </a:r>
          </a:p>
          <a:p>
            <a:pPr marL="342900" indent="-342900">
              <a:buFont typeface="+mj-lt"/>
              <a:buAutoNum type="arabicPeriod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136617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0C0A2-CEB4-AF8C-2155-5559760F8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57876DB-6F71-A2D7-38D8-07F2A44F7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884" y="232519"/>
            <a:ext cx="5899339" cy="457200"/>
          </a:xfrm>
        </p:spPr>
        <p:txBody>
          <a:bodyPr>
            <a:normAutofit/>
          </a:bodyPr>
          <a:lstStyle/>
          <a:p>
            <a:r>
              <a:rPr lang="en-GB" sz="2300" dirty="0"/>
              <a:t>Development Resources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E275A069-F9FA-7BE0-52C9-D703BACE6BD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32841228"/>
              </p:ext>
            </p:extLst>
          </p:nvPr>
        </p:nvGraphicFramePr>
        <p:xfrm>
          <a:off x="1086071" y="689719"/>
          <a:ext cx="9781628" cy="59357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053072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3997C4-B75A-B3AD-429C-6D40534B6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E87220C-0CDF-C258-666E-CE098CB1A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884" y="232519"/>
            <a:ext cx="5899339" cy="457200"/>
          </a:xfrm>
        </p:spPr>
        <p:txBody>
          <a:bodyPr>
            <a:normAutofit/>
          </a:bodyPr>
          <a:lstStyle/>
          <a:p>
            <a:r>
              <a:rPr lang="en-GB" sz="2300" dirty="0"/>
              <a:t>Roadmap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AD7D0396-532E-13EC-B863-ADBE726D59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25597672"/>
              </p:ext>
            </p:extLst>
          </p:nvPr>
        </p:nvGraphicFramePr>
        <p:xfrm>
          <a:off x="996412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577035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6FD27-88D5-A6DB-2745-BEA7FDBC3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9B48BAB-DB46-601A-E26D-761ECE05C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884" y="232519"/>
            <a:ext cx="5899339" cy="457200"/>
          </a:xfrm>
        </p:spPr>
        <p:txBody>
          <a:bodyPr>
            <a:normAutofit/>
          </a:bodyPr>
          <a:lstStyle/>
          <a:p>
            <a:r>
              <a:rPr lang="en-GB" sz="2300" dirty="0"/>
              <a:t>Tasks &amp; Deliverables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B93FCA8-4CC6-1D44-BF2A-387E63ADB7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7714918"/>
              </p:ext>
            </p:extLst>
          </p:nvPr>
        </p:nvGraphicFramePr>
        <p:xfrm>
          <a:off x="1214419" y="1031637"/>
          <a:ext cx="8128000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94710">
                  <a:extLst>
                    <a:ext uri="{9D8B030D-6E8A-4147-A177-3AD203B41FA5}">
                      <a16:colId xmlns:a16="http://schemas.microsoft.com/office/drawing/2014/main" val="1586590465"/>
                    </a:ext>
                  </a:extLst>
                </a:gridCol>
                <a:gridCol w="3533290">
                  <a:extLst>
                    <a:ext uri="{9D8B030D-6E8A-4147-A177-3AD203B41FA5}">
                      <a16:colId xmlns:a16="http://schemas.microsoft.com/office/drawing/2014/main" val="26146151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Task / Deliverable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Effort (man months)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66559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API integration with 5x banking partners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53014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Core banking for payments +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78285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Orchestration (Middleware)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55920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Transaction ledger +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67163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74631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UI integration with middleware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74542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User Acceptance 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69003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Security and compliance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8602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Live deployment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49845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44 ( 6 Team months)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17707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46557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4DBA3-7A69-32A6-B2A3-51621D7B8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0E9C710-AD59-13AE-67EC-78CF711B0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884" y="232519"/>
            <a:ext cx="5899339" cy="457200"/>
          </a:xfrm>
        </p:spPr>
        <p:txBody>
          <a:bodyPr>
            <a:normAutofit/>
          </a:bodyPr>
          <a:lstStyle/>
          <a:p>
            <a:r>
              <a:rPr lang="en-GB" sz="2300" dirty="0"/>
              <a:t>Operations Resources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7D6EE355-AA22-F8DC-9AFC-17CCA1A7940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77560999"/>
              </p:ext>
            </p:extLst>
          </p:nvPr>
        </p:nvGraphicFramePr>
        <p:xfrm>
          <a:off x="1086071" y="689719"/>
          <a:ext cx="9781628" cy="59357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1858091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CF269-2F93-3FDC-4753-F46AD58AB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1D85B48-4C68-FBBD-4886-C0A6F42FD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884" y="232519"/>
            <a:ext cx="5899339" cy="457200"/>
          </a:xfrm>
        </p:spPr>
        <p:txBody>
          <a:bodyPr>
            <a:normAutofit/>
          </a:bodyPr>
          <a:lstStyle/>
          <a:p>
            <a:r>
              <a:rPr lang="en-GB" sz="2300" dirty="0"/>
              <a:t>Chart of Accounts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EC3729A5-B1FA-FA8D-B7D1-86819764A5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28907273"/>
              </p:ext>
            </p:extLst>
          </p:nvPr>
        </p:nvGraphicFramePr>
        <p:xfrm>
          <a:off x="464884" y="940004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7EE4D152-6F02-E543-E629-EF0EC0C8BC4C}"/>
              </a:ext>
            </a:extLst>
          </p:cNvPr>
          <p:cNvSpPr txBox="1"/>
          <p:nvPr/>
        </p:nvSpPr>
        <p:spPr>
          <a:xfrm>
            <a:off x="3844887" y="4384713"/>
            <a:ext cx="5552501" cy="1477328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How much did we transfer to banking partners</a:t>
            </a:r>
          </a:p>
          <a:p>
            <a:r>
              <a:rPr lang="en-GB" dirty="0">
                <a:solidFill>
                  <a:schemeClr val="bg1"/>
                </a:solidFill>
              </a:rPr>
              <a:t>How much transaction fees did we collect </a:t>
            </a:r>
          </a:p>
          <a:p>
            <a:r>
              <a:rPr lang="en-GB" dirty="0">
                <a:solidFill>
                  <a:schemeClr val="bg1"/>
                </a:solidFill>
              </a:rPr>
              <a:t>How much payment did the customer make</a:t>
            </a:r>
          </a:p>
          <a:p>
            <a:r>
              <a:rPr lang="en-GB" dirty="0">
                <a:solidFill>
                  <a:schemeClr val="bg1"/>
                </a:solidFill>
              </a:rPr>
              <a:t>How much fee did the customer pay</a:t>
            </a:r>
          </a:p>
          <a:p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91896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35CE7-DE98-DA5D-ADAE-64899B3FA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80E1F-D320-541C-B42A-C61E049B3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043" y="188747"/>
            <a:ext cx="6112748" cy="681503"/>
          </a:xfrm>
        </p:spPr>
        <p:txBody>
          <a:bodyPr>
            <a:normAutofit fontScale="90000"/>
          </a:bodyPr>
          <a:lstStyle/>
          <a:p>
            <a:r>
              <a:rPr lang="en-GB" sz="2400" dirty="0"/>
              <a:t>Fine grained authorization – High level Architecture</a:t>
            </a:r>
          </a:p>
        </p:txBody>
      </p:sp>
      <p:pic>
        <p:nvPicPr>
          <p:cNvPr id="16386" name="Picture 2" descr="Use Amazon Cognito to add claims to an identity token for fine-grained  authorization | AWS Security Blog">
            <a:extLst>
              <a:ext uri="{FF2B5EF4-FFF2-40B4-BE49-F238E27FC236}">
                <a16:creationId xmlns:a16="http://schemas.microsoft.com/office/drawing/2014/main" id="{817BC7F1-5345-B7CF-D37A-269A0076D4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626" y="928653"/>
            <a:ext cx="9959906" cy="5803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67659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33C46-2237-4935-9C0D-829404219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2405DB-F26B-019B-5CBB-24D73BBD8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884" y="232519"/>
            <a:ext cx="5899339" cy="457200"/>
          </a:xfrm>
        </p:spPr>
        <p:txBody>
          <a:bodyPr>
            <a:normAutofit/>
          </a:bodyPr>
          <a:lstStyle/>
          <a:p>
            <a:r>
              <a:rPr lang="en-GB" sz="2300" dirty="0"/>
              <a:t>Key ledger events - Payments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12EEF74-CDB5-2365-964C-81D1B0E819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01296"/>
              </p:ext>
            </p:extLst>
          </p:nvPr>
        </p:nvGraphicFramePr>
        <p:xfrm>
          <a:off x="1190472" y="1574800"/>
          <a:ext cx="6880646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913504387"/>
                    </a:ext>
                  </a:extLst>
                </a:gridCol>
                <a:gridCol w="4848646">
                  <a:extLst>
                    <a:ext uri="{9D8B030D-6E8A-4147-A177-3AD203B41FA5}">
                      <a16:colId xmlns:a16="http://schemas.microsoft.com/office/drawing/2014/main" val="33805406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Event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37087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Customer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Initiates Payment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70116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Payment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Confirms initial state of payment request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48680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Compliance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Confirms On-hold state of payment request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53512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Compliance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Confirms Released state of payment request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57653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Banking Partner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Confirm Pending state of payment request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2230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Banking Partner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Confirms Posted state of payment request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14768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Banking Partner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Confirms Settled state of payment request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2129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Archive Process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Confirms Archived state of payment request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88698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Fees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Confirms transaction fees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45255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42133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F5891-4CFD-12FA-7A0F-9A0AF4020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0DB3CEA-85C4-164F-0CB1-71C8D22E7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884" y="232519"/>
            <a:ext cx="6528099" cy="457200"/>
          </a:xfrm>
        </p:spPr>
        <p:txBody>
          <a:bodyPr>
            <a:normAutofit fontScale="90000"/>
          </a:bodyPr>
          <a:lstStyle/>
          <a:p>
            <a:r>
              <a:rPr lang="en-GB" sz="2300" dirty="0"/>
              <a:t>Payment beneficiary sanction screening – Future state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F49DF44-4755-FD48-AA38-73B4899D53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1322021"/>
              </p:ext>
            </p:extLst>
          </p:nvPr>
        </p:nvGraphicFramePr>
        <p:xfrm>
          <a:off x="464884" y="768100"/>
          <a:ext cx="10665523" cy="55821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5836">
                  <a:extLst>
                    <a:ext uri="{9D8B030D-6E8A-4147-A177-3AD203B41FA5}">
                      <a16:colId xmlns:a16="http://schemas.microsoft.com/office/drawing/2014/main" val="2913504387"/>
                    </a:ext>
                  </a:extLst>
                </a:gridCol>
                <a:gridCol w="1968137">
                  <a:extLst>
                    <a:ext uri="{9D8B030D-6E8A-4147-A177-3AD203B41FA5}">
                      <a16:colId xmlns:a16="http://schemas.microsoft.com/office/drawing/2014/main" val="3380540679"/>
                    </a:ext>
                  </a:extLst>
                </a:gridCol>
                <a:gridCol w="116840">
                  <a:extLst>
                    <a:ext uri="{9D8B030D-6E8A-4147-A177-3AD203B41FA5}">
                      <a16:colId xmlns:a16="http://schemas.microsoft.com/office/drawing/2014/main" val="2292626778"/>
                    </a:ext>
                  </a:extLst>
                </a:gridCol>
                <a:gridCol w="1994263">
                  <a:extLst>
                    <a:ext uri="{9D8B030D-6E8A-4147-A177-3AD203B41FA5}">
                      <a16:colId xmlns:a16="http://schemas.microsoft.com/office/drawing/2014/main" val="4051099070"/>
                    </a:ext>
                  </a:extLst>
                </a:gridCol>
                <a:gridCol w="5100447">
                  <a:extLst>
                    <a:ext uri="{9D8B030D-6E8A-4147-A177-3AD203B41FA5}">
                      <a16:colId xmlns:a16="http://schemas.microsoft.com/office/drawing/2014/main" val="3722286223"/>
                    </a:ext>
                  </a:extLst>
                </a:gridCol>
              </a:tblGrid>
              <a:tr h="690154">
                <a:tc>
                  <a:txBody>
                    <a:bodyPr/>
                    <a:lstStyle/>
                    <a:p>
                      <a:r>
                        <a:rPr lang="en-GB" dirty="0"/>
                        <a:t>Payment type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GB" dirty="0"/>
                        <a:t>Pre-Onboarding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Pre-transaction</a:t>
                      </a:r>
                    </a:p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Remarks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3708773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r>
                        <a:rPr lang="en-GB" dirty="0"/>
                        <a:t>Local UK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FPMS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GB" dirty="0"/>
                        <a:t>Not necessary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carried out manually for all new beneficiaries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7011689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4868049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5351271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5765357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2230148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1476833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2129041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8869828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45255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41062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4C0DDF2-76E5-CCA6-F388-8D0733CDCF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457" y="726635"/>
            <a:ext cx="6542634" cy="5988173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ECBB0020-CD20-1CBB-BB93-6BCD214C0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884" y="143192"/>
            <a:ext cx="5899339" cy="457200"/>
          </a:xfrm>
        </p:spPr>
        <p:txBody>
          <a:bodyPr>
            <a:normAutofit/>
          </a:bodyPr>
          <a:lstStyle/>
          <a:p>
            <a:r>
              <a:rPr lang="en-GB" sz="2300" dirty="0"/>
              <a:t>Ledger journal entry scenario</a:t>
            </a:r>
          </a:p>
        </p:txBody>
      </p:sp>
    </p:spTree>
    <p:extLst>
      <p:ext uri="{BB962C8B-B14F-4D97-AF65-F5344CB8AC3E}">
        <p14:creationId xmlns:p14="http://schemas.microsoft.com/office/powerpoint/2010/main" val="143171345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59483-A335-4130-E01E-0EDA4C56E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69BEE50-02AF-BA05-E2CB-C3390696C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884" y="232519"/>
            <a:ext cx="5899339" cy="457200"/>
          </a:xfrm>
        </p:spPr>
        <p:txBody>
          <a:bodyPr>
            <a:normAutofit fontScale="90000"/>
          </a:bodyPr>
          <a:lstStyle/>
          <a:p>
            <a:r>
              <a:rPr lang="en-GB" sz="2300" dirty="0"/>
              <a:t>Ledger API - POST Customer Deposit transaction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0293C7-DA61-2D64-A6A6-B6F30FEE24EC}"/>
              </a:ext>
            </a:extLst>
          </p:cNvPr>
          <p:cNvSpPr txBox="1"/>
          <p:nvPr/>
        </p:nvSpPr>
        <p:spPr>
          <a:xfrm>
            <a:off x="601142" y="1331252"/>
            <a:ext cx="7470648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/>
              <a:t>{ </a:t>
            </a:r>
          </a:p>
          <a:p>
            <a:r>
              <a:rPr lang="en-GB" sz="1400" dirty="0"/>
              <a:t>  ”</a:t>
            </a:r>
            <a:r>
              <a:rPr lang="en-GB" sz="1400" dirty="0" err="1"/>
              <a:t>ledgerId</a:t>
            </a:r>
            <a:r>
              <a:rPr lang="en-GB" sz="1400" dirty="0"/>
              <a:t>": </a:t>
            </a:r>
            <a:r>
              <a:rPr lang="en-GB" sz="1400" dirty="0">
                <a:solidFill>
                  <a:srgbClr val="A2FCA2"/>
                </a:solidFill>
                <a:effectLst/>
              </a:rPr>
              <a:t>”Payments Ledger”</a:t>
            </a:r>
            <a:r>
              <a:rPr lang="en-GB" sz="1400" dirty="0"/>
              <a:t>, </a:t>
            </a:r>
          </a:p>
          <a:p>
            <a:r>
              <a:rPr lang="en-GB" sz="1400" dirty="0"/>
              <a:t>  “</a:t>
            </a:r>
            <a:r>
              <a:rPr lang="en-GB" sz="1400" dirty="0" err="1"/>
              <a:t>frontierCustomerId</a:t>
            </a:r>
            <a:r>
              <a:rPr lang="en-GB" sz="1400" dirty="0"/>
              <a:t>”: “NSPCC”,</a:t>
            </a:r>
          </a:p>
          <a:p>
            <a:r>
              <a:rPr lang="en-GB" sz="1400" dirty="0"/>
              <a:t>  "</a:t>
            </a:r>
            <a:r>
              <a:rPr lang="en-GB" sz="1400" dirty="0" err="1"/>
              <a:t>transactionDate</a:t>
            </a:r>
            <a:r>
              <a:rPr lang="en-GB" sz="1400" dirty="0"/>
              <a:t>": </a:t>
            </a:r>
            <a:r>
              <a:rPr lang="en-GB" sz="1400" dirty="0">
                <a:solidFill>
                  <a:srgbClr val="A2FCA2"/>
                </a:solidFill>
                <a:effectLst/>
              </a:rPr>
              <a:t>"2025-02-25,</a:t>
            </a:r>
            <a:endParaRPr lang="en-GB" sz="1400" dirty="0"/>
          </a:p>
          <a:p>
            <a:r>
              <a:rPr lang="en-GB" sz="1400" dirty="0"/>
              <a:t>  "</a:t>
            </a:r>
            <a:r>
              <a:rPr lang="en-GB" sz="1400" dirty="0" err="1"/>
              <a:t>transactionStatus</a:t>
            </a:r>
            <a:r>
              <a:rPr lang="en-GB" sz="1400" dirty="0"/>
              <a:t>": </a:t>
            </a:r>
            <a:r>
              <a:rPr lang="en-GB" sz="1400" dirty="0">
                <a:solidFill>
                  <a:srgbClr val="A2FCA2"/>
                </a:solidFill>
                <a:effectLst/>
              </a:rPr>
              <a:t>”Posted"</a:t>
            </a:r>
            <a:r>
              <a:rPr lang="en-GB" sz="1400" dirty="0"/>
              <a:t>, </a:t>
            </a:r>
          </a:p>
          <a:p>
            <a:r>
              <a:rPr lang="en-GB" sz="1400" dirty="0"/>
              <a:t>  "</a:t>
            </a:r>
            <a:r>
              <a:rPr lang="en-GB" sz="1400" dirty="0" err="1"/>
              <a:t>transactionReference</a:t>
            </a:r>
            <a:r>
              <a:rPr lang="en-GB" sz="1400" dirty="0"/>
              <a:t>": </a:t>
            </a:r>
            <a:r>
              <a:rPr lang="en-GB" sz="1400" dirty="0">
                <a:solidFill>
                  <a:srgbClr val="A2FCA2"/>
                </a:solidFill>
                <a:effectLst/>
              </a:rPr>
              <a:t>”NS20250225PAY1"</a:t>
            </a:r>
            <a:r>
              <a:rPr lang="en-GB" sz="1400" dirty="0"/>
              <a:t>, </a:t>
            </a:r>
          </a:p>
          <a:p>
            <a:r>
              <a:rPr lang="en-GB" sz="1400" dirty="0">
                <a:solidFill>
                  <a:srgbClr val="A2FCA2"/>
                </a:solidFill>
              </a:rPr>
              <a:t>  </a:t>
            </a:r>
            <a:r>
              <a:rPr lang="en-GB" sz="1400" dirty="0"/>
              <a:t>"description": </a:t>
            </a:r>
            <a:r>
              <a:rPr lang="en-GB" sz="1400" dirty="0">
                <a:solidFill>
                  <a:srgbClr val="A2FCA2"/>
                </a:solidFill>
                <a:effectLst/>
              </a:rPr>
              <a:t>”Customer deposit transaction"</a:t>
            </a:r>
            <a:r>
              <a:rPr lang="en-GB" sz="1400" dirty="0"/>
              <a:t>,</a:t>
            </a:r>
          </a:p>
          <a:p>
            <a:r>
              <a:rPr lang="en-GB" sz="1400" dirty="0"/>
              <a:t>  "</a:t>
            </a:r>
            <a:r>
              <a:rPr lang="en-GB" sz="1400" dirty="0" err="1"/>
              <a:t>lineItems</a:t>
            </a:r>
            <a:r>
              <a:rPr lang="en-GB" sz="1400" dirty="0"/>
              <a:t>": [ </a:t>
            </a:r>
          </a:p>
          <a:p>
            <a:r>
              <a:rPr lang="en-GB" sz="1400" dirty="0"/>
              <a:t>     { </a:t>
            </a:r>
          </a:p>
          <a:p>
            <a:r>
              <a:rPr lang="en-GB" sz="1400" dirty="0"/>
              <a:t>       ”</a:t>
            </a:r>
            <a:r>
              <a:rPr lang="en-GB" sz="1400" dirty="0" err="1"/>
              <a:t>accountId</a:t>
            </a:r>
            <a:r>
              <a:rPr lang="en-GB" sz="1400" dirty="0"/>
              <a:t>": </a:t>
            </a:r>
            <a:r>
              <a:rPr lang="en-GB" sz="1400" dirty="0">
                <a:solidFill>
                  <a:srgbClr val="A2FCA2"/>
                </a:solidFill>
                <a:effectLst/>
              </a:rPr>
              <a:t>”Customer Wallet"</a:t>
            </a:r>
            <a:r>
              <a:rPr lang="en-GB" sz="1400" dirty="0"/>
              <a:t>, direction: ”credit": “amount": </a:t>
            </a:r>
            <a:r>
              <a:rPr lang="en-GB" sz="1400" dirty="0">
                <a:solidFill>
                  <a:srgbClr val="D36363"/>
                </a:solidFill>
                <a:effectLst/>
              </a:rPr>
              <a:t>500</a:t>
            </a:r>
            <a:endParaRPr lang="en-GB" sz="1400" dirty="0"/>
          </a:p>
          <a:p>
            <a:r>
              <a:rPr lang="en-GB" sz="1400" dirty="0"/>
              <a:t>     } ,</a:t>
            </a:r>
          </a:p>
          <a:p>
            <a:r>
              <a:rPr lang="en-GB" sz="1400" dirty="0"/>
              <a:t>    {  </a:t>
            </a:r>
          </a:p>
          <a:p>
            <a:r>
              <a:rPr lang="en-GB" sz="1400" dirty="0"/>
              <a:t>       ”</a:t>
            </a:r>
            <a:r>
              <a:rPr lang="en-GB" sz="1400" dirty="0" err="1"/>
              <a:t>accountId</a:t>
            </a:r>
            <a:r>
              <a:rPr lang="en-GB" sz="1400" dirty="0"/>
              <a:t>": </a:t>
            </a:r>
            <a:r>
              <a:rPr lang="en-GB" sz="1400" dirty="0">
                <a:solidFill>
                  <a:srgbClr val="A2FCA2"/>
                </a:solidFill>
                <a:effectLst/>
              </a:rPr>
              <a:t>”Cash Account</a:t>
            </a:r>
            <a:r>
              <a:rPr lang="en-GB" sz="1400" dirty="0"/>
              <a:t>, direction: ”debit": “amount": </a:t>
            </a:r>
            <a:r>
              <a:rPr lang="en-GB" sz="1400" dirty="0">
                <a:solidFill>
                  <a:srgbClr val="D36363"/>
                </a:solidFill>
                <a:effectLst/>
              </a:rPr>
              <a:t>485</a:t>
            </a:r>
            <a:endParaRPr lang="en-GB" sz="1400" dirty="0"/>
          </a:p>
          <a:p>
            <a:r>
              <a:rPr lang="en-GB" sz="1400" dirty="0"/>
              <a:t>     } ,</a:t>
            </a:r>
          </a:p>
          <a:p>
            <a:r>
              <a:rPr lang="en-GB" sz="1400" dirty="0"/>
              <a:t>    {  </a:t>
            </a:r>
          </a:p>
          <a:p>
            <a:r>
              <a:rPr lang="en-GB" sz="1400" dirty="0"/>
              <a:t>       ”</a:t>
            </a:r>
            <a:r>
              <a:rPr lang="en-GB" sz="1400" dirty="0" err="1"/>
              <a:t>accountId</a:t>
            </a:r>
            <a:r>
              <a:rPr lang="en-GB" sz="1400" dirty="0"/>
              <a:t>": </a:t>
            </a:r>
            <a:r>
              <a:rPr lang="en-GB" sz="1400" dirty="0">
                <a:solidFill>
                  <a:srgbClr val="A2FCA2"/>
                </a:solidFill>
                <a:effectLst/>
              </a:rPr>
              <a:t>”Expense Account</a:t>
            </a:r>
            <a:r>
              <a:rPr lang="en-GB" sz="1400" dirty="0"/>
              <a:t>, direction: ”debit": “amount": </a:t>
            </a:r>
            <a:r>
              <a:rPr lang="en-GB" sz="1400" dirty="0">
                <a:solidFill>
                  <a:srgbClr val="D36363"/>
                </a:solidFill>
                <a:effectLst/>
              </a:rPr>
              <a:t>15</a:t>
            </a:r>
            <a:r>
              <a:rPr lang="en-GB" sz="1400" dirty="0"/>
              <a:t> </a:t>
            </a:r>
          </a:p>
          <a:p>
            <a:r>
              <a:rPr lang="en-GB" sz="1400" dirty="0"/>
              <a:t>     } ,</a:t>
            </a:r>
          </a:p>
          <a:p>
            <a:r>
              <a:rPr lang="en-GB" sz="1400" dirty="0"/>
              <a:t>  ] </a:t>
            </a:r>
          </a:p>
          <a:p>
            <a:r>
              <a:rPr lang="en-GB" sz="1400" dirty="0"/>
              <a:t> }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22F57CA-16A6-7F87-F2FB-32C1F4EBD47D}"/>
              </a:ext>
            </a:extLst>
          </p:cNvPr>
          <p:cNvSpPr txBox="1"/>
          <p:nvPr/>
        </p:nvSpPr>
        <p:spPr>
          <a:xfrm>
            <a:off x="7639050" y="842670"/>
            <a:ext cx="3810000" cy="4624343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l">
              <a:spcBef>
                <a:spcPts val="1500"/>
              </a:spcBef>
              <a:spcAft>
                <a:spcPts val="750"/>
              </a:spcAft>
            </a:pPr>
            <a:r>
              <a:rPr lang="en-GB" sz="1200" b="1" i="0" dirty="0">
                <a:solidFill>
                  <a:schemeClr val="bg1"/>
                </a:solidFill>
                <a:effectLst/>
                <a:latin typeface="Google Sans"/>
              </a:rPr>
              <a:t>Account Balances</a:t>
            </a:r>
          </a:p>
          <a:p>
            <a:pPr algn="l" fontAlgn="ctr">
              <a:spcBef>
                <a:spcPts val="75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GB" sz="1200" b="1" i="0" dirty="0">
                <a:solidFill>
                  <a:schemeClr val="bg1"/>
                </a:solidFill>
                <a:effectLst/>
                <a:latin typeface="Google Sans"/>
              </a:rPr>
              <a:t>Identify the Account Type:</a:t>
            </a:r>
            <a:r>
              <a:rPr lang="en-GB" sz="1200" b="0" i="0" dirty="0">
                <a:solidFill>
                  <a:schemeClr val="bg1"/>
                </a:solidFill>
                <a:effectLst/>
                <a:latin typeface="Google Sans"/>
              </a:rPr>
              <a:t> Determine whether the account is an asset, liability, equity, revenue, or expense account. </a:t>
            </a:r>
          </a:p>
          <a:p>
            <a:pPr algn="l">
              <a:spcBef>
                <a:spcPts val="750"/>
              </a:spcBef>
              <a:spcAft>
                <a:spcPts val="600"/>
              </a:spcAft>
              <a:buFont typeface="+mj-lt"/>
              <a:buAutoNum type="arabicPeriod" startAt="2"/>
            </a:pPr>
            <a:r>
              <a:rPr lang="en-GB" sz="1200" b="1" i="0" dirty="0">
                <a:solidFill>
                  <a:schemeClr val="bg1"/>
                </a:solidFill>
                <a:effectLst/>
                <a:latin typeface="Google Sans"/>
              </a:rPr>
              <a:t>Determine the Normal Balance:</a:t>
            </a:r>
            <a:endParaRPr lang="en-GB" sz="1200" b="0" i="0" dirty="0">
              <a:solidFill>
                <a:schemeClr val="bg1"/>
              </a:solidFill>
              <a:effectLst/>
              <a:latin typeface="Google Sans"/>
            </a:endParaRPr>
          </a:p>
          <a:p>
            <a:pPr marL="742950" lvl="1" indent="-285750" algn="l" fontAlgn="ctr"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200" b="1" i="0" dirty="0">
                <a:solidFill>
                  <a:schemeClr val="bg1"/>
                </a:solidFill>
                <a:effectLst/>
                <a:latin typeface="Google Sans"/>
              </a:rPr>
              <a:t>Assets, Expenses, and Dividends:</a:t>
            </a:r>
            <a:r>
              <a:rPr lang="en-GB" sz="1200" b="0" i="0" dirty="0">
                <a:solidFill>
                  <a:schemeClr val="bg1"/>
                </a:solidFill>
                <a:effectLst/>
                <a:latin typeface="Google Sans"/>
              </a:rPr>
              <a:t> Normally have debit balances (increases with debits, decreases with credits). </a:t>
            </a:r>
          </a:p>
          <a:p>
            <a:pPr marL="742950" lvl="1" indent="-285750" algn="l" fontAlgn="ctr">
              <a:spcBef>
                <a:spcPts val="750"/>
              </a:spcBef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GB" sz="1200" b="1" i="0" dirty="0">
                <a:solidFill>
                  <a:schemeClr val="bg1"/>
                </a:solidFill>
                <a:effectLst/>
                <a:latin typeface="Google Sans"/>
              </a:rPr>
              <a:t>Liabilities, Revenue, and Equity:</a:t>
            </a:r>
            <a:r>
              <a:rPr lang="en-GB" sz="1200" b="0" i="0" dirty="0">
                <a:solidFill>
                  <a:schemeClr val="bg1"/>
                </a:solidFill>
                <a:effectLst/>
                <a:latin typeface="Google Sans"/>
              </a:rPr>
              <a:t> Normally have credit balances (increases with credits, decreases with debits). </a:t>
            </a:r>
          </a:p>
          <a:p>
            <a:pPr algn="l" fontAlgn="ctr">
              <a:spcBef>
                <a:spcPts val="750"/>
              </a:spcBef>
              <a:spcAft>
                <a:spcPts val="600"/>
              </a:spcAft>
              <a:buFont typeface="+mj-lt"/>
              <a:buAutoNum type="arabicPeriod" startAt="3"/>
            </a:pPr>
            <a:r>
              <a:rPr lang="en-GB" sz="1200" b="1" i="0" dirty="0">
                <a:solidFill>
                  <a:schemeClr val="bg1"/>
                </a:solidFill>
                <a:effectLst/>
                <a:latin typeface="Google Sans"/>
              </a:rPr>
              <a:t>Sum the Debits and Credits:</a:t>
            </a:r>
            <a:r>
              <a:rPr lang="en-GB" sz="1200" b="0" i="0" dirty="0">
                <a:solidFill>
                  <a:schemeClr val="bg1"/>
                </a:solidFill>
                <a:effectLst/>
                <a:latin typeface="Google Sans"/>
              </a:rPr>
              <a:t> Add up all the debit entries and credit entries for the specific account. </a:t>
            </a:r>
          </a:p>
          <a:p>
            <a:pPr algn="l">
              <a:spcBef>
                <a:spcPts val="750"/>
              </a:spcBef>
              <a:spcAft>
                <a:spcPts val="600"/>
              </a:spcAft>
              <a:buFont typeface="+mj-lt"/>
              <a:buAutoNum type="arabicPeriod" startAt="4"/>
            </a:pPr>
            <a:r>
              <a:rPr lang="en-GB" sz="1200" b="1" i="0" dirty="0">
                <a:solidFill>
                  <a:schemeClr val="bg1"/>
                </a:solidFill>
                <a:effectLst/>
                <a:latin typeface="Google Sans"/>
              </a:rPr>
              <a:t>Calculate the Balance:</a:t>
            </a:r>
          </a:p>
          <a:p>
            <a:pPr marL="171450" indent="-171450"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200" b="1" dirty="0">
                <a:solidFill>
                  <a:schemeClr val="bg1"/>
                </a:solidFill>
                <a:latin typeface="Google Sans"/>
              </a:rPr>
              <a:t>C</a:t>
            </a:r>
            <a:r>
              <a:rPr lang="en-GB" sz="1200" b="1" i="0" dirty="0">
                <a:solidFill>
                  <a:schemeClr val="bg1"/>
                </a:solidFill>
                <a:effectLst/>
                <a:latin typeface="Google Sans"/>
              </a:rPr>
              <a:t>redit normal a/c: </a:t>
            </a:r>
            <a:r>
              <a:rPr lang="en-GB" sz="1200" b="0" i="0" dirty="0">
                <a:solidFill>
                  <a:schemeClr val="bg1"/>
                </a:solidFill>
                <a:effectLst/>
                <a:latin typeface="Google Sans"/>
              </a:rPr>
              <a:t>total credits.  - total debits</a:t>
            </a:r>
          </a:p>
          <a:p>
            <a:pPr marL="171450" indent="-171450"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200" b="1" dirty="0">
                <a:solidFill>
                  <a:schemeClr val="bg1"/>
                </a:solidFill>
                <a:latin typeface="Google Sans"/>
              </a:rPr>
              <a:t>Debit </a:t>
            </a:r>
            <a:r>
              <a:rPr lang="en-GB" sz="1200" b="1" i="0" dirty="0">
                <a:solidFill>
                  <a:schemeClr val="bg1"/>
                </a:solidFill>
                <a:effectLst/>
                <a:latin typeface="Google Sans"/>
              </a:rPr>
              <a:t>normal a/c:</a:t>
            </a:r>
            <a:r>
              <a:rPr lang="en-GB" sz="1200" b="0" i="0" dirty="0">
                <a:solidFill>
                  <a:schemeClr val="bg1"/>
                </a:solidFill>
                <a:effectLst/>
                <a:latin typeface="Google Sans"/>
              </a:rPr>
              <a:t> Total debits - total credits</a:t>
            </a:r>
          </a:p>
        </p:txBody>
      </p:sp>
    </p:spTree>
    <p:extLst>
      <p:ext uri="{BB962C8B-B14F-4D97-AF65-F5344CB8AC3E}">
        <p14:creationId xmlns:p14="http://schemas.microsoft.com/office/powerpoint/2010/main" val="30623717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D9ECD-D5CC-F1ED-BF56-452B48F18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D858E84-CF26-95E6-1C47-80A2B4E86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884" y="232519"/>
            <a:ext cx="6411404" cy="457200"/>
          </a:xfrm>
        </p:spPr>
        <p:txBody>
          <a:bodyPr>
            <a:normAutofit fontScale="90000"/>
          </a:bodyPr>
          <a:lstStyle/>
          <a:p>
            <a:r>
              <a:rPr lang="en-GB" sz="2300" dirty="0"/>
              <a:t>Ledger API  - POST Customer Withdrawal transaction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5CFF03-9CE6-DC8D-0768-A7A040400D42}"/>
              </a:ext>
            </a:extLst>
          </p:cNvPr>
          <p:cNvSpPr txBox="1"/>
          <p:nvPr/>
        </p:nvSpPr>
        <p:spPr>
          <a:xfrm>
            <a:off x="639547" y="1421100"/>
            <a:ext cx="6628028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/>
              <a:t>{ </a:t>
            </a:r>
          </a:p>
          <a:p>
            <a:r>
              <a:rPr lang="en-GB" sz="1400" dirty="0"/>
              <a:t>  ”</a:t>
            </a:r>
            <a:r>
              <a:rPr lang="en-GB" sz="1400" dirty="0" err="1"/>
              <a:t>ledgerId</a:t>
            </a:r>
            <a:r>
              <a:rPr lang="en-GB" sz="1400" dirty="0"/>
              <a:t>": </a:t>
            </a:r>
            <a:r>
              <a:rPr lang="en-GB" sz="1400" dirty="0">
                <a:solidFill>
                  <a:srgbClr val="A2FCA2"/>
                </a:solidFill>
                <a:effectLst/>
              </a:rPr>
              <a:t>”Payments Ledger”</a:t>
            </a:r>
            <a:r>
              <a:rPr lang="en-GB" sz="1400" dirty="0"/>
              <a:t>, </a:t>
            </a:r>
          </a:p>
          <a:p>
            <a:r>
              <a:rPr lang="en-GB" sz="1400" dirty="0"/>
              <a:t>  “</a:t>
            </a:r>
            <a:r>
              <a:rPr lang="en-GB" sz="1400" dirty="0" err="1"/>
              <a:t>frontierCustomerId</a:t>
            </a:r>
            <a:r>
              <a:rPr lang="en-GB" sz="1400" dirty="0"/>
              <a:t>”: “NSPCC”</a:t>
            </a:r>
          </a:p>
          <a:p>
            <a:r>
              <a:rPr lang="en-GB" sz="1400" dirty="0"/>
              <a:t>  "</a:t>
            </a:r>
            <a:r>
              <a:rPr lang="en-GB" sz="1400" dirty="0" err="1"/>
              <a:t>transactionDate</a:t>
            </a:r>
            <a:r>
              <a:rPr lang="en-GB" sz="1400" dirty="0"/>
              <a:t>": </a:t>
            </a:r>
            <a:r>
              <a:rPr lang="en-GB" sz="1400" dirty="0">
                <a:solidFill>
                  <a:srgbClr val="A2FCA2"/>
                </a:solidFill>
                <a:effectLst/>
              </a:rPr>
              <a:t>"2025-02-25"</a:t>
            </a:r>
            <a:r>
              <a:rPr lang="en-GB" sz="1400" dirty="0"/>
              <a:t>, </a:t>
            </a:r>
          </a:p>
          <a:p>
            <a:r>
              <a:rPr lang="en-GB" sz="1400" dirty="0"/>
              <a:t>  "</a:t>
            </a:r>
            <a:r>
              <a:rPr lang="en-GB" sz="1400" dirty="0" err="1"/>
              <a:t>transactionStatus</a:t>
            </a:r>
            <a:r>
              <a:rPr lang="en-GB" sz="1400" dirty="0"/>
              <a:t>": </a:t>
            </a:r>
            <a:r>
              <a:rPr lang="en-GB" sz="1400" dirty="0">
                <a:solidFill>
                  <a:srgbClr val="A2FCA2"/>
                </a:solidFill>
                <a:effectLst/>
              </a:rPr>
              <a:t>”Posted"</a:t>
            </a:r>
            <a:r>
              <a:rPr lang="en-GB" sz="1400" dirty="0"/>
              <a:t>, </a:t>
            </a:r>
          </a:p>
          <a:p>
            <a:r>
              <a:rPr lang="en-GB" sz="1400" dirty="0"/>
              <a:t>  "</a:t>
            </a:r>
            <a:r>
              <a:rPr lang="en-GB" sz="1400" dirty="0" err="1"/>
              <a:t>transactionReference</a:t>
            </a:r>
            <a:r>
              <a:rPr lang="en-GB" sz="1400" dirty="0"/>
              <a:t>": </a:t>
            </a:r>
            <a:r>
              <a:rPr lang="en-GB" sz="1400" dirty="0">
                <a:solidFill>
                  <a:srgbClr val="A2FCA2"/>
                </a:solidFill>
                <a:effectLst/>
              </a:rPr>
              <a:t>”NS20250225PAY2"</a:t>
            </a:r>
            <a:r>
              <a:rPr lang="en-GB" sz="1400" dirty="0"/>
              <a:t>, </a:t>
            </a:r>
          </a:p>
          <a:p>
            <a:r>
              <a:rPr lang="en-GB" sz="1400" dirty="0"/>
              <a:t>  "description": </a:t>
            </a:r>
            <a:r>
              <a:rPr lang="en-GB" sz="1400" dirty="0">
                <a:solidFill>
                  <a:srgbClr val="A2FCA2"/>
                </a:solidFill>
                <a:effectLst/>
              </a:rPr>
              <a:t>”Customer withdrawal transaction"</a:t>
            </a:r>
            <a:r>
              <a:rPr lang="en-GB" sz="1400" dirty="0"/>
              <a:t>,</a:t>
            </a:r>
          </a:p>
          <a:p>
            <a:r>
              <a:rPr lang="en-GB" sz="1400" dirty="0"/>
              <a:t>  "</a:t>
            </a:r>
            <a:r>
              <a:rPr lang="en-GB" sz="1400" dirty="0" err="1"/>
              <a:t>lineItems</a:t>
            </a:r>
            <a:r>
              <a:rPr lang="en-GB" sz="1400" dirty="0"/>
              <a:t>": [ </a:t>
            </a:r>
          </a:p>
          <a:p>
            <a:r>
              <a:rPr lang="en-GB" sz="1400" dirty="0"/>
              <a:t>     { </a:t>
            </a:r>
          </a:p>
          <a:p>
            <a:r>
              <a:rPr lang="en-GB" sz="1400" dirty="0"/>
              <a:t>       ”</a:t>
            </a:r>
            <a:r>
              <a:rPr lang="en-GB" sz="1400" dirty="0" err="1"/>
              <a:t>accountId</a:t>
            </a:r>
            <a:r>
              <a:rPr lang="en-GB" sz="1400" dirty="0"/>
              <a:t>": </a:t>
            </a:r>
            <a:r>
              <a:rPr lang="en-GB" sz="1400" dirty="0">
                <a:solidFill>
                  <a:srgbClr val="A2FCA2"/>
                </a:solidFill>
                <a:effectLst/>
              </a:rPr>
              <a:t>”Customer Wallet"</a:t>
            </a:r>
            <a:r>
              <a:rPr lang="en-GB" sz="1400" dirty="0"/>
              <a:t>, direction: ”debit": “amount": </a:t>
            </a:r>
            <a:r>
              <a:rPr lang="en-GB" sz="1400" dirty="0">
                <a:solidFill>
                  <a:srgbClr val="D36363"/>
                </a:solidFill>
                <a:effectLst/>
              </a:rPr>
              <a:t>301.50</a:t>
            </a:r>
            <a:endParaRPr lang="en-GB" sz="1400" dirty="0"/>
          </a:p>
          <a:p>
            <a:r>
              <a:rPr lang="en-GB" sz="1400" dirty="0"/>
              <a:t>     } ,</a:t>
            </a:r>
          </a:p>
          <a:p>
            <a:r>
              <a:rPr lang="en-GB" sz="1400" dirty="0"/>
              <a:t>    {  </a:t>
            </a:r>
          </a:p>
          <a:p>
            <a:r>
              <a:rPr lang="en-GB" sz="1400" dirty="0"/>
              <a:t>       ”</a:t>
            </a:r>
            <a:r>
              <a:rPr lang="en-GB" sz="1400" dirty="0" err="1"/>
              <a:t>accountId</a:t>
            </a:r>
            <a:r>
              <a:rPr lang="en-GB" sz="1400" dirty="0"/>
              <a:t>": </a:t>
            </a:r>
            <a:r>
              <a:rPr lang="en-GB" sz="1400" dirty="0">
                <a:solidFill>
                  <a:srgbClr val="A2FCA2"/>
                </a:solidFill>
                <a:effectLst/>
              </a:rPr>
              <a:t>”Cash Account</a:t>
            </a:r>
            <a:r>
              <a:rPr lang="en-GB" sz="1400" dirty="0"/>
              <a:t>, direction: ”credit": “amount": </a:t>
            </a:r>
            <a:r>
              <a:rPr lang="en-GB" sz="1400" dirty="0">
                <a:solidFill>
                  <a:srgbClr val="D36363"/>
                </a:solidFill>
                <a:effectLst/>
              </a:rPr>
              <a:t>300</a:t>
            </a:r>
            <a:r>
              <a:rPr lang="en-GB" sz="1400" dirty="0"/>
              <a:t>, </a:t>
            </a:r>
          </a:p>
          <a:p>
            <a:r>
              <a:rPr lang="en-GB" sz="1400" dirty="0"/>
              <a:t>     } ,</a:t>
            </a:r>
          </a:p>
          <a:p>
            <a:r>
              <a:rPr lang="en-GB" sz="1400" dirty="0"/>
              <a:t>    {  </a:t>
            </a:r>
          </a:p>
          <a:p>
            <a:r>
              <a:rPr lang="en-GB" sz="1400" dirty="0"/>
              <a:t>       ”</a:t>
            </a:r>
            <a:r>
              <a:rPr lang="en-GB" sz="1400" dirty="0" err="1"/>
              <a:t>accountId</a:t>
            </a:r>
            <a:r>
              <a:rPr lang="en-GB" sz="1400" dirty="0"/>
              <a:t>": </a:t>
            </a:r>
            <a:r>
              <a:rPr lang="en-GB" sz="1400" dirty="0">
                <a:solidFill>
                  <a:srgbClr val="A2FCA2"/>
                </a:solidFill>
                <a:effectLst/>
              </a:rPr>
              <a:t>”Revenue Account</a:t>
            </a:r>
            <a:r>
              <a:rPr lang="en-GB" sz="1400" dirty="0"/>
              <a:t>, direction: ”credit": “amount": </a:t>
            </a:r>
            <a:r>
              <a:rPr lang="en-GB" sz="1400" dirty="0">
                <a:solidFill>
                  <a:srgbClr val="D36363"/>
                </a:solidFill>
                <a:effectLst/>
              </a:rPr>
              <a:t>1.50</a:t>
            </a:r>
            <a:endParaRPr lang="en-GB" sz="1400" dirty="0"/>
          </a:p>
          <a:p>
            <a:r>
              <a:rPr lang="en-GB" sz="1400" dirty="0"/>
              <a:t>     } ,</a:t>
            </a:r>
          </a:p>
          <a:p>
            <a:r>
              <a:rPr lang="en-GB" sz="1400" dirty="0"/>
              <a:t>  ] </a:t>
            </a:r>
          </a:p>
          <a:p>
            <a:r>
              <a:rPr lang="en-GB" sz="1400" dirty="0"/>
              <a:t> }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CAA8A24-5B12-0701-F08C-8A48AA6616FC}"/>
              </a:ext>
            </a:extLst>
          </p:cNvPr>
          <p:cNvSpPr txBox="1"/>
          <p:nvPr/>
        </p:nvSpPr>
        <p:spPr>
          <a:xfrm>
            <a:off x="7639050" y="842670"/>
            <a:ext cx="3810000" cy="4624343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l">
              <a:spcBef>
                <a:spcPts val="1500"/>
              </a:spcBef>
              <a:spcAft>
                <a:spcPts val="750"/>
              </a:spcAft>
            </a:pPr>
            <a:r>
              <a:rPr lang="en-GB" sz="1200" b="1" i="0" dirty="0">
                <a:solidFill>
                  <a:schemeClr val="bg1"/>
                </a:solidFill>
                <a:effectLst/>
                <a:latin typeface="Google Sans"/>
              </a:rPr>
              <a:t>Account Balances</a:t>
            </a:r>
          </a:p>
          <a:p>
            <a:pPr algn="l" fontAlgn="ctr">
              <a:spcBef>
                <a:spcPts val="75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GB" sz="1200" b="1" i="0" dirty="0">
                <a:solidFill>
                  <a:schemeClr val="bg1"/>
                </a:solidFill>
                <a:effectLst/>
                <a:latin typeface="Google Sans"/>
              </a:rPr>
              <a:t>Identify the Account Type:</a:t>
            </a:r>
            <a:r>
              <a:rPr lang="en-GB" sz="1200" b="0" i="0" dirty="0">
                <a:solidFill>
                  <a:schemeClr val="bg1"/>
                </a:solidFill>
                <a:effectLst/>
                <a:latin typeface="Google Sans"/>
              </a:rPr>
              <a:t> Determine whether the account is an asset, liability, equity, revenue, or expense account. </a:t>
            </a:r>
          </a:p>
          <a:p>
            <a:pPr algn="l">
              <a:spcBef>
                <a:spcPts val="750"/>
              </a:spcBef>
              <a:spcAft>
                <a:spcPts val="600"/>
              </a:spcAft>
              <a:buFont typeface="+mj-lt"/>
              <a:buAutoNum type="arabicPeriod" startAt="2"/>
            </a:pPr>
            <a:r>
              <a:rPr lang="en-GB" sz="1200" b="1" i="0" dirty="0">
                <a:solidFill>
                  <a:schemeClr val="bg1"/>
                </a:solidFill>
                <a:effectLst/>
                <a:latin typeface="Google Sans"/>
              </a:rPr>
              <a:t>Determine the Normal Balance:</a:t>
            </a:r>
            <a:endParaRPr lang="en-GB" sz="1200" b="0" i="0" dirty="0">
              <a:solidFill>
                <a:schemeClr val="bg1"/>
              </a:solidFill>
              <a:effectLst/>
              <a:latin typeface="Google Sans"/>
            </a:endParaRPr>
          </a:p>
          <a:p>
            <a:pPr marL="742950" lvl="1" indent="-285750" algn="l" fontAlgn="ctr"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200" b="1" i="0" dirty="0">
                <a:solidFill>
                  <a:schemeClr val="bg1"/>
                </a:solidFill>
                <a:effectLst/>
                <a:latin typeface="Google Sans"/>
              </a:rPr>
              <a:t>Assets, Expenses, and Dividends:</a:t>
            </a:r>
            <a:r>
              <a:rPr lang="en-GB" sz="1200" b="0" i="0" dirty="0">
                <a:solidFill>
                  <a:schemeClr val="bg1"/>
                </a:solidFill>
                <a:effectLst/>
                <a:latin typeface="Google Sans"/>
              </a:rPr>
              <a:t> Normally have debit balances (increases with debits, decreases with credits). </a:t>
            </a:r>
          </a:p>
          <a:p>
            <a:pPr marL="742950" lvl="1" indent="-285750" algn="l" fontAlgn="ctr">
              <a:spcBef>
                <a:spcPts val="750"/>
              </a:spcBef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GB" sz="1200" b="1" i="0" dirty="0">
                <a:solidFill>
                  <a:schemeClr val="bg1"/>
                </a:solidFill>
                <a:effectLst/>
                <a:latin typeface="Google Sans"/>
              </a:rPr>
              <a:t>Liabilities, Revenue, and Equity:</a:t>
            </a:r>
            <a:r>
              <a:rPr lang="en-GB" sz="1200" b="0" i="0" dirty="0">
                <a:solidFill>
                  <a:schemeClr val="bg1"/>
                </a:solidFill>
                <a:effectLst/>
                <a:latin typeface="Google Sans"/>
              </a:rPr>
              <a:t> Normally have credit balances (increases with credits, decreases with debits). </a:t>
            </a:r>
          </a:p>
          <a:p>
            <a:pPr algn="l" fontAlgn="ctr">
              <a:spcBef>
                <a:spcPts val="750"/>
              </a:spcBef>
              <a:spcAft>
                <a:spcPts val="600"/>
              </a:spcAft>
              <a:buFont typeface="+mj-lt"/>
              <a:buAutoNum type="arabicPeriod" startAt="3"/>
            </a:pPr>
            <a:r>
              <a:rPr lang="en-GB" sz="1200" b="1" i="0" dirty="0">
                <a:solidFill>
                  <a:schemeClr val="bg1"/>
                </a:solidFill>
                <a:effectLst/>
                <a:latin typeface="Google Sans"/>
              </a:rPr>
              <a:t>Sum the Debits and Credits:</a:t>
            </a:r>
            <a:r>
              <a:rPr lang="en-GB" sz="1200" b="0" i="0" dirty="0">
                <a:solidFill>
                  <a:schemeClr val="bg1"/>
                </a:solidFill>
                <a:effectLst/>
                <a:latin typeface="Google Sans"/>
              </a:rPr>
              <a:t> Add up all the debit entries and credit entries for the specific account. </a:t>
            </a:r>
          </a:p>
          <a:p>
            <a:pPr algn="l">
              <a:spcBef>
                <a:spcPts val="750"/>
              </a:spcBef>
              <a:spcAft>
                <a:spcPts val="600"/>
              </a:spcAft>
              <a:buFont typeface="+mj-lt"/>
              <a:buAutoNum type="arabicPeriod" startAt="4"/>
            </a:pPr>
            <a:r>
              <a:rPr lang="en-GB" sz="1200" b="1" i="0" dirty="0">
                <a:solidFill>
                  <a:schemeClr val="bg1"/>
                </a:solidFill>
                <a:effectLst/>
                <a:latin typeface="Google Sans"/>
              </a:rPr>
              <a:t>Calculate the Balance:</a:t>
            </a:r>
          </a:p>
          <a:p>
            <a:pPr marL="171450" indent="-171450"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200" b="1" dirty="0">
                <a:solidFill>
                  <a:schemeClr val="bg1"/>
                </a:solidFill>
                <a:latin typeface="Google Sans"/>
              </a:rPr>
              <a:t>C</a:t>
            </a:r>
            <a:r>
              <a:rPr lang="en-GB" sz="1200" b="1" i="0" dirty="0">
                <a:solidFill>
                  <a:schemeClr val="bg1"/>
                </a:solidFill>
                <a:effectLst/>
                <a:latin typeface="Google Sans"/>
              </a:rPr>
              <a:t>redit normal a/c: </a:t>
            </a:r>
            <a:r>
              <a:rPr lang="en-GB" sz="1200" b="0" i="0" dirty="0">
                <a:solidFill>
                  <a:schemeClr val="bg1"/>
                </a:solidFill>
                <a:effectLst/>
                <a:latin typeface="Google Sans"/>
              </a:rPr>
              <a:t>total credits.  - total debits</a:t>
            </a:r>
          </a:p>
          <a:p>
            <a:pPr marL="171450" indent="-171450"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200" b="1" dirty="0">
                <a:solidFill>
                  <a:schemeClr val="bg1"/>
                </a:solidFill>
                <a:latin typeface="Google Sans"/>
              </a:rPr>
              <a:t>Debit </a:t>
            </a:r>
            <a:r>
              <a:rPr lang="en-GB" sz="1200" b="1" i="0" dirty="0">
                <a:solidFill>
                  <a:schemeClr val="bg1"/>
                </a:solidFill>
                <a:effectLst/>
                <a:latin typeface="Google Sans"/>
              </a:rPr>
              <a:t>normal a/c:</a:t>
            </a:r>
            <a:r>
              <a:rPr lang="en-GB" sz="1200" b="0" i="0" dirty="0">
                <a:solidFill>
                  <a:schemeClr val="bg1"/>
                </a:solidFill>
                <a:effectLst/>
                <a:latin typeface="Google Sans"/>
              </a:rPr>
              <a:t> Total debits - total credits</a:t>
            </a:r>
          </a:p>
        </p:txBody>
      </p:sp>
    </p:spTree>
    <p:extLst>
      <p:ext uri="{BB962C8B-B14F-4D97-AF65-F5344CB8AC3E}">
        <p14:creationId xmlns:p14="http://schemas.microsoft.com/office/powerpoint/2010/main" val="42444143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A7DD4-AE37-C09C-CD7C-F4A718484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CA299A3-49C0-06C8-9F96-4DE360F13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300" dirty="0"/>
              <a:t>Payment statuses – Banking Circle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551464A-E482-1E9F-24A4-1F1B00D58C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525" y="127000"/>
            <a:ext cx="6007100" cy="66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16736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0A79A6-5A2A-A6ED-C3DE-CC298E31C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0DE1078-5243-BC05-5B47-ACA4F4781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566" y="107359"/>
            <a:ext cx="7685037" cy="533991"/>
          </a:xfrm>
        </p:spPr>
        <p:txBody>
          <a:bodyPr>
            <a:normAutofit/>
          </a:bodyPr>
          <a:lstStyle/>
          <a:p>
            <a:r>
              <a:rPr lang="en-GB" sz="2300" dirty="0"/>
              <a:t>Backend for frontend (BFF)</a:t>
            </a:r>
          </a:p>
        </p:txBody>
      </p:sp>
      <p:pic>
        <p:nvPicPr>
          <p:cNvPr id="1026" name="Picture 2" descr="Backends for Frontends (BFF) Pattern: Architectural Patterns">
            <a:extLst>
              <a:ext uri="{FF2B5EF4-FFF2-40B4-BE49-F238E27FC236}">
                <a16:creationId xmlns:a16="http://schemas.microsoft.com/office/drawing/2014/main" id="{7BCDF559-F895-5D9A-F203-B65AD992DD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0970" y="867773"/>
            <a:ext cx="9004300" cy="557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32338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31B43-9B87-34A1-A57C-A7346F4EC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C4B3516-7841-EBB3-573D-AFBC1C885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566" y="107359"/>
            <a:ext cx="7685037" cy="533991"/>
          </a:xfrm>
        </p:spPr>
        <p:txBody>
          <a:bodyPr>
            <a:normAutofit/>
          </a:bodyPr>
          <a:lstStyle/>
          <a:p>
            <a:r>
              <a:rPr lang="en-GB" sz="2300" dirty="0" err="1"/>
              <a:t>Hasura</a:t>
            </a:r>
            <a:r>
              <a:rPr lang="en-GB" sz="2300" dirty="0"/>
              <a:t> authentication</a:t>
            </a:r>
          </a:p>
        </p:txBody>
      </p:sp>
      <p:pic>
        <p:nvPicPr>
          <p:cNvPr id="4098" name="Picture 2" descr="Authentication using JWT">
            <a:extLst>
              <a:ext uri="{FF2B5EF4-FFF2-40B4-BE49-F238E27FC236}">
                <a16:creationId xmlns:a16="http://schemas.microsoft.com/office/drawing/2014/main" id="{E295505E-3FDE-1E7F-E9F0-58101F65F5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2012" y="107359"/>
            <a:ext cx="9502866" cy="65620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315790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F7E36-D718-C78F-8BBB-B6BED048A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E1F9F9B-E9B9-66AE-616A-A42CCCAF6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566" y="107359"/>
            <a:ext cx="7685037" cy="533991"/>
          </a:xfrm>
        </p:spPr>
        <p:txBody>
          <a:bodyPr>
            <a:normAutofit/>
          </a:bodyPr>
          <a:lstStyle/>
          <a:p>
            <a:r>
              <a:rPr lang="en-GB" sz="2300" dirty="0" err="1"/>
              <a:t>Hasura</a:t>
            </a:r>
            <a:r>
              <a:rPr lang="en-GB" sz="2300" dirty="0"/>
              <a:t> authentication</a:t>
            </a:r>
          </a:p>
        </p:txBody>
      </p:sp>
      <p:pic>
        <p:nvPicPr>
          <p:cNvPr id="8194" name="Picture 2" descr="Authentication and authorization with Hasura">
            <a:extLst>
              <a:ext uri="{FF2B5EF4-FFF2-40B4-BE49-F238E27FC236}">
                <a16:creationId xmlns:a16="http://schemas.microsoft.com/office/drawing/2014/main" id="{14C9DEA8-51E1-ABD0-3E58-B59A4F7221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0300" y="0"/>
            <a:ext cx="99314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444762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1FD8E-F59F-1152-5F23-6F4D8563E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4421BCD-E10F-4DEA-E09A-0335741DE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566" y="107359"/>
            <a:ext cx="7685037" cy="533991"/>
          </a:xfrm>
        </p:spPr>
        <p:txBody>
          <a:bodyPr>
            <a:normAutofit/>
          </a:bodyPr>
          <a:lstStyle/>
          <a:p>
            <a:r>
              <a:rPr lang="en-GB" sz="2300" dirty="0" err="1"/>
              <a:t>Hasura</a:t>
            </a:r>
            <a:r>
              <a:rPr lang="en-GB" sz="2300" dirty="0"/>
              <a:t> authentication</a:t>
            </a: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E8C6ECC3-D0E6-1FEC-2B8E-CEADDD80CD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4925"/>
            <a:ext cx="12192000" cy="6788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891764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C14A6-8B86-257A-26CE-7B4038B2B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C50FC2F-E8FB-4383-F167-55C6E3BB8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566" y="107359"/>
            <a:ext cx="7685037" cy="533991"/>
          </a:xfrm>
        </p:spPr>
        <p:txBody>
          <a:bodyPr>
            <a:normAutofit/>
          </a:bodyPr>
          <a:lstStyle/>
          <a:p>
            <a:r>
              <a:rPr lang="en-GB" sz="2300" dirty="0" err="1"/>
              <a:t>Hasura</a:t>
            </a:r>
            <a:r>
              <a:rPr lang="en-GB" sz="2300" dirty="0"/>
              <a:t> authentication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AE9E655-CD8C-E771-930D-97FB4BBBDC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865425"/>
            <a:ext cx="7772400" cy="3127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1627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1B63F-E362-C386-EE9B-02FD38545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E8A6692-FFCC-7803-13A9-386F2E274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566" y="107359"/>
            <a:ext cx="7685037" cy="533991"/>
          </a:xfrm>
        </p:spPr>
        <p:txBody>
          <a:bodyPr>
            <a:normAutofit/>
          </a:bodyPr>
          <a:lstStyle/>
          <a:p>
            <a:r>
              <a:rPr lang="en-GB" sz="2300" dirty="0"/>
              <a:t>Ledger design principles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5D2785-B4D5-B846-2F6D-DE6AA6B1CDE7}"/>
              </a:ext>
            </a:extLst>
          </p:cNvPr>
          <p:cNvSpPr txBox="1"/>
          <p:nvPr/>
        </p:nvSpPr>
        <p:spPr>
          <a:xfrm>
            <a:off x="675861" y="722244"/>
            <a:ext cx="500932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GB" b="1" dirty="0"/>
              <a:t>✅ Guiding Principle</a:t>
            </a:r>
          </a:p>
          <a:p>
            <a:r>
              <a:rPr lang="en-GB" b="1" dirty="0"/>
              <a:t>Immutable, append-only ledger entries</a:t>
            </a:r>
            <a:r>
              <a:rPr lang="en-GB" dirty="0"/>
              <a:t>.</a:t>
            </a:r>
            <a:br>
              <a:rPr lang="en-GB" dirty="0"/>
            </a:br>
            <a:r>
              <a:rPr lang="en-GB" dirty="0"/>
              <a:t>Each state transition in a payment's lifecycle should result in new journal entries, not updates to previous ones.</a:t>
            </a:r>
          </a:p>
          <a:p>
            <a:r>
              <a:rPr lang="en-GB" dirty="0"/>
              <a:t>The </a:t>
            </a:r>
            <a:r>
              <a:rPr lang="en-GB" b="1" dirty="0"/>
              <a:t>ledger is a financial event log</a:t>
            </a:r>
            <a:r>
              <a:rPr lang="en-GB" dirty="0"/>
              <a:t> — not a balance or status tracker.</a:t>
            </a:r>
          </a:p>
          <a:p>
            <a:r>
              <a:rPr lang="en-GB" dirty="0"/>
              <a:t>We model each state change as a separate journal entry (or set of entries), linked to the same payment reference.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40901F-78B0-53D5-8877-0135997B4956}"/>
              </a:ext>
            </a:extLst>
          </p:cNvPr>
          <p:cNvSpPr txBox="1"/>
          <p:nvPr/>
        </p:nvSpPr>
        <p:spPr>
          <a:xfrm>
            <a:off x="441020" y="3835354"/>
            <a:ext cx="730194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GB" b="1" dirty="0"/>
              <a:t>Payment Lifecycle (Simplified)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Requested – C</a:t>
            </a:r>
            <a:r>
              <a:rPr lang="en-GB" dirty="0"/>
              <a:t>ustomer/Operations submit a payment request</a:t>
            </a:r>
            <a:endParaRPr lang="en-GB" b="1" dirty="0"/>
          </a:p>
          <a:p>
            <a:pPr>
              <a:buFont typeface="+mj-lt"/>
              <a:buAutoNum type="arabicPeriod"/>
            </a:pPr>
            <a:r>
              <a:rPr lang="en-GB" b="1" dirty="0"/>
              <a:t>Authorized</a:t>
            </a:r>
            <a:r>
              <a:rPr lang="en-GB" dirty="0"/>
              <a:t> – Payment is approved by Compliance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Initiated</a:t>
            </a:r>
            <a:r>
              <a:rPr lang="en-GB" dirty="0"/>
              <a:t> – Payment is created and sent to bank, funds are reserved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Posted</a:t>
            </a:r>
            <a:r>
              <a:rPr lang="en-GB" dirty="0"/>
              <a:t> – Payment is wired by the Banking Partner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Settled</a:t>
            </a:r>
            <a:r>
              <a:rPr lang="en-GB" dirty="0"/>
              <a:t> – Funds are cleared and credited/debited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Failed / Reversed</a:t>
            </a:r>
            <a:r>
              <a:rPr lang="en-GB" dirty="0"/>
              <a:t> – Error occurred, needs rollback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Refunded</a:t>
            </a:r>
            <a:r>
              <a:rPr lang="en-GB" dirty="0"/>
              <a:t> – Refund requested or initiated</a:t>
            </a:r>
          </a:p>
          <a:p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782A55-3564-BE81-E9EB-D1FC17561A3B}"/>
              </a:ext>
            </a:extLst>
          </p:cNvPr>
          <p:cNvSpPr txBox="1"/>
          <p:nvPr/>
        </p:nvSpPr>
        <p:spPr>
          <a:xfrm>
            <a:off x="5532783" y="1094601"/>
            <a:ext cx="620864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GB" b="1" dirty="0"/>
              <a:t>🧾 Journal Lifecycle</a:t>
            </a:r>
          </a:p>
          <a:p>
            <a:pPr>
              <a:buNone/>
            </a:pPr>
            <a:r>
              <a:rPr lang="en-GB" b="1" dirty="0"/>
              <a:t>Only state changes with financial impact are captured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Initiated</a:t>
            </a:r>
            <a:r>
              <a:rPr lang="en-GB" dirty="0"/>
              <a:t> – Payment is created and sent to bank, funds are reserved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Posted</a:t>
            </a:r>
            <a:r>
              <a:rPr lang="en-GB" dirty="0"/>
              <a:t> – Payment is wired by the Banking Partner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Settled</a:t>
            </a:r>
            <a:r>
              <a:rPr lang="en-GB" dirty="0"/>
              <a:t> – Funds are cleared and credited/debited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Failed / Reversed</a:t>
            </a:r>
            <a:r>
              <a:rPr lang="en-GB" dirty="0"/>
              <a:t> – Error occurred, needs rollback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Refunded</a:t>
            </a:r>
            <a:r>
              <a:rPr lang="en-GB" dirty="0"/>
              <a:t> – Refund requested or initiated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5984613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FC71D-35FC-0B36-5766-9C7951D3D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73343DD-EEBF-B8B5-382D-11A483F88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566" y="107359"/>
            <a:ext cx="7685037" cy="533991"/>
          </a:xfrm>
        </p:spPr>
        <p:txBody>
          <a:bodyPr>
            <a:normAutofit/>
          </a:bodyPr>
          <a:lstStyle/>
          <a:p>
            <a:r>
              <a:rPr lang="en-GB" sz="2300" dirty="0" err="1"/>
              <a:t>Hasura</a:t>
            </a:r>
            <a:r>
              <a:rPr lang="en-GB" sz="2300" dirty="0"/>
              <a:t> – Fetching graphs</a:t>
            </a:r>
          </a:p>
        </p:txBody>
      </p:sp>
      <p:pic>
        <p:nvPicPr>
          <p:cNvPr id="12290" name="Picture 2" descr="Schema">
            <a:extLst>
              <a:ext uri="{FF2B5EF4-FFF2-40B4-BE49-F238E27FC236}">
                <a16:creationId xmlns:a16="http://schemas.microsoft.com/office/drawing/2014/main" id="{88894FB2-DAB4-DD4A-4649-E66348905F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85006"/>
            <a:ext cx="12192000" cy="5487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D25696E-AF63-6A6F-1D95-91B071C9AC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566" y="4872649"/>
            <a:ext cx="7772400" cy="1796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54313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562D8-5430-DEF7-EC1B-FFFBBFB81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04AC652-590A-E17C-BE95-34D20451B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566" y="107359"/>
            <a:ext cx="7685037" cy="533991"/>
          </a:xfrm>
        </p:spPr>
        <p:txBody>
          <a:bodyPr>
            <a:normAutofit/>
          </a:bodyPr>
          <a:lstStyle/>
          <a:p>
            <a:r>
              <a:rPr lang="en-GB" sz="2300" dirty="0" err="1"/>
              <a:t>Hasura</a:t>
            </a:r>
            <a:r>
              <a:rPr lang="en-GB" sz="2300" dirty="0"/>
              <a:t> – Mutation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8CC61E-9ED9-4915-1F91-A1BDC3E753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371" y="837604"/>
            <a:ext cx="7772400" cy="1629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0113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32E2E-D0AD-15D9-EC58-FDFF643CF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9920BC4-9E11-5455-C686-BED082EE8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566" y="107359"/>
            <a:ext cx="7685037" cy="533991"/>
          </a:xfrm>
        </p:spPr>
        <p:txBody>
          <a:bodyPr>
            <a:normAutofit/>
          </a:bodyPr>
          <a:lstStyle/>
          <a:p>
            <a:r>
              <a:rPr lang="en-GB" sz="2300" dirty="0" err="1"/>
              <a:t>Hasura</a:t>
            </a:r>
            <a:r>
              <a:rPr lang="en-GB" sz="2300" dirty="0"/>
              <a:t> authentication</a:t>
            </a:r>
          </a:p>
        </p:txBody>
      </p:sp>
      <p:pic>
        <p:nvPicPr>
          <p:cNvPr id="1026" name="Picture 2" descr="Backends for Frontends (BFF) Pattern: Architectural Patterns">
            <a:extLst>
              <a:ext uri="{FF2B5EF4-FFF2-40B4-BE49-F238E27FC236}">
                <a16:creationId xmlns:a16="http://schemas.microsoft.com/office/drawing/2014/main" id="{1CF9CA7E-82DD-B0F1-829C-5023316C8E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8284" y="1056333"/>
            <a:ext cx="8615770" cy="5334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873741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3A9343-8358-532A-9D81-BB788CC7B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F2BDE81-9A2B-2DDE-7F0B-20B6503E70B9}"/>
              </a:ext>
            </a:extLst>
          </p:cNvPr>
          <p:cNvGrpSpPr/>
          <p:nvPr/>
        </p:nvGrpSpPr>
        <p:grpSpPr>
          <a:xfrm>
            <a:off x="988999" y="580714"/>
            <a:ext cx="2376289" cy="474793"/>
            <a:chOff x="545" y="2958843"/>
            <a:chExt cx="2376289" cy="1188144"/>
          </a:xfrm>
          <a:scene3d>
            <a:camera prst="orthographicFront"/>
            <a:lightRig rig="chilly" dir="t"/>
          </a:scene3d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2F4EA78F-DC57-DA00-3D4B-78AC1C591F9F}"/>
                </a:ext>
              </a:extLst>
            </p:cNvPr>
            <p:cNvSpPr/>
            <p:nvPr/>
          </p:nvSpPr>
          <p:spPr>
            <a:xfrm>
              <a:off x="545" y="2958843"/>
              <a:ext cx="2376289" cy="1188144"/>
            </a:xfrm>
            <a:prstGeom prst="rect">
              <a:avLst/>
            </a:prstGeom>
            <a:sp3d prstMaterial="translucentPowder">
              <a:bevelT w="127000" h="25400" prst="softRound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 sz="120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905217A-DA9A-297E-5D9E-27F03D48477D}"/>
                </a:ext>
              </a:extLst>
            </p:cNvPr>
            <p:cNvSpPr txBox="1"/>
            <p:nvPr/>
          </p:nvSpPr>
          <p:spPr>
            <a:xfrm>
              <a:off x="545" y="2958843"/>
              <a:ext cx="2376289" cy="1188144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7940" tIns="27940" rIns="27940" bIns="27940" numCol="1" spcCol="1270" anchor="ctr" anchorCtr="0">
              <a:noAutofit/>
            </a:bodyPr>
            <a:lstStyle/>
            <a:p>
              <a:pPr marL="0" lvl="0" indent="0" algn="ctr" defTabSz="1955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200" dirty="0"/>
                <a:t>Web</a:t>
              </a:r>
              <a:r>
                <a:rPr lang="en-GB" sz="1200" kern="1200" dirty="0"/>
                <a:t>App/ Mobile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2190047B-31E8-BDD9-7317-262002A2721D}"/>
              </a:ext>
            </a:extLst>
          </p:cNvPr>
          <p:cNvGrpSpPr/>
          <p:nvPr/>
        </p:nvGrpSpPr>
        <p:grpSpPr>
          <a:xfrm>
            <a:off x="4337445" y="1832153"/>
            <a:ext cx="2376289" cy="474793"/>
            <a:chOff x="545" y="2958843"/>
            <a:chExt cx="2376289" cy="1188144"/>
          </a:xfrm>
          <a:scene3d>
            <a:camera prst="orthographicFront"/>
            <a:lightRig rig="chilly" dir="t"/>
          </a:scene3d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52442D0-F7F2-C569-A79E-FD57CC0F1B20}"/>
                </a:ext>
              </a:extLst>
            </p:cNvPr>
            <p:cNvSpPr/>
            <p:nvPr/>
          </p:nvSpPr>
          <p:spPr>
            <a:xfrm>
              <a:off x="545" y="2958843"/>
              <a:ext cx="2376289" cy="1188144"/>
            </a:xfrm>
            <a:prstGeom prst="rect">
              <a:avLst/>
            </a:prstGeom>
            <a:sp3d prstMaterial="translucentPowder">
              <a:bevelT w="127000" h="25400" prst="softRound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 sz="120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E1CF1D1-B14C-F56F-0B10-0A518B1E47C4}"/>
                </a:ext>
              </a:extLst>
            </p:cNvPr>
            <p:cNvSpPr txBox="1"/>
            <p:nvPr/>
          </p:nvSpPr>
          <p:spPr>
            <a:xfrm>
              <a:off x="545" y="2958843"/>
              <a:ext cx="2376289" cy="1188144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7940" tIns="27940" rIns="27940" bIns="27940" numCol="1" spcCol="1270" anchor="ctr" anchorCtr="0">
              <a:noAutofit/>
            </a:bodyPr>
            <a:lstStyle/>
            <a:p>
              <a:pPr marL="0" lvl="0" indent="0" algn="ctr" defTabSz="1955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200" kern="1200" dirty="0" err="1"/>
                <a:t>Graphql</a:t>
              </a:r>
              <a:r>
                <a:rPr lang="en-GB" sz="1200" kern="1200" dirty="0"/>
                <a:t> server</a:t>
              </a:r>
            </a:p>
          </p:txBody>
        </p:sp>
      </p:grp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5C54C65-01B1-F6DA-D810-4A20094AC33C}"/>
              </a:ext>
            </a:extLst>
          </p:cNvPr>
          <p:cNvCxnSpPr>
            <a:cxnSpLocks/>
            <a:stCxn id="3" idx="2"/>
            <a:endCxn id="8" idx="0"/>
          </p:cNvCxnSpPr>
          <p:nvPr/>
        </p:nvCxnSpPr>
        <p:spPr>
          <a:xfrm rot="16200000" flipH="1">
            <a:off x="3463044" y="-230393"/>
            <a:ext cx="776646" cy="3348446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73B1416-36A9-C5E7-D4C8-ECAAE89697A8}"/>
              </a:ext>
            </a:extLst>
          </p:cNvPr>
          <p:cNvGrpSpPr/>
          <p:nvPr/>
        </p:nvGrpSpPr>
        <p:grpSpPr>
          <a:xfrm>
            <a:off x="5674205" y="3039702"/>
            <a:ext cx="2376289" cy="474793"/>
            <a:chOff x="545" y="2958843"/>
            <a:chExt cx="2376289" cy="1188144"/>
          </a:xfrm>
          <a:scene3d>
            <a:camera prst="orthographicFront"/>
            <a:lightRig rig="chilly" dir="t"/>
          </a:scene3d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86EB295-6A40-03AA-B5FD-37F8E3434968}"/>
                </a:ext>
              </a:extLst>
            </p:cNvPr>
            <p:cNvSpPr/>
            <p:nvPr/>
          </p:nvSpPr>
          <p:spPr>
            <a:xfrm>
              <a:off x="545" y="2958843"/>
              <a:ext cx="2376289" cy="1188144"/>
            </a:xfrm>
            <a:prstGeom prst="rect">
              <a:avLst/>
            </a:prstGeom>
            <a:sp3d prstMaterial="translucentPowder">
              <a:bevelT w="127000" h="25400" prst="softRound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 sz="120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999BB40-2A6E-AFC6-BAEC-DD25681FB6A5}"/>
                </a:ext>
              </a:extLst>
            </p:cNvPr>
            <p:cNvSpPr txBox="1"/>
            <p:nvPr/>
          </p:nvSpPr>
          <p:spPr>
            <a:xfrm>
              <a:off x="545" y="2958843"/>
              <a:ext cx="2376289" cy="1188144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7940" tIns="27940" rIns="27940" bIns="27940" numCol="1" spcCol="1270" anchor="ctr" anchorCtr="0">
              <a:noAutofit/>
            </a:bodyPr>
            <a:lstStyle/>
            <a:p>
              <a:pPr marL="0" lvl="0" indent="0" algn="ctr" defTabSz="1955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200" dirty="0"/>
                <a:t>HTTP Endpoint</a:t>
              </a:r>
              <a:endParaRPr lang="en-GB" sz="1200" kern="1200" dirty="0"/>
            </a:p>
          </p:txBody>
        </p:sp>
      </p:grpSp>
      <p:cxnSp>
        <p:nvCxnSpPr>
          <p:cNvPr id="16" name="Straight Arrow Connector 9">
            <a:extLst>
              <a:ext uri="{FF2B5EF4-FFF2-40B4-BE49-F238E27FC236}">
                <a16:creationId xmlns:a16="http://schemas.microsoft.com/office/drawing/2014/main" id="{2EBCB01A-6B37-4138-A697-40B94EA730D0}"/>
              </a:ext>
            </a:extLst>
          </p:cNvPr>
          <p:cNvCxnSpPr>
            <a:cxnSpLocks/>
            <a:stCxn id="8" idx="2"/>
            <a:endCxn id="44" idx="1"/>
          </p:cNvCxnSpPr>
          <p:nvPr/>
        </p:nvCxnSpPr>
        <p:spPr>
          <a:xfrm rot="5400000">
            <a:off x="4257870" y="1537436"/>
            <a:ext cx="498210" cy="203723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n 19">
            <a:extLst>
              <a:ext uri="{FF2B5EF4-FFF2-40B4-BE49-F238E27FC236}">
                <a16:creationId xmlns:a16="http://schemas.microsoft.com/office/drawing/2014/main" id="{D0F6A5B3-4AF0-3347-91CC-40D1585CAD56}"/>
              </a:ext>
            </a:extLst>
          </p:cNvPr>
          <p:cNvSpPr/>
          <p:nvPr/>
        </p:nvSpPr>
        <p:spPr>
          <a:xfrm>
            <a:off x="8898568" y="2820945"/>
            <a:ext cx="914400" cy="943887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Status update</a:t>
            </a:r>
          </a:p>
        </p:txBody>
      </p:sp>
      <p:cxnSp>
        <p:nvCxnSpPr>
          <p:cNvPr id="21" name="Straight Arrow Connector 9">
            <a:extLst>
              <a:ext uri="{FF2B5EF4-FFF2-40B4-BE49-F238E27FC236}">
                <a16:creationId xmlns:a16="http://schemas.microsoft.com/office/drawing/2014/main" id="{22445136-C1E3-B068-90B2-E26A0872561E}"/>
              </a:ext>
            </a:extLst>
          </p:cNvPr>
          <p:cNvCxnSpPr>
            <a:cxnSpLocks/>
            <a:stCxn id="15" idx="3"/>
            <a:endCxn id="20" idx="1"/>
          </p:cNvCxnSpPr>
          <p:nvPr/>
        </p:nvCxnSpPr>
        <p:spPr>
          <a:xfrm flipV="1">
            <a:off x="8050494" y="2820945"/>
            <a:ext cx="1305274" cy="456154"/>
          </a:xfrm>
          <a:prstGeom prst="curvedConnector4">
            <a:avLst>
              <a:gd name="adj1" fmla="val 32486"/>
              <a:gd name="adj2" fmla="val 15011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E22C993-19D4-AC31-09C4-0F317BEAD38C}"/>
              </a:ext>
            </a:extLst>
          </p:cNvPr>
          <p:cNvGrpSpPr/>
          <p:nvPr/>
        </p:nvGrpSpPr>
        <p:grpSpPr>
          <a:xfrm>
            <a:off x="5964492" y="4692466"/>
            <a:ext cx="1870903" cy="474793"/>
            <a:chOff x="545" y="2958843"/>
            <a:chExt cx="2376289" cy="1188144"/>
          </a:xfrm>
          <a:scene3d>
            <a:camera prst="orthographicFront"/>
            <a:lightRig rig="chilly" dir="t"/>
          </a:scene3d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78EDE05E-C530-9D2B-5DC0-EB7C1ADC2738}"/>
                </a:ext>
              </a:extLst>
            </p:cNvPr>
            <p:cNvSpPr/>
            <p:nvPr/>
          </p:nvSpPr>
          <p:spPr>
            <a:xfrm>
              <a:off x="545" y="2958843"/>
              <a:ext cx="2376289" cy="1188144"/>
            </a:xfrm>
            <a:prstGeom prst="rect">
              <a:avLst/>
            </a:prstGeom>
            <a:sp3d prstMaterial="translucentPowder">
              <a:bevelT w="127000" h="25400" prst="softRound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 sz="1200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60F78D3-ECEE-316D-3552-B2AFED35DD99}"/>
                </a:ext>
              </a:extLst>
            </p:cNvPr>
            <p:cNvSpPr txBox="1"/>
            <p:nvPr/>
          </p:nvSpPr>
          <p:spPr>
            <a:xfrm>
              <a:off x="545" y="2958843"/>
              <a:ext cx="2376289" cy="1188144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7940" tIns="27940" rIns="27940" bIns="27940" numCol="1" spcCol="1270" anchor="ctr" anchorCtr="0">
              <a:noAutofit/>
            </a:bodyPr>
            <a:lstStyle/>
            <a:p>
              <a:pPr marL="0" lvl="0" indent="0" algn="ctr" defTabSz="1955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200" kern="1200" dirty="0"/>
                <a:t>Banking</a:t>
              </a:r>
              <a:br>
                <a:rPr lang="en-GB" sz="1200" kern="1200" dirty="0"/>
              </a:br>
              <a:r>
                <a:rPr lang="en-GB" sz="1200" kern="1200" dirty="0"/>
                <a:t>Connector</a:t>
              </a:r>
            </a:p>
          </p:txBody>
        </p:sp>
      </p:grpSp>
      <p:cxnSp>
        <p:nvCxnSpPr>
          <p:cNvPr id="41" name="Straight Arrow Connector 9">
            <a:extLst>
              <a:ext uri="{FF2B5EF4-FFF2-40B4-BE49-F238E27FC236}">
                <a16:creationId xmlns:a16="http://schemas.microsoft.com/office/drawing/2014/main" id="{F539D029-7FE2-46BC-767E-BBD338E90D06}"/>
              </a:ext>
            </a:extLst>
          </p:cNvPr>
          <p:cNvCxnSpPr>
            <a:cxnSpLocks/>
            <a:stCxn id="15" idx="2"/>
            <a:endCxn id="36" idx="0"/>
          </p:cNvCxnSpPr>
          <p:nvPr/>
        </p:nvCxnSpPr>
        <p:spPr>
          <a:xfrm rot="16200000" flipH="1">
            <a:off x="6292162" y="4084683"/>
            <a:ext cx="1177971" cy="37594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Can 43">
            <a:extLst>
              <a:ext uri="{FF2B5EF4-FFF2-40B4-BE49-F238E27FC236}">
                <a16:creationId xmlns:a16="http://schemas.microsoft.com/office/drawing/2014/main" id="{C7E758C5-31E0-E432-5FCB-5FBA202F2820}"/>
              </a:ext>
            </a:extLst>
          </p:cNvPr>
          <p:cNvSpPr/>
          <p:nvPr/>
        </p:nvSpPr>
        <p:spPr>
          <a:xfrm>
            <a:off x="3031160" y="2805156"/>
            <a:ext cx="914400" cy="943887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Payment Database</a:t>
            </a:r>
          </a:p>
        </p:txBody>
      </p:sp>
      <p:cxnSp>
        <p:nvCxnSpPr>
          <p:cNvPr id="45" name="Straight Arrow Connector 9">
            <a:extLst>
              <a:ext uri="{FF2B5EF4-FFF2-40B4-BE49-F238E27FC236}">
                <a16:creationId xmlns:a16="http://schemas.microsoft.com/office/drawing/2014/main" id="{D165F126-5EC7-4C1D-5FD9-82CF74874190}"/>
              </a:ext>
            </a:extLst>
          </p:cNvPr>
          <p:cNvCxnSpPr>
            <a:cxnSpLocks/>
            <a:stCxn id="8" idx="2"/>
            <a:endCxn id="15" idx="0"/>
          </p:cNvCxnSpPr>
          <p:nvPr/>
        </p:nvCxnSpPr>
        <p:spPr>
          <a:xfrm rot="16200000" flipH="1">
            <a:off x="5827592" y="2004944"/>
            <a:ext cx="732756" cy="133676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65F2A8A4-5DDF-CA95-12B1-79A608D64261}"/>
              </a:ext>
            </a:extLst>
          </p:cNvPr>
          <p:cNvSpPr txBox="1"/>
          <p:nvPr/>
        </p:nvSpPr>
        <p:spPr>
          <a:xfrm>
            <a:off x="3636693" y="1187821"/>
            <a:ext cx="17974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Payment request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E261E4F-854E-59BD-449F-92E4BEDCCC7D}"/>
              </a:ext>
            </a:extLst>
          </p:cNvPr>
          <p:cNvSpPr txBox="1"/>
          <p:nvPr/>
        </p:nvSpPr>
        <p:spPr>
          <a:xfrm>
            <a:off x="6644924" y="2579602"/>
            <a:ext cx="17974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Transaction details</a:t>
            </a:r>
          </a:p>
        </p:txBody>
      </p:sp>
      <p:grpSp>
        <p:nvGrpSpPr>
          <p:cNvPr id="1028" name="Group 1027">
            <a:extLst>
              <a:ext uri="{FF2B5EF4-FFF2-40B4-BE49-F238E27FC236}">
                <a16:creationId xmlns:a16="http://schemas.microsoft.com/office/drawing/2014/main" id="{0E714FE1-F840-6099-5FA9-B677325A6081}"/>
              </a:ext>
            </a:extLst>
          </p:cNvPr>
          <p:cNvGrpSpPr/>
          <p:nvPr/>
        </p:nvGrpSpPr>
        <p:grpSpPr>
          <a:xfrm>
            <a:off x="3944245" y="4692466"/>
            <a:ext cx="1870903" cy="474793"/>
            <a:chOff x="545" y="2958843"/>
            <a:chExt cx="2376289" cy="1188144"/>
          </a:xfrm>
          <a:scene3d>
            <a:camera prst="orthographicFront"/>
            <a:lightRig rig="chilly" dir="t"/>
          </a:scene3d>
        </p:grpSpPr>
        <p:sp>
          <p:nvSpPr>
            <p:cNvPr id="1029" name="Rectangle 1028">
              <a:extLst>
                <a:ext uri="{FF2B5EF4-FFF2-40B4-BE49-F238E27FC236}">
                  <a16:creationId xmlns:a16="http://schemas.microsoft.com/office/drawing/2014/main" id="{4E7B732C-52EE-4351-F9D5-844A4FA0DFF7}"/>
                </a:ext>
              </a:extLst>
            </p:cNvPr>
            <p:cNvSpPr/>
            <p:nvPr/>
          </p:nvSpPr>
          <p:spPr>
            <a:xfrm>
              <a:off x="545" y="2958843"/>
              <a:ext cx="2376289" cy="1188144"/>
            </a:xfrm>
            <a:prstGeom prst="rect">
              <a:avLst/>
            </a:prstGeom>
            <a:sp3d prstMaterial="translucentPowder">
              <a:bevelT w="127000" h="25400" prst="softRound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 sz="1200"/>
            </a:p>
          </p:txBody>
        </p:sp>
        <p:sp>
          <p:nvSpPr>
            <p:cNvPr id="1030" name="TextBox 1029">
              <a:extLst>
                <a:ext uri="{FF2B5EF4-FFF2-40B4-BE49-F238E27FC236}">
                  <a16:creationId xmlns:a16="http://schemas.microsoft.com/office/drawing/2014/main" id="{999CAECF-6960-AE6D-3102-6D6B0040E55F}"/>
                </a:ext>
              </a:extLst>
            </p:cNvPr>
            <p:cNvSpPr txBox="1"/>
            <p:nvPr/>
          </p:nvSpPr>
          <p:spPr>
            <a:xfrm>
              <a:off x="545" y="2958843"/>
              <a:ext cx="2376289" cy="1188144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7940" tIns="27940" rIns="27940" bIns="27940" numCol="1" spcCol="1270" anchor="ctr" anchorCtr="0">
              <a:noAutofit/>
            </a:bodyPr>
            <a:lstStyle/>
            <a:p>
              <a:pPr marL="0" lvl="0" indent="0" algn="ctr" defTabSz="1955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200" kern="1200" dirty="0"/>
                <a:t>Compliance checks</a:t>
              </a:r>
            </a:p>
          </p:txBody>
        </p:sp>
      </p:grpSp>
      <p:grpSp>
        <p:nvGrpSpPr>
          <p:cNvPr id="1031" name="Group 1030">
            <a:extLst>
              <a:ext uri="{FF2B5EF4-FFF2-40B4-BE49-F238E27FC236}">
                <a16:creationId xmlns:a16="http://schemas.microsoft.com/office/drawing/2014/main" id="{B40FE6A4-8FDB-B9A8-9CD1-1AD924046FA6}"/>
              </a:ext>
            </a:extLst>
          </p:cNvPr>
          <p:cNvGrpSpPr/>
          <p:nvPr/>
        </p:nvGrpSpPr>
        <p:grpSpPr>
          <a:xfrm>
            <a:off x="1923998" y="4692466"/>
            <a:ext cx="1870903" cy="474793"/>
            <a:chOff x="545" y="2958843"/>
            <a:chExt cx="2376289" cy="1188144"/>
          </a:xfrm>
          <a:scene3d>
            <a:camera prst="orthographicFront"/>
            <a:lightRig rig="chilly" dir="t"/>
          </a:scene3d>
        </p:grpSpPr>
        <p:sp>
          <p:nvSpPr>
            <p:cNvPr id="1032" name="Rectangle 1031">
              <a:extLst>
                <a:ext uri="{FF2B5EF4-FFF2-40B4-BE49-F238E27FC236}">
                  <a16:creationId xmlns:a16="http://schemas.microsoft.com/office/drawing/2014/main" id="{5B646022-D141-6FCD-5716-FC167EEA858C}"/>
                </a:ext>
              </a:extLst>
            </p:cNvPr>
            <p:cNvSpPr/>
            <p:nvPr/>
          </p:nvSpPr>
          <p:spPr>
            <a:xfrm>
              <a:off x="545" y="2958843"/>
              <a:ext cx="2376289" cy="1188144"/>
            </a:xfrm>
            <a:prstGeom prst="rect">
              <a:avLst/>
            </a:prstGeom>
            <a:sp3d prstMaterial="translucentPowder">
              <a:bevelT w="127000" h="25400" prst="softRound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 sz="1200"/>
            </a:p>
          </p:txBody>
        </p:sp>
        <p:sp>
          <p:nvSpPr>
            <p:cNvPr id="1033" name="TextBox 1032">
              <a:extLst>
                <a:ext uri="{FF2B5EF4-FFF2-40B4-BE49-F238E27FC236}">
                  <a16:creationId xmlns:a16="http://schemas.microsoft.com/office/drawing/2014/main" id="{61ECC839-834F-A42A-35E5-7AFA4E10AD0D}"/>
                </a:ext>
              </a:extLst>
            </p:cNvPr>
            <p:cNvSpPr txBox="1"/>
            <p:nvPr/>
          </p:nvSpPr>
          <p:spPr>
            <a:xfrm>
              <a:off x="545" y="2958843"/>
              <a:ext cx="2376289" cy="1188144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7940" tIns="27940" rIns="27940" bIns="27940" numCol="1" spcCol="1270" anchor="ctr" anchorCtr="0">
              <a:noAutofit/>
            </a:bodyPr>
            <a:lstStyle/>
            <a:p>
              <a:pPr marL="0" lvl="0" indent="0" algn="ctr" defTabSz="1955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200" kern="1200" dirty="0"/>
                <a:t>Validation checks</a:t>
              </a:r>
            </a:p>
          </p:txBody>
        </p:sp>
      </p:grpSp>
      <p:cxnSp>
        <p:nvCxnSpPr>
          <p:cNvPr id="1034" name="Straight Arrow Connector 9">
            <a:extLst>
              <a:ext uri="{FF2B5EF4-FFF2-40B4-BE49-F238E27FC236}">
                <a16:creationId xmlns:a16="http://schemas.microsoft.com/office/drawing/2014/main" id="{CBA22003-0B25-DD73-BC10-4C7B8DB3CA5F}"/>
              </a:ext>
            </a:extLst>
          </p:cNvPr>
          <p:cNvCxnSpPr>
            <a:cxnSpLocks/>
            <a:stCxn id="15" idx="2"/>
            <a:endCxn id="1033" idx="0"/>
          </p:cNvCxnSpPr>
          <p:nvPr/>
        </p:nvCxnSpPr>
        <p:spPr>
          <a:xfrm rot="5400000">
            <a:off x="4271915" y="2102030"/>
            <a:ext cx="1177971" cy="400290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9" name="Straight Arrow Connector 9">
            <a:extLst>
              <a:ext uri="{FF2B5EF4-FFF2-40B4-BE49-F238E27FC236}">
                <a16:creationId xmlns:a16="http://schemas.microsoft.com/office/drawing/2014/main" id="{F0EF1A63-DC28-7FDA-4D99-615DADF135E4}"/>
              </a:ext>
            </a:extLst>
          </p:cNvPr>
          <p:cNvCxnSpPr>
            <a:cxnSpLocks/>
            <a:stCxn id="15" idx="2"/>
            <a:endCxn id="1030" idx="0"/>
          </p:cNvCxnSpPr>
          <p:nvPr/>
        </p:nvCxnSpPr>
        <p:spPr>
          <a:xfrm rot="5400000">
            <a:off x="5282039" y="3112154"/>
            <a:ext cx="1177971" cy="1982653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2" name="TextBox 1041">
            <a:extLst>
              <a:ext uri="{FF2B5EF4-FFF2-40B4-BE49-F238E27FC236}">
                <a16:creationId xmlns:a16="http://schemas.microsoft.com/office/drawing/2014/main" id="{1FE3DCF9-C5D1-BBCB-2A29-A08449375585}"/>
              </a:ext>
            </a:extLst>
          </p:cNvPr>
          <p:cNvSpPr txBox="1"/>
          <p:nvPr/>
        </p:nvSpPr>
        <p:spPr>
          <a:xfrm>
            <a:off x="2974975" y="4168256"/>
            <a:ext cx="2624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1</a:t>
            </a:r>
          </a:p>
        </p:txBody>
      </p:sp>
      <p:grpSp>
        <p:nvGrpSpPr>
          <p:cNvPr id="1043" name="Group 1042">
            <a:extLst>
              <a:ext uri="{FF2B5EF4-FFF2-40B4-BE49-F238E27FC236}">
                <a16:creationId xmlns:a16="http://schemas.microsoft.com/office/drawing/2014/main" id="{DC3E59D3-BD19-0C36-505E-8F7EC896AFDB}"/>
              </a:ext>
            </a:extLst>
          </p:cNvPr>
          <p:cNvGrpSpPr/>
          <p:nvPr/>
        </p:nvGrpSpPr>
        <p:grpSpPr>
          <a:xfrm>
            <a:off x="7984740" y="4689084"/>
            <a:ext cx="1870903" cy="474793"/>
            <a:chOff x="545" y="2958843"/>
            <a:chExt cx="2376289" cy="1188144"/>
          </a:xfrm>
          <a:scene3d>
            <a:camera prst="orthographicFront"/>
            <a:lightRig rig="chilly" dir="t"/>
          </a:scene3d>
        </p:grpSpPr>
        <p:sp>
          <p:nvSpPr>
            <p:cNvPr id="1044" name="Rectangle 1043">
              <a:extLst>
                <a:ext uri="{FF2B5EF4-FFF2-40B4-BE49-F238E27FC236}">
                  <a16:creationId xmlns:a16="http://schemas.microsoft.com/office/drawing/2014/main" id="{A28E127F-A8B7-90F3-9DD2-FA65885FF558}"/>
                </a:ext>
              </a:extLst>
            </p:cNvPr>
            <p:cNvSpPr/>
            <p:nvPr/>
          </p:nvSpPr>
          <p:spPr>
            <a:xfrm>
              <a:off x="545" y="2958843"/>
              <a:ext cx="2376289" cy="1188144"/>
            </a:xfrm>
            <a:prstGeom prst="rect">
              <a:avLst/>
            </a:prstGeom>
            <a:sp3d prstMaterial="translucentPowder">
              <a:bevelT w="127000" h="25400" prst="softRound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 sz="1200"/>
            </a:p>
          </p:txBody>
        </p:sp>
        <p:sp>
          <p:nvSpPr>
            <p:cNvPr id="1045" name="TextBox 1044">
              <a:extLst>
                <a:ext uri="{FF2B5EF4-FFF2-40B4-BE49-F238E27FC236}">
                  <a16:creationId xmlns:a16="http://schemas.microsoft.com/office/drawing/2014/main" id="{46EFBC5D-8935-E6AB-ED57-767A2D6866A7}"/>
                </a:ext>
              </a:extLst>
            </p:cNvPr>
            <p:cNvSpPr txBox="1"/>
            <p:nvPr/>
          </p:nvSpPr>
          <p:spPr>
            <a:xfrm>
              <a:off x="545" y="2958843"/>
              <a:ext cx="2376289" cy="1188144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7940" tIns="27940" rIns="27940" bIns="27940" numCol="1" spcCol="1270" anchor="ctr" anchorCtr="0">
              <a:noAutofit/>
            </a:bodyPr>
            <a:lstStyle/>
            <a:p>
              <a:pPr marL="0" lvl="0" indent="0" algn="ctr" defTabSz="1955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200" kern="1200" dirty="0"/>
                <a:t>Ledger</a:t>
              </a:r>
            </a:p>
          </p:txBody>
        </p:sp>
      </p:grpSp>
      <p:sp>
        <p:nvSpPr>
          <p:cNvPr id="1046" name="TextBox 1045">
            <a:extLst>
              <a:ext uri="{FF2B5EF4-FFF2-40B4-BE49-F238E27FC236}">
                <a16:creationId xmlns:a16="http://schemas.microsoft.com/office/drawing/2014/main" id="{9A59C632-5C87-1266-5913-E3906E437026}"/>
              </a:ext>
            </a:extLst>
          </p:cNvPr>
          <p:cNvSpPr txBox="1"/>
          <p:nvPr/>
        </p:nvSpPr>
        <p:spPr>
          <a:xfrm>
            <a:off x="4845578" y="4208433"/>
            <a:ext cx="2624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2</a:t>
            </a:r>
          </a:p>
        </p:txBody>
      </p:sp>
      <p:sp>
        <p:nvSpPr>
          <p:cNvPr id="1047" name="TextBox 1046">
            <a:extLst>
              <a:ext uri="{FF2B5EF4-FFF2-40B4-BE49-F238E27FC236}">
                <a16:creationId xmlns:a16="http://schemas.microsoft.com/office/drawing/2014/main" id="{2D53D1D0-656F-F365-12A2-F1AC36694B78}"/>
              </a:ext>
            </a:extLst>
          </p:cNvPr>
          <p:cNvSpPr txBox="1"/>
          <p:nvPr/>
        </p:nvSpPr>
        <p:spPr>
          <a:xfrm>
            <a:off x="6687029" y="4217673"/>
            <a:ext cx="2624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3</a:t>
            </a:r>
          </a:p>
        </p:txBody>
      </p:sp>
      <p:sp>
        <p:nvSpPr>
          <p:cNvPr id="1048" name="TextBox 1047">
            <a:extLst>
              <a:ext uri="{FF2B5EF4-FFF2-40B4-BE49-F238E27FC236}">
                <a16:creationId xmlns:a16="http://schemas.microsoft.com/office/drawing/2014/main" id="{1D3F4ABA-8677-5A19-68BF-DB2A996F0D7F}"/>
              </a:ext>
            </a:extLst>
          </p:cNvPr>
          <p:cNvSpPr txBox="1"/>
          <p:nvPr/>
        </p:nvSpPr>
        <p:spPr>
          <a:xfrm>
            <a:off x="8407257" y="4240118"/>
            <a:ext cx="2624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4</a:t>
            </a:r>
          </a:p>
        </p:txBody>
      </p:sp>
      <p:cxnSp>
        <p:nvCxnSpPr>
          <p:cNvPr id="1051" name="Straight Arrow Connector 9">
            <a:extLst>
              <a:ext uri="{FF2B5EF4-FFF2-40B4-BE49-F238E27FC236}">
                <a16:creationId xmlns:a16="http://schemas.microsoft.com/office/drawing/2014/main" id="{DF6E749E-C558-1ADC-BFA0-3252B5126722}"/>
              </a:ext>
            </a:extLst>
          </p:cNvPr>
          <p:cNvCxnSpPr>
            <a:cxnSpLocks/>
            <a:stCxn id="15" idx="2"/>
            <a:endCxn id="1045" idx="0"/>
          </p:cNvCxnSpPr>
          <p:nvPr/>
        </p:nvCxnSpPr>
        <p:spPr>
          <a:xfrm rot="16200000" flipH="1">
            <a:off x="7303977" y="3072868"/>
            <a:ext cx="1174589" cy="2057842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57" name="Group 1056">
            <a:extLst>
              <a:ext uri="{FF2B5EF4-FFF2-40B4-BE49-F238E27FC236}">
                <a16:creationId xmlns:a16="http://schemas.microsoft.com/office/drawing/2014/main" id="{02CAD851-AC32-8BB6-BB78-D10EBEE65460}"/>
              </a:ext>
            </a:extLst>
          </p:cNvPr>
          <p:cNvGrpSpPr/>
          <p:nvPr/>
        </p:nvGrpSpPr>
        <p:grpSpPr>
          <a:xfrm>
            <a:off x="9955499" y="4689084"/>
            <a:ext cx="1870903" cy="474793"/>
            <a:chOff x="545" y="2958843"/>
            <a:chExt cx="2376289" cy="1188144"/>
          </a:xfrm>
          <a:scene3d>
            <a:camera prst="orthographicFront"/>
            <a:lightRig rig="chilly" dir="t"/>
          </a:scene3d>
        </p:grpSpPr>
        <p:sp>
          <p:nvSpPr>
            <p:cNvPr id="1058" name="Rectangle 1057">
              <a:extLst>
                <a:ext uri="{FF2B5EF4-FFF2-40B4-BE49-F238E27FC236}">
                  <a16:creationId xmlns:a16="http://schemas.microsoft.com/office/drawing/2014/main" id="{365C89E5-86BE-0D3F-23B4-32E01893F407}"/>
                </a:ext>
              </a:extLst>
            </p:cNvPr>
            <p:cNvSpPr/>
            <p:nvPr/>
          </p:nvSpPr>
          <p:spPr>
            <a:xfrm>
              <a:off x="545" y="2958843"/>
              <a:ext cx="2376289" cy="1188144"/>
            </a:xfrm>
            <a:prstGeom prst="rect">
              <a:avLst/>
            </a:prstGeom>
            <a:sp3d prstMaterial="translucentPowder">
              <a:bevelT w="127000" h="25400" prst="softRound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 sz="1200"/>
            </a:p>
          </p:txBody>
        </p:sp>
        <p:sp>
          <p:nvSpPr>
            <p:cNvPr id="1059" name="TextBox 1058">
              <a:extLst>
                <a:ext uri="{FF2B5EF4-FFF2-40B4-BE49-F238E27FC236}">
                  <a16:creationId xmlns:a16="http://schemas.microsoft.com/office/drawing/2014/main" id="{564515E5-468B-1584-A1DA-4B7723ABABF3}"/>
                </a:ext>
              </a:extLst>
            </p:cNvPr>
            <p:cNvSpPr txBox="1"/>
            <p:nvPr/>
          </p:nvSpPr>
          <p:spPr>
            <a:xfrm>
              <a:off x="545" y="2958843"/>
              <a:ext cx="2376289" cy="1188144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7940" tIns="27940" rIns="27940" bIns="27940" numCol="1" spcCol="1270" anchor="ctr" anchorCtr="0">
              <a:noAutofit/>
            </a:bodyPr>
            <a:lstStyle/>
            <a:p>
              <a:pPr marL="0" lvl="0" indent="0" algn="ctr" defTabSz="1955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200" kern="1200" dirty="0"/>
                <a:t>Notify UI</a:t>
              </a:r>
            </a:p>
          </p:txBody>
        </p:sp>
      </p:grpSp>
      <p:cxnSp>
        <p:nvCxnSpPr>
          <p:cNvPr id="1060" name="Straight Arrow Connector 9">
            <a:extLst>
              <a:ext uri="{FF2B5EF4-FFF2-40B4-BE49-F238E27FC236}">
                <a16:creationId xmlns:a16="http://schemas.microsoft.com/office/drawing/2014/main" id="{FF963ADF-0C34-280D-0AB0-3D26ECB7E1A2}"/>
              </a:ext>
            </a:extLst>
          </p:cNvPr>
          <p:cNvCxnSpPr>
            <a:cxnSpLocks/>
            <a:stCxn id="15" idx="2"/>
            <a:endCxn id="1059" idx="0"/>
          </p:cNvCxnSpPr>
          <p:nvPr/>
        </p:nvCxnSpPr>
        <p:spPr>
          <a:xfrm rot="16200000" flipH="1">
            <a:off x="8289356" y="2087488"/>
            <a:ext cx="1174589" cy="4028601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237129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62023C-5A96-4353-571C-13AF96A35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4737427-A0D1-9C48-316E-44720220AB21}"/>
              </a:ext>
            </a:extLst>
          </p:cNvPr>
          <p:cNvGrpSpPr/>
          <p:nvPr/>
        </p:nvGrpSpPr>
        <p:grpSpPr>
          <a:xfrm>
            <a:off x="2225017" y="534448"/>
            <a:ext cx="2376289" cy="474793"/>
            <a:chOff x="545" y="2958843"/>
            <a:chExt cx="2376289" cy="1188144"/>
          </a:xfrm>
          <a:scene3d>
            <a:camera prst="orthographicFront"/>
            <a:lightRig rig="chilly" dir="t"/>
          </a:scene3d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91BFB81F-695D-7429-49B4-411740772885}"/>
                </a:ext>
              </a:extLst>
            </p:cNvPr>
            <p:cNvSpPr/>
            <p:nvPr/>
          </p:nvSpPr>
          <p:spPr>
            <a:xfrm>
              <a:off x="545" y="2958843"/>
              <a:ext cx="2376289" cy="1188144"/>
            </a:xfrm>
            <a:prstGeom prst="rect">
              <a:avLst/>
            </a:prstGeom>
            <a:sp3d prstMaterial="translucentPowder">
              <a:bevelT w="127000" h="25400" prst="softRound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 sz="120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A17B7D4-D723-3A9C-6EE5-92B25D6CE75B}"/>
                </a:ext>
              </a:extLst>
            </p:cNvPr>
            <p:cNvSpPr txBox="1"/>
            <p:nvPr/>
          </p:nvSpPr>
          <p:spPr>
            <a:xfrm>
              <a:off x="545" y="2958843"/>
              <a:ext cx="2376289" cy="1188144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7940" tIns="27940" rIns="27940" bIns="27940" numCol="1" spcCol="1270" anchor="ctr" anchorCtr="0">
              <a:noAutofit/>
            </a:bodyPr>
            <a:lstStyle/>
            <a:p>
              <a:pPr marL="0" lvl="0" indent="0" algn="ctr" defTabSz="1955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200" dirty="0"/>
                <a:t>Web</a:t>
              </a:r>
              <a:r>
                <a:rPr lang="en-GB" sz="1200" kern="1200" dirty="0"/>
                <a:t>App/ Mobile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647CCAB8-F692-FA81-5576-DBF059B3F681}"/>
              </a:ext>
            </a:extLst>
          </p:cNvPr>
          <p:cNvGrpSpPr/>
          <p:nvPr/>
        </p:nvGrpSpPr>
        <p:grpSpPr>
          <a:xfrm>
            <a:off x="978102" y="1810207"/>
            <a:ext cx="2376289" cy="474793"/>
            <a:chOff x="545" y="2958843"/>
            <a:chExt cx="2376289" cy="1188144"/>
          </a:xfrm>
          <a:scene3d>
            <a:camera prst="orthographicFront"/>
            <a:lightRig rig="chilly" dir="t"/>
          </a:scene3d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2C890F5-0E79-4C28-9E1C-66B8816122B2}"/>
                </a:ext>
              </a:extLst>
            </p:cNvPr>
            <p:cNvSpPr/>
            <p:nvPr/>
          </p:nvSpPr>
          <p:spPr>
            <a:xfrm>
              <a:off x="545" y="2958843"/>
              <a:ext cx="2376289" cy="1188144"/>
            </a:xfrm>
            <a:prstGeom prst="rect">
              <a:avLst/>
            </a:prstGeom>
            <a:sp3d prstMaterial="translucentPowder">
              <a:bevelT w="127000" h="25400" prst="softRound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 sz="120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F6ECAD1-C376-1771-985F-446D117D6790}"/>
                </a:ext>
              </a:extLst>
            </p:cNvPr>
            <p:cNvSpPr txBox="1"/>
            <p:nvPr/>
          </p:nvSpPr>
          <p:spPr>
            <a:xfrm>
              <a:off x="545" y="2958843"/>
              <a:ext cx="2376289" cy="1188144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7940" tIns="27940" rIns="27940" bIns="27940" numCol="1" spcCol="1270" anchor="ctr" anchorCtr="0">
              <a:noAutofit/>
            </a:bodyPr>
            <a:lstStyle/>
            <a:p>
              <a:pPr marL="0" lvl="0" indent="0" algn="ctr" defTabSz="1955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200" kern="1200" dirty="0" err="1"/>
                <a:t>Graphql</a:t>
              </a:r>
              <a:r>
                <a:rPr lang="en-GB" sz="1200" kern="1200" dirty="0"/>
                <a:t> server</a:t>
              </a:r>
            </a:p>
          </p:txBody>
        </p:sp>
      </p:grp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1511235-1C80-4BCF-EF97-4AE30BF2B8D1}"/>
              </a:ext>
            </a:extLst>
          </p:cNvPr>
          <p:cNvCxnSpPr>
            <a:cxnSpLocks/>
            <a:stCxn id="3" idx="2"/>
            <a:endCxn id="8" idx="0"/>
          </p:cNvCxnSpPr>
          <p:nvPr/>
        </p:nvCxnSpPr>
        <p:spPr>
          <a:xfrm rot="5400000">
            <a:off x="2389222" y="786267"/>
            <a:ext cx="800966" cy="1246915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AB51C57-9AE4-15CF-E067-D0D8D40B1CA9}"/>
              </a:ext>
            </a:extLst>
          </p:cNvPr>
          <p:cNvGrpSpPr/>
          <p:nvPr/>
        </p:nvGrpSpPr>
        <p:grpSpPr>
          <a:xfrm>
            <a:off x="1012936" y="2981979"/>
            <a:ext cx="2376289" cy="474793"/>
            <a:chOff x="545" y="2958843"/>
            <a:chExt cx="2376289" cy="1188144"/>
          </a:xfrm>
          <a:scene3d>
            <a:camera prst="orthographicFront"/>
            <a:lightRig rig="chilly" dir="t"/>
          </a:scene3d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4EBD58C-00CB-FD52-88E9-0FEF560EDE31}"/>
                </a:ext>
              </a:extLst>
            </p:cNvPr>
            <p:cNvSpPr/>
            <p:nvPr/>
          </p:nvSpPr>
          <p:spPr>
            <a:xfrm>
              <a:off x="545" y="2958843"/>
              <a:ext cx="2376289" cy="1188144"/>
            </a:xfrm>
            <a:prstGeom prst="rect">
              <a:avLst/>
            </a:prstGeom>
            <a:sp3d prstMaterial="translucentPowder">
              <a:bevelT w="127000" h="25400" prst="softRound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 sz="120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BFDD759-68FF-4012-1F4E-0DE36575F33F}"/>
                </a:ext>
              </a:extLst>
            </p:cNvPr>
            <p:cNvSpPr txBox="1"/>
            <p:nvPr/>
          </p:nvSpPr>
          <p:spPr>
            <a:xfrm>
              <a:off x="545" y="2958843"/>
              <a:ext cx="2376289" cy="1188144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7940" tIns="27940" rIns="27940" bIns="27940" numCol="1" spcCol="1270" anchor="ctr" anchorCtr="0">
              <a:noAutofit/>
            </a:bodyPr>
            <a:lstStyle/>
            <a:p>
              <a:pPr marL="0" lvl="0" indent="0" algn="ctr" defTabSz="1955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200" dirty="0"/>
                <a:t>FX Connector GET Endpoint</a:t>
              </a:r>
              <a:endParaRPr lang="en-GB" sz="1200" kern="1200" dirty="0"/>
            </a:p>
          </p:txBody>
        </p:sp>
      </p:grpSp>
      <p:cxnSp>
        <p:nvCxnSpPr>
          <p:cNvPr id="16" name="Straight Arrow Connector 9">
            <a:extLst>
              <a:ext uri="{FF2B5EF4-FFF2-40B4-BE49-F238E27FC236}">
                <a16:creationId xmlns:a16="http://schemas.microsoft.com/office/drawing/2014/main" id="{51139CB1-6299-A477-64B4-FBBEC1B408D5}"/>
              </a:ext>
            </a:extLst>
          </p:cNvPr>
          <p:cNvCxnSpPr>
            <a:cxnSpLocks/>
            <a:stCxn id="11" idx="3"/>
            <a:endCxn id="44" idx="1"/>
          </p:cNvCxnSpPr>
          <p:nvPr/>
        </p:nvCxnSpPr>
        <p:spPr>
          <a:xfrm flipV="1">
            <a:off x="5964492" y="1469208"/>
            <a:ext cx="1179737" cy="584597"/>
          </a:xfrm>
          <a:prstGeom prst="curvedConnector4">
            <a:avLst>
              <a:gd name="adj1" fmla="val 30623"/>
              <a:gd name="adj2" fmla="val 13910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n 19">
            <a:extLst>
              <a:ext uri="{FF2B5EF4-FFF2-40B4-BE49-F238E27FC236}">
                <a16:creationId xmlns:a16="http://schemas.microsoft.com/office/drawing/2014/main" id="{BE68FFF5-53F8-73C7-9177-B3F6C88746A1}"/>
              </a:ext>
            </a:extLst>
          </p:cNvPr>
          <p:cNvSpPr/>
          <p:nvPr/>
        </p:nvSpPr>
        <p:spPr>
          <a:xfrm>
            <a:off x="7466407" y="3173218"/>
            <a:ext cx="914400" cy="943887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FX database</a:t>
            </a:r>
          </a:p>
        </p:txBody>
      </p:sp>
      <p:cxnSp>
        <p:nvCxnSpPr>
          <p:cNvPr id="21" name="Straight Arrow Connector 9">
            <a:extLst>
              <a:ext uri="{FF2B5EF4-FFF2-40B4-BE49-F238E27FC236}">
                <a16:creationId xmlns:a16="http://schemas.microsoft.com/office/drawing/2014/main" id="{9851AF8C-2545-FA07-232B-FBD1FA01DA41}"/>
              </a:ext>
            </a:extLst>
          </p:cNvPr>
          <p:cNvCxnSpPr>
            <a:cxnSpLocks/>
            <a:stCxn id="32" idx="2"/>
            <a:endCxn id="20" idx="1"/>
          </p:cNvCxnSpPr>
          <p:nvPr/>
        </p:nvCxnSpPr>
        <p:spPr>
          <a:xfrm rot="5400000" flipH="1" flipV="1">
            <a:off x="6247080" y="1759883"/>
            <a:ext cx="263191" cy="3089862"/>
          </a:xfrm>
          <a:prstGeom prst="curvedConnector5">
            <a:avLst>
              <a:gd name="adj1" fmla="val -86857"/>
              <a:gd name="adj2" fmla="val 61828"/>
              <a:gd name="adj3" fmla="val 18685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Can 43">
            <a:extLst>
              <a:ext uri="{FF2B5EF4-FFF2-40B4-BE49-F238E27FC236}">
                <a16:creationId xmlns:a16="http://schemas.microsoft.com/office/drawing/2014/main" id="{5845AC62-DF8F-616A-6151-E324A26F02F7}"/>
              </a:ext>
            </a:extLst>
          </p:cNvPr>
          <p:cNvSpPr/>
          <p:nvPr/>
        </p:nvSpPr>
        <p:spPr>
          <a:xfrm>
            <a:off x="6687029" y="1469208"/>
            <a:ext cx="914400" cy="943887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FX Database</a:t>
            </a:r>
          </a:p>
        </p:txBody>
      </p:sp>
      <p:cxnSp>
        <p:nvCxnSpPr>
          <p:cNvPr id="45" name="Straight Arrow Connector 9">
            <a:extLst>
              <a:ext uri="{FF2B5EF4-FFF2-40B4-BE49-F238E27FC236}">
                <a16:creationId xmlns:a16="http://schemas.microsoft.com/office/drawing/2014/main" id="{A92AA78E-5DC3-98A0-965E-397B5BF76956}"/>
              </a:ext>
            </a:extLst>
          </p:cNvPr>
          <p:cNvCxnSpPr>
            <a:cxnSpLocks/>
            <a:stCxn id="8" idx="2"/>
            <a:endCxn id="15" idx="0"/>
          </p:cNvCxnSpPr>
          <p:nvPr/>
        </p:nvCxnSpPr>
        <p:spPr>
          <a:xfrm rot="16200000" flipH="1">
            <a:off x="1835175" y="2616072"/>
            <a:ext cx="696979" cy="34834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C9547F47-0721-9BDA-03A5-8744A3A48824}"/>
              </a:ext>
            </a:extLst>
          </p:cNvPr>
          <p:cNvSpPr txBox="1"/>
          <p:nvPr/>
        </p:nvSpPr>
        <p:spPr>
          <a:xfrm>
            <a:off x="1457362" y="1168260"/>
            <a:ext cx="17974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FX quote request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62EFBF6-FEB0-DC07-4163-034D970B06BB}"/>
              </a:ext>
            </a:extLst>
          </p:cNvPr>
          <p:cNvSpPr txBox="1"/>
          <p:nvPr/>
        </p:nvSpPr>
        <p:spPr>
          <a:xfrm>
            <a:off x="5833076" y="2483296"/>
            <a:ext cx="17974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Transaction details</a:t>
            </a:r>
          </a:p>
        </p:txBody>
      </p:sp>
      <p:cxnSp>
        <p:nvCxnSpPr>
          <p:cNvPr id="1034" name="Straight Arrow Connector 9">
            <a:extLst>
              <a:ext uri="{FF2B5EF4-FFF2-40B4-BE49-F238E27FC236}">
                <a16:creationId xmlns:a16="http://schemas.microsoft.com/office/drawing/2014/main" id="{36FB37C5-18CB-78A1-500D-30107EED8577}"/>
              </a:ext>
            </a:extLst>
          </p:cNvPr>
          <p:cNvCxnSpPr>
            <a:cxnSpLocks/>
            <a:stCxn id="15" idx="2"/>
            <a:endCxn id="43" idx="0"/>
          </p:cNvCxnSpPr>
          <p:nvPr/>
        </p:nvCxnSpPr>
        <p:spPr>
          <a:xfrm rot="16200000" flipH="1">
            <a:off x="2380295" y="3277557"/>
            <a:ext cx="1110028" cy="1468457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9" name="Straight Arrow Connector 9">
            <a:extLst>
              <a:ext uri="{FF2B5EF4-FFF2-40B4-BE49-F238E27FC236}">
                <a16:creationId xmlns:a16="http://schemas.microsoft.com/office/drawing/2014/main" id="{6735239E-0DFB-A2CD-6B62-C97F3085B1F9}"/>
              </a:ext>
            </a:extLst>
          </p:cNvPr>
          <p:cNvCxnSpPr>
            <a:cxnSpLocks/>
            <a:stCxn id="32" idx="2"/>
            <a:endCxn id="43" idx="0"/>
          </p:cNvCxnSpPr>
          <p:nvPr/>
        </p:nvCxnSpPr>
        <p:spPr>
          <a:xfrm rot="5400000">
            <a:off x="3686447" y="3419501"/>
            <a:ext cx="1130391" cy="1164207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43" name="Group 1042">
            <a:extLst>
              <a:ext uri="{FF2B5EF4-FFF2-40B4-BE49-F238E27FC236}">
                <a16:creationId xmlns:a16="http://schemas.microsoft.com/office/drawing/2014/main" id="{868C3CBD-F101-C0CB-3F91-942E8637C204}"/>
              </a:ext>
            </a:extLst>
          </p:cNvPr>
          <p:cNvGrpSpPr/>
          <p:nvPr/>
        </p:nvGrpSpPr>
        <p:grpSpPr>
          <a:xfrm>
            <a:off x="4876459" y="4566800"/>
            <a:ext cx="1870903" cy="474793"/>
            <a:chOff x="545" y="2958843"/>
            <a:chExt cx="2376289" cy="1188144"/>
          </a:xfrm>
          <a:scene3d>
            <a:camera prst="orthographicFront"/>
            <a:lightRig rig="chilly" dir="t"/>
          </a:scene3d>
        </p:grpSpPr>
        <p:sp>
          <p:nvSpPr>
            <p:cNvPr id="1044" name="Rectangle 1043">
              <a:extLst>
                <a:ext uri="{FF2B5EF4-FFF2-40B4-BE49-F238E27FC236}">
                  <a16:creationId xmlns:a16="http://schemas.microsoft.com/office/drawing/2014/main" id="{51EBB811-AEA8-E350-4445-7D093A41E8E7}"/>
                </a:ext>
              </a:extLst>
            </p:cNvPr>
            <p:cNvSpPr/>
            <p:nvPr/>
          </p:nvSpPr>
          <p:spPr>
            <a:xfrm>
              <a:off x="545" y="2958843"/>
              <a:ext cx="2376289" cy="1188144"/>
            </a:xfrm>
            <a:prstGeom prst="rect">
              <a:avLst/>
            </a:prstGeom>
            <a:sp3d prstMaterial="translucentPowder">
              <a:bevelT w="127000" h="25400" prst="softRound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 sz="1200"/>
            </a:p>
          </p:txBody>
        </p:sp>
        <p:sp>
          <p:nvSpPr>
            <p:cNvPr id="1045" name="TextBox 1044">
              <a:extLst>
                <a:ext uri="{FF2B5EF4-FFF2-40B4-BE49-F238E27FC236}">
                  <a16:creationId xmlns:a16="http://schemas.microsoft.com/office/drawing/2014/main" id="{8BF3D17E-EAF4-24EB-DE77-BDC923672058}"/>
                </a:ext>
              </a:extLst>
            </p:cNvPr>
            <p:cNvSpPr txBox="1"/>
            <p:nvPr/>
          </p:nvSpPr>
          <p:spPr>
            <a:xfrm>
              <a:off x="545" y="2958843"/>
              <a:ext cx="2376289" cy="1188144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7940" tIns="27940" rIns="27940" bIns="27940" numCol="1" spcCol="1270" anchor="ctr" anchorCtr="0">
              <a:noAutofit/>
            </a:bodyPr>
            <a:lstStyle/>
            <a:p>
              <a:pPr marL="0" lvl="0" indent="0" algn="ctr" defTabSz="1955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200" kern="1200" dirty="0"/>
                <a:t>Ledger service</a:t>
              </a:r>
            </a:p>
          </p:txBody>
        </p:sp>
      </p:grpSp>
      <p:grpSp>
        <p:nvGrpSpPr>
          <p:cNvPr id="1057" name="Group 1056">
            <a:extLst>
              <a:ext uri="{FF2B5EF4-FFF2-40B4-BE49-F238E27FC236}">
                <a16:creationId xmlns:a16="http://schemas.microsoft.com/office/drawing/2014/main" id="{535E5415-9BF3-6AB7-ACA1-079929C835AD}"/>
              </a:ext>
            </a:extLst>
          </p:cNvPr>
          <p:cNvGrpSpPr/>
          <p:nvPr/>
        </p:nvGrpSpPr>
        <p:grpSpPr>
          <a:xfrm>
            <a:off x="6773363" y="4566800"/>
            <a:ext cx="1870903" cy="474793"/>
            <a:chOff x="545" y="2958843"/>
            <a:chExt cx="2376289" cy="1188144"/>
          </a:xfrm>
          <a:scene3d>
            <a:camera prst="orthographicFront"/>
            <a:lightRig rig="chilly" dir="t"/>
          </a:scene3d>
        </p:grpSpPr>
        <p:sp>
          <p:nvSpPr>
            <p:cNvPr id="1058" name="Rectangle 1057">
              <a:extLst>
                <a:ext uri="{FF2B5EF4-FFF2-40B4-BE49-F238E27FC236}">
                  <a16:creationId xmlns:a16="http://schemas.microsoft.com/office/drawing/2014/main" id="{014503AE-1B3C-69B8-49FD-55CE8F44B893}"/>
                </a:ext>
              </a:extLst>
            </p:cNvPr>
            <p:cNvSpPr/>
            <p:nvPr/>
          </p:nvSpPr>
          <p:spPr>
            <a:xfrm>
              <a:off x="545" y="2958843"/>
              <a:ext cx="2376289" cy="1188144"/>
            </a:xfrm>
            <a:prstGeom prst="rect">
              <a:avLst/>
            </a:prstGeom>
            <a:sp3d prstMaterial="translucentPowder">
              <a:bevelT w="127000" h="25400" prst="softRound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 sz="1200"/>
            </a:p>
          </p:txBody>
        </p:sp>
        <p:sp>
          <p:nvSpPr>
            <p:cNvPr id="1059" name="TextBox 1058">
              <a:extLst>
                <a:ext uri="{FF2B5EF4-FFF2-40B4-BE49-F238E27FC236}">
                  <a16:creationId xmlns:a16="http://schemas.microsoft.com/office/drawing/2014/main" id="{213F80AA-3162-C742-E163-B89E81167690}"/>
                </a:ext>
              </a:extLst>
            </p:cNvPr>
            <p:cNvSpPr txBox="1"/>
            <p:nvPr/>
          </p:nvSpPr>
          <p:spPr>
            <a:xfrm>
              <a:off x="545" y="2958843"/>
              <a:ext cx="2376289" cy="1188144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7940" tIns="27940" rIns="27940" bIns="27940" numCol="1" spcCol="1270" anchor="ctr" anchorCtr="0">
              <a:noAutofit/>
            </a:bodyPr>
            <a:lstStyle/>
            <a:p>
              <a:pPr marL="0" lvl="0" indent="0" algn="ctr" defTabSz="1955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200" kern="1200" dirty="0"/>
                <a:t>UI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57FE9A1C-7B7C-8950-0CD0-5711B50792C9}"/>
              </a:ext>
            </a:extLst>
          </p:cNvPr>
          <p:cNvGrpSpPr/>
          <p:nvPr/>
        </p:nvGrpSpPr>
        <p:grpSpPr>
          <a:xfrm>
            <a:off x="3588203" y="1816408"/>
            <a:ext cx="2376289" cy="474793"/>
            <a:chOff x="545" y="2958843"/>
            <a:chExt cx="2376289" cy="1188144"/>
          </a:xfrm>
          <a:scene3d>
            <a:camera prst="orthographicFront"/>
            <a:lightRig rig="chilly" dir="t"/>
          </a:scene3d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35E3B39-B02C-DCE1-5C68-B13CDC98B4D2}"/>
                </a:ext>
              </a:extLst>
            </p:cNvPr>
            <p:cNvSpPr/>
            <p:nvPr/>
          </p:nvSpPr>
          <p:spPr>
            <a:xfrm>
              <a:off x="545" y="2958843"/>
              <a:ext cx="2376289" cy="1188144"/>
            </a:xfrm>
            <a:prstGeom prst="rect">
              <a:avLst/>
            </a:prstGeom>
            <a:sp3d prstMaterial="translucentPowder">
              <a:bevelT w="127000" h="25400" prst="softRound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 sz="120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8CEDEE9-5A4B-B2F1-3D18-BD05CBD6BE06}"/>
                </a:ext>
              </a:extLst>
            </p:cNvPr>
            <p:cNvSpPr txBox="1"/>
            <p:nvPr/>
          </p:nvSpPr>
          <p:spPr>
            <a:xfrm>
              <a:off x="545" y="2958843"/>
              <a:ext cx="2376289" cy="1188144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7940" tIns="27940" rIns="27940" bIns="27940" numCol="1" spcCol="1270" anchor="ctr" anchorCtr="0">
              <a:noAutofit/>
            </a:bodyPr>
            <a:lstStyle/>
            <a:p>
              <a:pPr marL="0" lvl="0" indent="0" algn="ctr" defTabSz="1955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200" kern="1200" dirty="0" err="1"/>
                <a:t>Graphql</a:t>
              </a:r>
              <a:r>
                <a:rPr lang="en-GB" sz="1200" kern="1200" dirty="0"/>
                <a:t> server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D988E729-95A2-0E5A-F1A2-00E82D378751}"/>
              </a:ext>
            </a:extLst>
          </p:cNvPr>
          <p:cNvSpPr txBox="1"/>
          <p:nvPr/>
        </p:nvSpPr>
        <p:spPr>
          <a:xfrm>
            <a:off x="3794901" y="1155742"/>
            <a:ext cx="17974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FX execute request</a:t>
            </a:r>
          </a:p>
        </p:txBody>
      </p:sp>
      <p:cxnSp>
        <p:nvCxnSpPr>
          <p:cNvPr id="17" name="Straight Arrow Connector 9">
            <a:extLst>
              <a:ext uri="{FF2B5EF4-FFF2-40B4-BE49-F238E27FC236}">
                <a16:creationId xmlns:a16="http://schemas.microsoft.com/office/drawing/2014/main" id="{A31369CB-500E-29BB-159D-A160A60044CA}"/>
              </a:ext>
            </a:extLst>
          </p:cNvPr>
          <p:cNvCxnSpPr>
            <a:cxnSpLocks/>
            <a:stCxn id="4" idx="2"/>
            <a:endCxn id="11" idx="0"/>
          </p:cNvCxnSpPr>
          <p:nvPr/>
        </p:nvCxnSpPr>
        <p:spPr>
          <a:xfrm rot="16200000" flipH="1">
            <a:off x="3691172" y="731231"/>
            <a:ext cx="807167" cy="1363186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9">
            <a:extLst>
              <a:ext uri="{FF2B5EF4-FFF2-40B4-BE49-F238E27FC236}">
                <a16:creationId xmlns:a16="http://schemas.microsoft.com/office/drawing/2014/main" id="{046A89B7-7431-DA26-3265-A197AA325519}"/>
              </a:ext>
            </a:extLst>
          </p:cNvPr>
          <p:cNvCxnSpPr>
            <a:cxnSpLocks/>
            <a:stCxn id="44" idx="3"/>
            <a:endCxn id="32" idx="0"/>
          </p:cNvCxnSpPr>
          <p:nvPr/>
        </p:nvCxnSpPr>
        <p:spPr>
          <a:xfrm rot="5400000">
            <a:off x="5714727" y="1532113"/>
            <a:ext cx="548521" cy="2310484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8F5B825-F5A2-6941-D5CF-EB8E21548444}"/>
              </a:ext>
            </a:extLst>
          </p:cNvPr>
          <p:cNvGrpSpPr/>
          <p:nvPr/>
        </p:nvGrpSpPr>
        <p:grpSpPr>
          <a:xfrm>
            <a:off x="3645600" y="2961616"/>
            <a:ext cx="2376289" cy="474793"/>
            <a:chOff x="545" y="2958843"/>
            <a:chExt cx="2376289" cy="1188144"/>
          </a:xfrm>
          <a:scene3d>
            <a:camera prst="orthographicFront"/>
            <a:lightRig rig="chilly" dir="t"/>
          </a:scene3d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5869B69-D63E-2320-6F72-AFD8F7D92467}"/>
                </a:ext>
              </a:extLst>
            </p:cNvPr>
            <p:cNvSpPr/>
            <p:nvPr/>
          </p:nvSpPr>
          <p:spPr>
            <a:xfrm>
              <a:off x="545" y="2958843"/>
              <a:ext cx="2376289" cy="1188144"/>
            </a:xfrm>
            <a:prstGeom prst="rect">
              <a:avLst/>
            </a:prstGeom>
            <a:sp3d prstMaterial="translucentPowder">
              <a:bevelT w="127000" h="25400" prst="softRound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 sz="120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AC83055-5C64-5E4C-9DC4-7AC29D4170FF}"/>
                </a:ext>
              </a:extLst>
            </p:cNvPr>
            <p:cNvSpPr txBox="1"/>
            <p:nvPr/>
          </p:nvSpPr>
          <p:spPr>
            <a:xfrm>
              <a:off x="545" y="2958843"/>
              <a:ext cx="2376289" cy="1188144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7940" tIns="27940" rIns="27940" bIns="27940" numCol="1" spcCol="1270" anchor="ctr" anchorCtr="0">
              <a:noAutofit/>
            </a:bodyPr>
            <a:lstStyle/>
            <a:p>
              <a:pPr marL="0" lvl="0" indent="0" algn="ctr" defTabSz="1955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200" dirty="0"/>
                <a:t>FX Connector POST Endpoint</a:t>
              </a:r>
              <a:endParaRPr lang="en-GB" sz="1200" kern="1200" dirty="0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B9B768FA-6697-4FC5-94DA-44DCC9DF3AC6}"/>
              </a:ext>
            </a:extLst>
          </p:cNvPr>
          <p:cNvGrpSpPr/>
          <p:nvPr/>
        </p:nvGrpSpPr>
        <p:grpSpPr>
          <a:xfrm>
            <a:off x="2481393" y="4566800"/>
            <a:ext cx="2376289" cy="474793"/>
            <a:chOff x="545" y="2958843"/>
            <a:chExt cx="2376289" cy="1188144"/>
          </a:xfrm>
          <a:scene3d>
            <a:camera prst="orthographicFront"/>
            <a:lightRig rig="chilly" dir="t"/>
          </a:scene3d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C356522F-87E8-0717-5F88-A3A12E587A25}"/>
                </a:ext>
              </a:extLst>
            </p:cNvPr>
            <p:cNvSpPr/>
            <p:nvPr/>
          </p:nvSpPr>
          <p:spPr>
            <a:xfrm>
              <a:off x="545" y="2958843"/>
              <a:ext cx="2376289" cy="1188144"/>
            </a:xfrm>
            <a:prstGeom prst="rect">
              <a:avLst/>
            </a:prstGeom>
            <a:sp3d prstMaterial="translucentPowder">
              <a:bevelT w="127000" h="25400" prst="softRound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 sz="120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FD30EF9C-1080-B849-E50D-8578CB7AF0E6}"/>
                </a:ext>
              </a:extLst>
            </p:cNvPr>
            <p:cNvSpPr txBox="1"/>
            <p:nvPr/>
          </p:nvSpPr>
          <p:spPr>
            <a:xfrm>
              <a:off x="545" y="2958843"/>
              <a:ext cx="2376289" cy="1188144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7940" tIns="27940" rIns="27940" bIns="27940" numCol="1" spcCol="1270" anchor="ctr" anchorCtr="0">
              <a:noAutofit/>
            </a:bodyPr>
            <a:lstStyle/>
            <a:p>
              <a:pPr marL="0" lvl="0" indent="0" algn="ctr" defTabSz="1955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200" dirty="0"/>
                <a:t>Convera</a:t>
              </a:r>
              <a:endParaRPr lang="en-GB" sz="1200" kern="1200" dirty="0"/>
            </a:p>
          </p:txBody>
        </p: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63349B23-BAF8-112F-80E3-7EA06E32FBC0}"/>
              </a:ext>
            </a:extLst>
          </p:cNvPr>
          <p:cNvSpPr txBox="1"/>
          <p:nvPr/>
        </p:nvSpPr>
        <p:spPr>
          <a:xfrm>
            <a:off x="6156850" y="3111313"/>
            <a:ext cx="795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Updates</a:t>
            </a:r>
          </a:p>
        </p:txBody>
      </p:sp>
      <p:cxnSp>
        <p:nvCxnSpPr>
          <p:cNvPr id="53" name="Straight Arrow Connector 9">
            <a:extLst>
              <a:ext uri="{FF2B5EF4-FFF2-40B4-BE49-F238E27FC236}">
                <a16:creationId xmlns:a16="http://schemas.microsoft.com/office/drawing/2014/main" id="{1C38A388-519A-6D58-587A-81E2594AFBCF}"/>
              </a:ext>
            </a:extLst>
          </p:cNvPr>
          <p:cNvCxnSpPr>
            <a:cxnSpLocks/>
            <a:stCxn id="32" idx="2"/>
            <a:endCxn id="1045" idx="0"/>
          </p:cNvCxnSpPr>
          <p:nvPr/>
        </p:nvCxnSpPr>
        <p:spPr>
          <a:xfrm rot="16200000" flipH="1">
            <a:off x="4757633" y="3512521"/>
            <a:ext cx="1130391" cy="978166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9">
            <a:extLst>
              <a:ext uri="{FF2B5EF4-FFF2-40B4-BE49-F238E27FC236}">
                <a16:creationId xmlns:a16="http://schemas.microsoft.com/office/drawing/2014/main" id="{B65DD5A2-B61B-B4B6-5454-2D13281AA3B8}"/>
              </a:ext>
            </a:extLst>
          </p:cNvPr>
          <p:cNvCxnSpPr>
            <a:cxnSpLocks/>
            <a:stCxn id="31" idx="2"/>
            <a:endCxn id="1059" idx="0"/>
          </p:cNvCxnSpPr>
          <p:nvPr/>
        </p:nvCxnSpPr>
        <p:spPr>
          <a:xfrm rot="16200000" flipH="1">
            <a:off x="5706085" y="2564069"/>
            <a:ext cx="1130391" cy="287507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D5CB838A-3134-80E3-EEA8-B821D58EA5AE}"/>
              </a:ext>
            </a:extLst>
          </p:cNvPr>
          <p:cNvSpPr txBox="1"/>
          <p:nvPr/>
        </p:nvSpPr>
        <p:spPr>
          <a:xfrm>
            <a:off x="6021889" y="4001603"/>
            <a:ext cx="795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Notify</a:t>
            </a:r>
          </a:p>
        </p:txBody>
      </p:sp>
      <p:sp>
        <p:nvSpPr>
          <p:cNvPr id="1024" name="TextBox 1023">
            <a:extLst>
              <a:ext uri="{FF2B5EF4-FFF2-40B4-BE49-F238E27FC236}">
                <a16:creationId xmlns:a16="http://schemas.microsoft.com/office/drawing/2014/main" id="{1B893A58-7DB7-98EA-2E06-97921D7C891D}"/>
              </a:ext>
            </a:extLst>
          </p:cNvPr>
          <p:cNvSpPr txBox="1"/>
          <p:nvPr/>
        </p:nvSpPr>
        <p:spPr>
          <a:xfrm>
            <a:off x="5038057" y="4155649"/>
            <a:ext cx="7950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Post entries</a:t>
            </a:r>
          </a:p>
        </p:txBody>
      </p:sp>
      <p:sp>
        <p:nvSpPr>
          <p:cNvPr id="1025" name="TextBox 1024">
            <a:extLst>
              <a:ext uri="{FF2B5EF4-FFF2-40B4-BE49-F238E27FC236}">
                <a16:creationId xmlns:a16="http://schemas.microsoft.com/office/drawing/2014/main" id="{EDCF63CC-7E4A-0526-D271-D7EA79956F99}"/>
              </a:ext>
            </a:extLst>
          </p:cNvPr>
          <p:cNvSpPr txBox="1"/>
          <p:nvPr/>
        </p:nvSpPr>
        <p:spPr>
          <a:xfrm>
            <a:off x="1827507" y="2461175"/>
            <a:ext cx="795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GET</a:t>
            </a:r>
          </a:p>
        </p:txBody>
      </p:sp>
    </p:spTree>
    <p:extLst>
      <p:ext uri="{BB962C8B-B14F-4D97-AF65-F5344CB8AC3E}">
        <p14:creationId xmlns:p14="http://schemas.microsoft.com/office/powerpoint/2010/main" val="299637179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06A61-FE2D-5190-A0B2-C3C6278FB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473D299-03C5-9D39-C9B0-678924207574}"/>
              </a:ext>
            </a:extLst>
          </p:cNvPr>
          <p:cNvGrpSpPr/>
          <p:nvPr/>
        </p:nvGrpSpPr>
        <p:grpSpPr>
          <a:xfrm>
            <a:off x="988999" y="580714"/>
            <a:ext cx="2376289" cy="474793"/>
            <a:chOff x="545" y="2958843"/>
            <a:chExt cx="2376289" cy="1188144"/>
          </a:xfrm>
          <a:scene3d>
            <a:camera prst="orthographicFront"/>
            <a:lightRig rig="chilly" dir="t"/>
          </a:scene3d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B22A908-95F2-B0B0-6A6A-7C9C4E93F3C1}"/>
                </a:ext>
              </a:extLst>
            </p:cNvPr>
            <p:cNvSpPr/>
            <p:nvPr/>
          </p:nvSpPr>
          <p:spPr>
            <a:xfrm>
              <a:off x="545" y="2958843"/>
              <a:ext cx="2376289" cy="1188144"/>
            </a:xfrm>
            <a:prstGeom prst="rect">
              <a:avLst/>
            </a:prstGeom>
            <a:sp3d prstMaterial="translucentPowder">
              <a:bevelT w="127000" h="25400" prst="softRound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 sz="120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3303504-EDB9-BD17-9EF9-1BD293DC0C5E}"/>
                </a:ext>
              </a:extLst>
            </p:cNvPr>
            <p:cNvSpPr txBox="1"/>
            <p:nvPr/>
          </p:nvSpPr>
          <p:spPr>
            <a:xfrm>
              <a:off x="545" y="2958843"/>
              <a:ext cx="2376289" cy="1188144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7940" tIns="27940" rIns="27940" bIns="27940" numCol="1" spcCol="1270" anchor="ctr" anchorCtr="0">
              <a:noAutofit/>
            </a:bodyPr>
            <a:lstStyle/>
            <a:p>
              <a:pPr marL="0" lvl="0" indent="0" algn="ctr" defTabSz="1955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200" kern="1200" dirty="0"/>
                <a:t>React App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78DDDE32-C0B1-2490-3357-B6812E057B1E}"/>
              </a:ext>
            </a:extLst>
          </p:cNvPr>
          <p:cNvGrpSpPr/>
          <p:nvPr/>
        </p:nvGrpSpPr>
        <p:grpSpPr>
          <a:xfrm>
            <a:off x="4337445" y="1884407"/>
            <a:ext cx="2376289" cy="474793"/>
            <a:chOff x="545" y="2958843"/>
            <a:chExt cx="2376289" cy="1188144"/>
          </a:xfrm>
          <a:scene3d>
            <a:camera prst="orthographicFront"/>
            <a:lightRig rig="chilly" dir="t"/>
          </a:scene3d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A4618EE-69A3-AC82-6F08-A8AF6FC60A38}"/>
                </a:ext>
              </a:extLst>
            </p:cNvPr>
            <p:cNvSpPr/>
            <p:nvPr/>
          </p:nvSpPr>
          <p:spPr>
            <a:xfrm>
              <a:off x="545" y="2958843"/>
              <a:ext cx="2376289" cy="1188144"/>
            </a:xfrm>
            <a:prstGeom prst="rect">
              <a:avLst/>
            </a:prstGeom>
            <a:sp3d prstMaterial="translucentPowder">
              <a:bevelT w="127000" h="25400" prst="softRound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 sz="120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E491C75-B967-C3C8-AD5F-B9257E813695}"/>
                </a:ext>
              </a:extLst>
            </p:cNvPr>
            <p:cNvSpPr txBox="1"/>
            <p:nvPr/>
          </p:nvSpPr>
          <p:spPr>
            <a:xfrm>
              <a:off x="545" y="2958843"/>
              <a:ext cx="2376289" cy="1188144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7940" tIns="27940" rIns="27940" bIns="27940" numCol="1" spcCol="1270" anchor="ctr" anchorCtr="0">
              <a:noAutofit/>
            </a:bodyPr>
            <a:lstStyle/>
            <a:p>
              <a:pPr marL="0" lvl="0" indent="0" algn="ctr" defTabSz="1955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200" kern="1200" dirty="0"/>
                <a:t>API Gateway</a:t>
              </a:r>
            </a:p>
          </p:txBody>
        </p:sp>
      </p:grp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C7B9346-4154-77E4-6B17-8AF222A31C8B}"/>
              </a:ext>
            </a:extLst>
          </p:cNvPr>
          <p:cNvCxnSpPr>
            <a:cxnSpLocks/>
            <a:stCxn id="3" idx="2"/>
            <a:endCxn id="8" idx="0"/>
          </p:cNvCxnSpPr>
          <p:nvPr/>
        </p:nvCxnSpPr>
        <p:spPr>
          <a:xfrm rot="16200000" flipH="1">
            <a:off x="3436917" y="-204266"/>
            <a:ext cx="828900" cy="3348446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3942721-FE71-8DA5-CCF7-396D1AF7A8C4}"/>
              </a:ext>
            </a:extLst>
          </p:cNvPr>
          <p:cNvGrpSpPr/>
          <p:nvPr/>
        </p:nvGrpSpPr>
        <p:grpSpPr>
          <a:xfrm>
            <a:off x="2164651" y="3288639"/>
            <a:ext cx="2376289" cy="474793"/>
            <a:chOff x="545" y="2958843"/>
            <a:chExt cx="2376289" cy="1188144"/>
          </a:xfrm>
          <a:scene3d>
            <a:camera prst="orthographicFront"/>
            <a:lightRig rig="chilly" dir="t"/>
          </a:scene3d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1553D87-A6F2-A1E8-AD52-82A5AE349D4A}"/>
                </a:ext>
              </a:extLst>
            </p:cNvPr>
            <p:cNvSpPr/>
            <p:nvPr/>
          </p:nvSpPr>
          <p:spPr>
            <a:xfrm>
              <a:off x="545" y="2958843"/>
              <a:ext cx="2376289" cy="1188144"/>
            </a:xfrm>
            <a:prstGeom prst="rect">
              <a:avLst/>
            </a:prstGeom>
            <a:sp3d prstMaterial="translucentPowder">
              <a:bevelT w="127000" h="25400" prst="softRound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 sz="120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DC907F8-154A-17DD-47FB-C8964E31187C}"/>
                </a:ext>
              </a:extLst>
            </p:cNvPr>
            <p:cNvSpPr txBox="1"/>
            <p:nvPr/>
          </p:nvSpPr>
          <p:spPr>
            <a:xfrm>
              <a:off x="545" y="2958843"/>
              <a:ext cx="2376289" cy="1188144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7940" tIns="27940" rIns="27940" bIns="27940" numCol="1" spcCol="1270" anchor="ctr" anchorCtr="0">
              <a:noAutofit/>
            </a:bodyPr>
            <a:lstStyle/>
            <a:p>
              <a:pPr marL="0" lvl="0" indent="0" algn="ctr" defTabSz="1955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200" dirty="0"/>
                <a:t>Serverless Lambda</a:t>
              </a:r>
              <a:endParaRPr lang="en-GB" sz="1200" kern="1200" dirty="0"/>
            </a:p>
          </p:txBody>
        </p:sp>
      </p:grpSp>
      <p:cxnSp>
        <p:nvCxnSpPr>
          <p:cNvPr id="16" name="Straight Arrow Connector 9">
            <a:extLst>
              <a:ext uri="{FF2B5EF4-FFF2-40B4-BE49-F238E27FC236}">
                <a16:creationId xmlns:a16="http://schemas.microsoft.com/office/drawing/2014/main" id="{C34E600B-DFED-23E8-F710-75EEF012EC8C}"/>
              </a:ext>
            </a:extLst>
          </p:cNvPr>
          <p:cNvCxnSpPr>
            <a:cxnSpLocks/>
            <a:stCxn id="8" idx="2"/>
            <a:endCxn id="15" idx="0"/>
          </p:cNvCxnSpPr>
          <p:nvPr/>
        </p:nvCxnSpPr>
        <p:spPr>
          <a:xfrm rot="5400000">
            <a:off x="3974474" y="1737522"/>
            <a:ext cx="929439" cy="2172794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n 19">
            <a:extLst>
              <a:ext uri="{FF2B5EF4-FFF2-40B4-BE49-F238E27FC236}">
                <a16:creationId xmlns:a16="http://schemas.microsoft.com/office/drawing/2014/main" id="{06C1BD3D-D595-3A43-3D78-D2202188F997}"/>
              </a:ext>
            </a:extLst>
          </p:cNvPr>
          <p:cNvSpPr/>
          <p:nvPr/>
        </p:nvSpPr>
        <p:spPr>
          <a:xfrm>
            <a:off x="1781479" y="4449295"/>
            <a:ext cx="914400" cy="943887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Message Queue</a:t>
            </a:r>
          </a:p>
        </p:txBody>
      </p:sp>
      <p:cxnSp>
        <p:nvCxnSpPr>
          <p:cNvPr id="21" name="Straight Arrow Connector 9">
            <a:extLst>
              <a:ext uri="{FF2B5EF4-FFF2-40B4-BE49-F238E27FC236}">
                <a16:creationId xmlns:a16="http://schemas.microsoft.com/office/drawing/2014/main" id="{211637DC-ABF0-F9F4-E193-33AB8F67F067}"/>
              </a:ext>
            </a:extLst>
          </p:cNvPr>
          <p:cNvCxnSpPr>
            <a:cxnSpLocks/>
            <a:stCxn id="15" idx="2"/>
            <a:endCxn id="20" idx="1"/>
          </p:cNvCxnSpPr>
          <p:nvPr/>
        </p:nvCxnSpPr>
        <p:spPr>
          <a:xfrm rot="5400000">
            <a:off x="2452807" y="3549305"/>
            <a:ext cx="685863" cy="1114117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9BFE1E3-8CC8-5047-488D-728F9EC5CF1D}"/>
              </a:ext>
            </a:extLst>
          </p:cNvPr>
          <p:cNvGrpSpPr/>
          <p:nvPr/>
        </p:nvGrpSpPr>
        <p:grpSpPr>
          <a:xfrm>
            <a:off x="319590" y="6104710"/>
            <a:ext cx="1870903" cy="474793"/>
            <a:chOff x="545" y="2958843"/>
            <a:chExt cx="2376289" cy="1188144"/>
          </a:xfrm>
          <a:scene3d>
            <a:camera prst="orthographicFront"/>
            <a:lightRig rig="chilly" dir="t"/>
          </a:scene3d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9C30A202-9CEE-521B-EF6C-16FA237BC3F2}"/>
                </a:ext>
              </a:extLst>
            </p:cNvPr>
            <p:cNvSpPr/>
            <p:nvPr/>
          </p:nvSpPr>
          <p:spPr>
            <a:xfrm>
              <a:off x="545" y="2958843"/>
              <a:ext cx="2376289" cy="1188144"/>
            </a:xfrm>
            <a:prstGeom prst="rect">
              <a:avLst/>
            </a:prstGeom>
            <a:sp3d prstMaterial="translucentPowder">
              <a:bevelT w="127000" h="25400" prst="softRound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 sz="120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9DE5C77-D74F-716E-CAC3-76F6E3B33602}"/>
                </a:ext>
              </a:extLst>
            </p:cNvPr>
            <p:cNvSpPr txBox="1"/>
            <p:nvPr/>
          </p:nvSpPr>
          <p:spPr>
            <a:xfrm>
              <a:off x="545" y="2958843"/>
              <a:ext cx="2376289" cy="1188144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7940" tIns="27940" rIns="27940" bIns="27940" numCol="1" spcCol="1270" anchor="ctr" anchorCtr="0">
              <a:noAutofit/>
            </a:bodyPr>
            <a:lstStyle/>
            <a:p>
              <a:pPr marL="0" lvl="0" indent="0" algn="ctr" defTabSz="1955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200" kern="1200" dirty="0"/>
                <a:t>Accounting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B2D00DC-8091-CB77-803D-37246133E478}"/>
              </a:ext>
            </a:extLst>
          </p:cNvPr>
          <p:cNvGrpSpPr/>
          <p:nvPr/>
        </p:nvGrpSpPr>
        <p:grpSpPr>
          <a:xfrm>
            <a:off x="2365238" y="6104709"/>
            <a:ext cx="1870903" cy="474793"/>
            <a:chOff x="545" y="2958843"/>
            <a:chExt cx="2376289" cy="1188144"/>
          </a:xfrm>
          <a:scene3d>
            <a:camera prst="orthographicFront"/>
            <a:lightRig rig="chilly" dir="t"/>
          </a:scene3d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8C4053B0-9D89-08AA-4EB2-65476A5E01BB}"/>
                </a:ext>
              </a:extLst>
            </p:cNvPr>
            <p:cNvSpPr/>
            <p:nvPr/>
          </p:nvSpPr>
          <p:spPr>
            <a:xfrm>
              <a:off x="545" y="2958843"/>
              <a:ext cx="2376289" cy="1188144"/>
            </a:xfrm>
            <a:prstGeom prst="rect">
              <a:avLst/>
            </a:prstGeom>
            <a:sp3d prstMaterial="translucentPowder">
              <a:bevelT w="127000" h="25400" prst="softRound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 sz="1200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E2B67539-1943-F9A2-609F-719E77264A54}"/>
                </a:ext>
              </a:extLst>
            </p:cNvPr>
            <p:cNvSpPr txBox="1"/>
            <p:nvPr/>
          </p:nvSpPr>
          <p:spPr>
            <a:xfrm>
              <a:off x="545" y="2958843"/>
              <a:ext cx="2376289" cy="1188144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7940" tIns="27940" rIns="27940" bIns="27940" numCol="1" spcCol="1270" anchor="ctr" anchorCtr="0">
              <a:noAutofit/>
            </a:bodyPr>
            <a:lstStyle/>
            <a:p>
              <a:pPr marL="0" lvl="0" indent="0" algn="ctr" defTabSz="1955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200" kern="1200" dirty="0"/>
                <a:t>Fraud Detection</a:t>
              </a:r>
            </a:p>
          </p:txBody>
        </p:sp>
      </p:grpSp>
      <p:cxnSp>
        <p:nvCxnSpPr>
          <p:cNvPr id="38" name="Straight Arrow Connector 9">
            <a:extLst>
              <a:ext uri="{FF2B5EF4-FFF2-40B4-BE49-F238E27FC236}">
                <a16:creationId xmlns:a16="http://schemas.microsoft.com/office/drawing/2014/main" id="{E7C315B2-F89A-C83E-30ED-96A5A5C4AC37}"/>
              </a:ext>
            </a:extLst>
          </p:cNvPr>
          <p:cNvCxnSpPr>
            <a:cxnSpLocks/>
            <a:stCxn id="20" idx="3"/>
            <a:endCxn id="33" idx="0"/>
          </p:cNvCxnSpPr>
          <p:nvPr/>
        </p:nvCxnSpPr>
        <p:spPr>
          <a:xfrm rot="5400000">
            <a:off x="1391097" y="5257128"/>
            <a:ext cx="711528" cy="983637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9">
            <a:extLst>
              <a:ext uri="{FF2B5EF4-FFF2-40B4-BE49-F238E27FC236}">
                <a16:creationId xmlns:a16="http://schemas.microsoft.com/office/drawing/2014/main" id="{60BC8CD8-11C5-41A0-0039-D8698E72E117}"/>
              </a:ext>
            </a:extLst>
          </p:cNvPr>
          <p:cNvCxnSpPr>
            <a:cxnSpLocks/>
            <a:stCxn id="20" idx="3"/>
            <a:endCxn id="36" idx="0"/>
          </p:cNvCxnSpPr>
          <p:nvPr/>
        </p:nvCxnSpPr>
        <p:spPr>
          <a:xfrm rot="16200000" flipH="1">
            <a:off x="2413921" y="5217939"/>
            <a:ext cx="711527" cy="1062011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Can 43">
            <a:extLst>
              <a:ext uri="{FF2B5EF4-FFF2-40B4-BE49-F238E27FC236}">
                <a16:creationId xmlns:a16="http://schemas.microsoft.com/office/drawing/2014/main" id="{5FFB7C35-5896-BDAF-37B0-D4D8348ADE4F}"/>
              </a:ext>
            </a:extLst>
          </p:cNvPr>
          <p:cNvSpPr/>
          <p:nvPr/>
        </p:nvSpPr>
        <p:spPr>
          <a:xfrm>
            <a:off x="3980394" y="4449293"/>
            <a:ext cx="914400" cy="943887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Database</a:t>
            </a:r>
          </a:p>
        </p:txBody>
      </p:sp>
      <p:cxnSp>
        <p:nvCxnSpPr>
          <p:cNvPr id="45" name="Straight Arrow Connector 9">
            <a:extLst>
              <a:ext uri="{FF2B5EF4-FFF2-40B4-BE49-F238E27FC236}">
                <a16:creationId xmlns:a16="http://schemas.microsoft.com/office/drawing/2014/main" id="{64E8E376-2639-F881-18A8-3F69E2C38EE8}"/>
              </a:ext>
            </a:extLst>
          </p:cNvPr>
          <p:cNvCxnSpPr>
            <a:cxnSpLocks/>
            <a:stCxn id="15" idx="2"/>
            <a:endCxn id="44" idx="1"/>
          </p:cNvCxnSpPr>
          <p:nvPr/>
        </p:nvCxnSpPr>
        <p:spPr>
          <a:xfrm rot="16200000" flipH="1">
            <a:off x="3552265" y="3563963"/>
            <a:ext cx="685861" cy="1084798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966104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15236-0C1C-DB9C-4AAE-2AA9E118E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>
            <a:extLst>
              <a:ext uri="{FF2B5EF4-FFF2-40B4-BE49-F238E27FC236}">
                <a16:creationId xmlns:a16="http://schemas.microsoft.com/office/drawing/2014/main" id="{012F9AC3-6CB1-C5BD-1D85-623DA2D240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5650" y="806450"/>
            <a:ext cx="8140700" cy="5245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605062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0CE236-A36F-B627-163A-4369615A1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0F358BAA-9C8A-4E17-BAD8-32FD6FFEA7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033" name="Color Fill">
            <a:extLst>
              <a:ext uri="{FF2B5EF4-FFF2-40B4-BE49-F238E27FC236}">
                <a16:creationId xmlns:a16="http://schemas.microsoft.com/office/drawing/2014/main" id="{4D6F41A4-BEE3-4935-9371-4ADEA67A22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035" name="Group 1034">
            <a:extLst>
              <a:ext uri="{FF2B5EF4-FFF2-40B4-BE49-F238E27FC236}">
                <a16:creationId xmlns:a16="http://schemas.microsoft.com/office/drawing/2014/main" id="{7726F010-956A-40BC-8A1F-8002DC729B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351566" y="0"/>
            <a:ext cx="3840434" cy="6858000"/>
            <a:chOff x="8351565" y="0"/>
            <a:chExt cx="3840434" cy="6858000"/>
          </a:xfrm>
        </p:grpSpPr>
        <p:sp>
          <p:nvSpPr>
            <p:cNvPr id="1036" name="Oval 1035">
              <a:extLst>
                <a:ext uri="{FF2B5EF4-FFF2-40B4-BE49-F238E27FC236}">
                  <a16:creationId xmlns:a16="http://schemas.microsoft.com/office/drawing/2014/main" id="{D386E468-0048-46C4-ADDD-FBE7A6AE9F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260165" y="519204"/>
              <a:ext cx="474635" cy="47463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1037" name="Freeform: Shape 1036">
              <a:extLst>
                <a:ext uri="{FF2B5EF4-FFF2-40B4-BE49-F238E27FC236}">
                  <a16:creationId xmlns:a16="http://schemas.microsoft.com/office/drawing/2014/main" id="{C5B35ED4-0C31-4C8C-A45E-6A3EDEAB28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85871" y="0"/>
              <a:ext cx="2955657" cy="679194"/>
            </a:xfrm>
            <a:custGeom>
              <a:avLst/>
              <a:gdLst>
                <a:gd name="connsiteX0" fmla="*/ 0 w 2955657"/>
                <a:gd name="connsiteY0" fmla="*/ 0 h 679194"/>
                <a:gd name="connsiteX1" fmla="*/ 2955657 w 2955657"/>
                <a:gd name="connsiteY1" fmla="*/ 0 h 679194"/>
                <a:gd name="connsiteX2" fmla="*/ 2892839 w 2955657"/>
                <a:gd name="connsiteY2" fmla="*/ 84007 h 679194"/>
                <a:gd name="connsiteX3" fmla="*/ 1630760 w 2955657"/>
                <a:gd name="connsiteY3" fmla="*/ 679194 h 679194"/>
                <a:gd name="connsiteX4" fmla="*/ 0 w 2955657"/>
                <a:gd name="connsiteY4" fmla="*/ 679194 h 679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55657" h="679194">
                  <a:moveTo>
                    <a:pt x="0" y="0"/>
                  </a:moveTo>
                  <a:lnTo>
                    <a:pt x="2955657" y="0"/>
                  </a:lnTo>
                  <a:lnTo>
                    <a:pt x="2892839" y="84007"/>
                  </a:lnTo>
                  <a:cubicBezTo>
                    <a:pt x="2592855" y="447504"/>
                    <a:pt x="2138868" y="679194"/>
                    <a:pt x="1630760" y="679194"/>
                  </a:cubicBezTo>
                  <a:lnTo>
                    <a:pt x="0" y="679194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1038" name="Freeform: Shape 1037">
              <a:extLst>
                <a:ext uri="{FF2B5EF4-FFF2-40B4-BE49-F238E27FC236}">
                  <a16:creationId xmlns:a16="http://schemas.microsoft.com/office/drawing/2014/main" id="{B40A1EF3-FA93-48F4-9F82-BC0C796357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51565" y="4121414"/>
              <a:ext cx="3266317" cy="2736586"/>
            </a:xfrm>
            <a:custGeom>
              <a:avLst/>
              <a:gdLst>
                <a:gd name="connsiteX0" fmla="*/ 1635557 w 3266317"/>
                <a:gd name="connsiteY0" fmla="*/ 0 h 2736586"/>
                <a:gd name="connsiteX1" fmla="*/ 3266317 w 3266317"/>
                <a:gd name="connsiteY1" fmla="*/ 0 h 2736586"/>
                <a:gd name="connsiteX2" fmla="*/ 3266317 w 3266317"/>
                <a:gd name="connsiteY2" fmla="*/ 1630760 h 2736586"/>
                <a:gd name="connsiteX3" fmla="*/ 2892838 w 3266317"/>
                <a:gd name="connsiteY3" fmla="*/ 2671131 h 2736586"/>
                <a:gd name="connsiteX4" fmla="*/ 2833348 w 3266317"/>
                <a:gd name="connsiteY4" fmla="*/ 2736586 h 2736586"/>
                <a:gd name="connsiteX5" fmla="*/ 0 w 3266317"/>
                <a:gd name="connsiteY5" fmla="*/ 2736586 h 2736586"/>
                <a:gd name="connsiteX6" fmla="*/ 0 w 3266317"/>
                <a:gd name="connsiteY6" fmla="*/ 1635558 h 2736586"/>
                <a:gd name="connsiteX7" fmla="*/ 1635557 w 3266317"/>
                <a:gd name="connsiteY7" fmla="*/ 0 h 2736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66317" h="2736586">
                  <a:moveTo>
                    <a:pt x="1635557" y="0"/>
                  </a:moveTo>
                  <a:lnTo>
                    <a:pt x="3266317" y="0"/>
                  </a:lnTo>
                  <a:lnTo>
                    <a:pt x="3266317" y="1630760"/>
                  </a:lnTo>
                  <a:cubicBezTo>
                    <a:pt x="3266317" y="2025955"/>
                    <a:pt x="3126159" y="2388411"/>
                    <a:pt x="2892838" y="2671131"/>
                  </a:cubicBezTo>
                  <a:lnTo>
                    <a:pt x="2833348" y="2736586"/>
                  </a:lnTo>
                  <a:lnTo>
                    <a:pt x="0" y="2736586"/>
                  </a:lnTo>
                  <a:lnTo>
                    <a:pt x="0" y="1635558"/>
                  </a:lnTo>
                  <a:cubicBezTo>
                    <a:pt x="0" y="732255"/>
                    <a:pt x="732254" y="0"/>
                    <a:pt x="1635557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1039" name="Freeform: Shape 1038">
              <a:extLst>
                <a:ext uri="{FF2B5EF4-FFF2-40B4-BE49-F238E27FC236}">
                  <a16:creationId xmlns:a16="http://schemas.microsoft.com/office/drawing/2014/main" id="{A985F09D-6969-44D0-B04F-4EDE0FEDAF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755674" y="3386384"/>
              <a:ext cx="436325" cy="1309674"/>
            </a:xfrm>
            <a:custGeom>
              <a:avLst/>
              <a:gdLst>
                <a:gd name="connsiteX0" fmla="*/ 470325 w 477612"/>
                <a:gd name="connsiteY0" fmla="*/ 0 h 1433600"/>
                <a:gd name="connsiteX1" fmla="*/ 475607 w 477612"/>
                <a:gd name="connsiteY1" fmla="*/ 3701 h 1433600"/>
                <a:gd name="connsiteX2" fmla="*/ 477612 w 477612"/>
                <a:gd name="connsiteY2" fmla="*/ 5160 h 1433600"/>
                <a:gd name="connsiteX3" fmla="*/ 477612 w 477612"/>
                <a:gd name="connsiteY3" fmla="*/ 1428441 h 1433600"/>
                <a:gd name="connsiteX4" fmla="*/ 475607 w 477612"/>
                <a:gd name="connsiteY4" fmla="*/ 1429900 h 1433600"/>
                <a:gd name="connsiteX5" fmla="*/ 470325 w 477612"/>
                <a:gd name="connsiteY5" fmla="*/ 1433600 h 1433600"/>
                <a:gd name="connsiteX6" fmla="*/ 0 w 477612"/>
                <a:gd name="connsiteY6" fmla="*/ 716800 h 1433600"/>
                <a:gd name="connsiteX7" fmla="*/ 470325 w 477612"/>
                <a:gd name="connsiteY7" fmla="*/ 0 h 143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77612" h="1433600">
                  <a:moveTo>
                    <a:pt x="470325" y="0"/>
                  </a:moveTo>
                  <a:cubicBezTo>
                    <a:pt x="470325" y="0"/>
                    <a:pt x="472162" y="1254"/>
                    <a:pt x="475607" y="3701"/>
                  </a:cubicBezTo>
                  <a:lnTo>
                    <a:pt x="477612" y="5160"/>
                  </a:lnTo>
                  <a:lnTo>
                    <a:pt x="477612" y="1428441"/>
                  </a:lnTo>
                  <a:lnTo>
                    <a:pt x="475607" y="1429900"/>
                  </a:lnTo>
                  <a:cubicBezTo>
                    <a:pt x="472162" y="1432347"/>
                    <a:pt x="470325" y="1433600"/>
                    <a:pt x="470325" y="1433600"/>
                  </a:cubicBezTo>
                  <a:cubicBezTo>
                    <a:pt x="470325" y="1433600"/>
                    <a:pt x="0" y="1112672"/>
                    <a:pt x="0" y="716800"/>
                  </a:cubicBezTo>
                  <a:cubicBezTo>
                    <a:pt x="0" y="320929"/>
                    <a:pt x="470325" y="0"/>
                    <a:pt x="470325" y="0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20000"/>
                  <a:lumOff val="80000"/>
                </a:schemeClr>
              </a:fgClr>
              <a:bgClr>
                <a:schemeClr val="accent4">
                  <a:lumMod val="60000"/>
                  <a:lumOff val="40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1040" name="Graphic 9">
              <a:extLst>
                <a:ext uri="{FF2B5EF4-FFF2-40B4-BE49-F238E27FC236}">
                  <a16:creationId xmlns:a16="http://schemas.microsoft.com/office/drawing/2014/main" id="{003913A0-A3C0-4ED8-8920-318068FBC4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85870" y="791588"/>
              <a:ext cx="3232012" cy="3232012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sp>
        <p:nvSpPr>
          <p:cNvPr id="1042" name="Texture">
            <a:extLst>
              <a:ext uri="{FF2B5EF4-FFF2-40B4-BE49-F238E27FC236}">
                <a16:creationId xmlns:a16="http://schemas.microsoft.com/office/drawing/2014/main" id="{7FE1D329-7CB2-4DF5-B0C0-36DD19EBC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3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 useBgFill="1">
        <p:nvSpPr>
          <p:cNvPr id="1044" name="Background Fill">
            <a:extLst>
              <a:ext uri="{FF2B5EF4-FFF2-40B4-BE49-F238E27FC236}">
                <a16:creationId xmlns:a16="http://schemas.microsoft.com/office/drawing/2014/main" id="{681F9FCB-1E38-43E9-8567-6292F4842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046" name="Color Fill">
            <a:extLst>
              <a:ext uri="{FF2B5EF4-FFF2-40B4-BE49-F238E27FC236}">
                <a16:creationId xmlns:a16="http://schemas.microsoft.com/office/drawing/2014/main" id="{774C59F6-927E-4017-B42A-7B08AAE14C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48" name="Texture">
            <a:extLst>
              <a:ext uri="{FF2B5EF4-FFF2-40B4-BE49-F238E27FC236}">
                <a16:creationId xmlns:a16="http://schemas.microsoft.com/office/drawing/2014/main" id="{7E3C842E-4105-4D87-8535-4EE443361A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3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1026" name="Picture 2" descr="Figure 1: Pre token generation trigger flow">
            <a:extLst>
              <a:ext uri="{FF2B5EF4-FFF2-40B4-BE49-F238E27FC236}">
                <a16:creationId xmlns:a16="http://schemas.microsoft.com/office/drawing/2014/main" id="{D7159EEB-5129-C0F2-24D6-CE6F430BB7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9" r="10604" b="-1"/>
          <a:stretch>
            <a:fillRect/>
          </a:stretch>
        </p:blipFill>
        <p:spPr bwMode="auto">
          <a:xfrm>
            <a:off x="457201" y="602379"/>
            <a:ext cx="10291628" cy="5178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50" name="Group 1049">
            <a:extLst>
              <a:ext uri="{FF2B5EF4-FFF2-40B4-BE49-F238E27FC236}">
                <a16:creationId xmlns:a16="http://schemas.microsoft.com/office/drawing/2014/main" id="{2D80F3FE-7452-41C4-92BE-A16969A27E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300855" y="0"/>
            <a:ext cx="1891145" cy="5600700"/>
            <a:chOff x="10300855" y="0"/>
            <a:chExt cx="1891145" cy="5600700"/>
          </a:xfrm>
        </p:grpSpPr>
        <p:sp>
          <p:nvSpPr>
            <p:cNvPr id="1051" name="Oval 1050">
              <a:extLst>
                <a:ext uri="{FF2B5EF4-FFF2-40B4-BE49-F238E27FC236}">
                  <a16:creationId xmlns:a16="http://schemas.microsoft.com/office/drawing/2014/main" id="{D9318509-E4F0-4CDC-82F1-38412FC69A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2" name="Graphic 9">
              <a:extLst>
                <a:ext uri="{FF2B5EF4-FFF2-40B4-BE49-F238E27FC236}">
                  <a16:creationId xmlns:a16="http://schemas.microsoft.com/office/drawing/2014/main" id="{0E589523-F7FF-4734-BECA-520B0ED555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30568" y="2199078"/>
              <a:ext cx="1195288" cy="119528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lumMod val="75000"/>
                <a:alpha val="65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1053" name="Freeform: Shape 1052">
              <a:extLst>
                <a:ext uri="{FF2B5EF4-FFF2-40B4-BE49-F238E27FC236}">
                  <a16:creationId xmlns:a16="http://schemas.microsoft.com/office/drawing/2014/main" id="{53AF6530-FA32-432D-BB1A-2223B09419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V="1">
              <a:off x="11151383" y="4336822"/>
              <a:ext cx="1040617" cy="1263878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1054" name="Freeform: Shape 1053">
              <a:extLst>
                <a:ext uri="{FF2B5EF4-FFF2-40B4-BE49-F238E27FC236}">
                  <a16:creationId xmlns:a16="http://schemas.microsoft.com/office/drawing/2014/main" id="{7C0B5941-5610-4E41-871F-C8AEA84398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38492" y="2767655"/>
              <a:ext cx="553508" cy="1567713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1055" name="Graphic 9">
              <a:extLst>
                <a:ext uri="{FF2B5EF4-FFF2-40B4-BE49-F238E27FC236}">
                  <a16:creationId xmlns:a16="http://schemas.microsoft.com/office/drawing/2014/main" id="{61FA8E74-CFFB-42B8-B7BC-84961FF761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10300855" y="0"/>
              <a:ext cx="1891145" cy="1891145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6" name="Graphic 9">
              <a:extLst>
                <a:ext uri="{FF2B5EF4-FFF2-40B4-BE49-F238E27FC236}">
                  <a16:creationId xmlns:a16="http://schemas.microsoft.com/office/drawing/2014/main" id="{DF6D987D-05B6-49E8-A9AF-641FF3DFBF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10424367" y="122795"/>
              <a:ext cx="1644119" cy="164411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895795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EA6B6-9B9B-7025-CD32-2428199B8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2FF8D19A-D5DA-7AE5-1151-536F455F74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9038" y="0"/>
            <a:ext cx="72739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397069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A9B96-9197-EFCC-1FE9-28962F662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0DF7C3CF-48AF-D5A3-EA3C-C8CA449BD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1675" y="0"/>
            <a:ext cx="82486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627427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CF2265-6DF9-D826-25CA-05DAE4F23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FC7503C8-249A-0B5C-2184-CB45350237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334" y="1497986"/>
            <a:ext cx="6145924" cy="3064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0234C6F-48A4-0E42-379B-6C44EC707DD3}"/>
              </a:ext>
            </a:extLst>
          </p:cNvPr>
          <p:cNvSpPr txBox="1"/>
          <p:nvPr/>
        </p:nvSpPr>
        <p:spPr>
          <a:xfrm>
            <a:off x="7219025" y="1145266"/>
            <a:ext cx="4881009" cy="31540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buNone/>
            </a:pPr>
            <a:r>
              <a:rPr lang="en-GB" b="1" i="0" u="none" strike="noStrike" dirty="0">
                <a:effectLst/>
                <a:latin typeface="source-serif-pro"/>
              </a:rPr>
              <a:t>What is Choice-Based Authentication?</a:t>
            </a:r>
            <a:r>
              <a:rPr lang="en-GB" b="0" i="0" u="none" strike="noStrike" dirty="0">
                <a:effectLst/>
                <a:latin typeface="source-serif-pro"/>
              </a:rPr>
              <a:t> Instead of locking users into one method of authentication, your app lets them pick from available options, like:</a:t>
            </a: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effectLst/>
                <a:latin typeface="source-serif-pro"/>
              </a:rPr>
              <a:t>EMAIL_OTP</a:t>
            </a:r>
            <a:r>
              <a:rPr lang="en-GB" b="0" i="0" u="none" strike="noStrike" dirty="0">
                <a:effectLst/>
                <a:latin typeface="source-serif-pro"/>
              </a:rPr>
              <a:t> or </a:t>
            </a:r>
            <a:r>
              <a:rPr lang="en-GB" b="1" i="0" u="none" strike="noStrike" dirty="0">
                <a:effectLst/>
                <a:latin typeface="source-serif-pro"/>
              </a:rPr>
              <a:t>SMS_OTP</a:t>
            </a:r>
            <a:r>
              <a:rPr lang="en-GB" b="0" i="0" u="none" strike="noStrike" dirty="0">
                <a:effectLst/>
                <a:latin typeface="source-serif-pro"/>
              </a:rPr>
              <a:t>: </a:t>
            </a:r>
            <a:r>
              <a:rPr lang="en-GB" b="0" i="0" u="none" strike="noStrike" dirty="0" err="1">
                <a:effectLst/>
                <a:latin typeface="source-serif-pro"/>
              </a:rPr>
              <a:t>Passwordless</a:t>
            </a:r>
            <a:r>
              <a:rPr lang="en-GB" b="0" i="0" u="none" strike="noStrike" dirty="0">
                <a:effectLst/>
                <a:latin typeface="source-serif-pro"/>
              </a:rPr>
              <a:t> sign-in using one-time codes sent via email or text.</a:t>
            </a: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effectLst/>
                <a:latin typeface="source-serif-pro"/>
              </a:rPr>
              <a:t>WEB_AUTHN</a:t>
            </a:r>
            <a:r>
              <a:rPr lang="en-GB" b="0" i="0" u="none" strike="noStrike" dirty="0">
                <a:effectLst/>
                <a:latin typeface="source-serif-pro"/>
              </a:rPr>
              <a:t>: Modern passkey-based sign-in.</a:t>
            </a: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effectLst/>
                <a:latin typeface="source-serif-pro"/>
              </a:rPr>
              <a:t>PASSWORD</a:t>
            </a:r>
            <a:r>
              <a:rPr lang="en-GB" b="0" i="0" u="none" strike="noStrike" dirty="0">
                <a:effectLst/>
                <a:latin typeface="source-serif-pro"/>
              </a:rPr>
              <a:t>: Traditional sign-in with a password.</a:t>
            </a: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effectLst/>
                <a:latin typeface="source-serif-pro"/>
              </a:rPr>
              <a:t>MFA (Multi-Factor Authentication)</a:t>
            </a:r>
            <a:r>
              <a:rPr lang="en-GB" b="0" i="0" u="none" strike="noStrike" dirty="0">
                <a:effectLst/>
                <a:latin typeface="source-serif-pro"/>
              </a:rPr>
              <a:t>: Adds extra security after the first sign-in step.</a:t>
            </a:r>
          </a:p>
        </p:txBody>
      </p:sp>
    </p:spTree>
    <p:extLst>
      <p:ext uri="{BB962C8B-B14F-4D97-AF65-F5344CB8AC3E}">
        <p14:creationId xmlns:p14="http://schemas.microsoft.com/office/powerpoint/2010/main" val="401024860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3E10C-9AF6-5993-BED2-5A8FEAD0D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>
            <a:extLst>
              <a:ext uri="{FF2B5EF4-FFF2-40B4-BE49-F238E27FC236}">
                <a16:creationId xmlns:a16="http://schemas.microsoft.com/office/drawing/2014/main" id="{72D1C1B4-EA76-1F21-5747-ECAA82C224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345" y="1418677"/>
            <a:ext cx="6822965" cy="2806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664219D-7E8E-8C2C-2DEE-0AC1FD4F7583}"/>
              </a:ext>
            </a:extLst>
          </p:cNvPr>
          <p:cNvSpPr txBox="1"/>
          <p:nvPr/>
        </p:nvSpPr>
        <p:spPr>
          <a:xfrm>
            <a:off x="7725103" y="1379085"/>
            <a:ext cx="3894083" cy="284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buNone/>
            </a:pPr>
            <a:r>
              <a:rPr lang="en-GB" b="1" i="0" u="none" strike="noStrike" dirty="0">
                <a:effectLst/>
                <a:latin typeface="source-serif-pro"/>
              </a:rPr>
              <a:t>How Does it Work?</a:t>
            </a:r>
            <a:endParaRPr lang="en-GB" b="0" i="0" u="none" strike="noStrike" dirty="0">
              <a:effectLst/>
              <a:latin typeface="source-serif-pro"/>
            </a:endParaRP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effectLst/>
                <a:latin typeface="source-serif-pro"/>
              </a:rPr>
              <a:t>Your app starts by collecting the username.</a:t>
            </a: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effectLst/>
                <a:latin typeface="source-serif-pro"/>
              </a:rPr>
              <a:t>Cognito responds with a “challenge,” which is either:</a:t>
            </a: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effectLst/>
                <a:latin typeface="source-serif-pro"/>
              </a:rPr>
              <a:t>A list of available sign-in methods (e.g., SMS OTP, email OTP, or password).</a:t>
            </a: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effectLst/>
                <a:latin typeface="source-serif-pro"/>
              </a:rPr>
              <a:t>The specific method your app requested, if it’s available.</a:t>
            </a:r>
          </a:p>
        </p:txBody>
      </p:sp>
    </p:spTree>
    <p:extLst>
      <p:ext uri="{BB962C8B-B14F-4D97-AF65-F5344CB8AC3E}">
        <p14:creationId xmlns:p14="http://schemas.microsoft.com/office/powerpoint/2010/main" val="220673031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1F9C7-B55C-0F5A-ADB9-59A5433F5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08C74CE2-A319-A9BC-10CB-E63AEA1070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8688" y="0"/>
            <a:ext cx="525303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728208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151A5-F2CE-5873-6D83-E8A6047DB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>
            <a:extLst>
              <a:ext uri="{FF2B5EF4-FFF2-40B4-BE49-F238E27FC236}">
                <a16:creationId xmlns:a16="http://schemas.microsoft.com/office/drawing/2014/main" id="{B67ED98C-6736-8D91-5C8C-C0229A4515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148" y="504518"/>
            <a:ext cx="6679107" cy="3005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7A54C9F-3316-3360-6879-6312B98B9CE5}"/>
              </a:ext>
            </a:extLst>
          </p:cNvPr>
          <p:cNvSpPr txBox="1"/>
          <p:nvPr/>
        </p:nvSpPr>
        <p:spPr>
          <a:xfrm>
            <a:off x="7047186" y="241579"/>
            <a:ext cx="4850666" cy="4692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buFont typeface="+mj-lt"/>
              <a:buAutoNum type="arabicPeriod"/>
            </a:pPr>
            <a:r>
              <a:rPr lang="en-GB" b="1" i="0" u="none" strike="noStrike" dirty="0">
                <a:effectLst/>
                <a:latin typeface="source-serif-pro"/>
              </a:rPr>
              <a:t>Client-Side (Public) Authentication</a:t>
            </a:r>
            <a:r>
              <a:rPr lang="en-GB" b="0" i="0" u="none" strike="noStrike" dirty="0">
                <a:effectLst/>
                <a:latin typeface="source-serif-pro"/>
              </a:rPr>
              <a:t>:</a:t>
            </a: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effectLst/>
                <a:latin typeface="source-serif-pro"/>
              </a:rPr>
              <a:t>Methods</a:t>
            </a:r>
            <a:r>
              <a:rPr lang="en-GB" b="0" i="0" u="none" strike="noStrike" dirty="0">
                <a:effectLst/>
                <a:latin typeface="source-serif-pro"/>
              </a:rPr>
              <a:t>: </a:t>
            </a:r>
            <a:r>
              <a:rPr lang="en-GB" b="0" i="0" u="none" strike="noStrike" dirty="0" err="1">
                <a:effectLst/>
                <a:latin typeface="source-code-pro"/>
              </a:rPr>
              <a:t>InitiateAuth</a:t>
            </a:r>
            <a:r>
              <a:rPr lang="en-GB" b="0" i="0" u="none" strike="noStrike" dirty="0">
                <a:effectLst/>
                <a:latin typeface="source-serif-pro"/>
              </a:rPr>
              <a:t> and </a:t>
            </a:r>
            <a:r>
              <a:rPr lang="en-GB" b="0" i="0" u="none" strike="noStrike" dirty="0" err="1">
                <a:effectLst/>
                <a:latin typeface="source-code-pro"/>
              </a:rPr>
              <a:t>RespondToAuthChallenge</a:t>
            </a:r>
            <a:endParaRPr lang="en-GB" b="0" i="0" u="none" strike="noStrike" dirty="0">
              <a:effectLst/>
              <a:latin typeface="source-serif-pro"/>
            </a:endParaRP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effectLst/>
                <a:latin typeface="source-serif-pro"/>
              </a:rPr>
              <a:t>Use Case</a:t>
            </a:r>
            <a:r>
              <a:rPr lang="en-GB" b="0" i="0" u="none" strike="noStrike" dirty="0">
                <a:effectLst/>
                <a:latin typeface="source-serif-pro"/>
              </a:rPr>
              <a:t>: Designed for applications running on user devices, such as mobile or single-page applications.</a:t>
            </a: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effectLst/>
                <a:latin typeface="source-serif-pro"/>
              </a:rPr>
              <a:t>Authorization</a:t>
            </a:r>
            <a:r>
              <a:rPr lang="en-GB" b="0" i="0" u="none" strike="noStrike" dirty="0">
                <a:effectLst/>
                <a:latin typeface="source-serif-pro"/>
              </a:rPr>
              <a:t>: These methods do not require AWS Identity and Access Management (IAM) credentials, that means that it does not require a server in the middle between your client and Cognito, your client will directly communicate with Cognito as it will be </a:t>
            </a:r>
            <a:r>
              <a:rPr lang="en-GB" b="0" i="0" u="none" strike="noStrike" dirty="0" err="1">
                <a:effectLst/>
                <a:latin typeface="source-serif-pro"/>
              </a:rPr>
              <a:t>publically</a:t>
            </a:r>
            <a:r>
              <a:rPr lang="en-GB" b="0" i="0" u="none" strike="noStrike" dirty="0">
                <a:effectLst/>
                <a:latin typeface="source-serif-pro"/>
              </a:rPr>
              <a:t> available, making them suitable for environments where embedding such credentials is impractical or insecure.</a:t>
            </a:r>
          </a:p>
        </p:txBody>
      </p:sp>
    </p:spTree>
    <p:extLst>
      <p:ext uri="{BB962C8B-B14F-4D97-AF65-F5344CB8AC3E}">
        <p14:creationId xmlns:p14="http://schemas.microsoft.com/office/powerpoint/2010/main" val="255105450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D41EB-8CDB-43A7-DB75-D541DD491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>
            <a:extLst>
              <a:ext uri="{FF2B5EF4-FFF2-40B4-BE49-F238E27FC236}">
                <a16:creationId xmlns:a16="http://schemas.microsoft.com/office/drawing/2014/main" id="{126BAB7E-814A-3D02-13AF-FD69DEEFC5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628" y="230790"/>
            <a:ext cx="7070271" cy="4585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4D03762-0F37-B9F9-4951-5E67805D920B}"/>
              </a:ext>
            </a:extLst>
          </p:cNvPr>
          <p:cNvSpPr txBox="1"/>
          <p:nvPr/>
        </p:nvSpPr>
        <p:spPr>
          <a:xfrm>
            <a:off x="7354613" y="1198047"/>
            <a:ext cx="4613385" cy="31540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buNone/>
            </a:pPr>
            <a:r>
              <a:rPr lang="en-GB" b="1" i="0" u="none" strike="noStrike" dirty="0">
                <a:effectLst/>
                <a:latin typeface="source-serif-pro"/>
              </a:rPr>
              <a:t>Server-Side (Confidential) Authentication</a:t>
            </a:r>
            <a:r>
              <a:rPr lang="en-GB" b="0" i="0" u="none" strike="noStrike" dirty="0">
                <a:effectLst/>
                <a:latin typeface="source-serif-pro"/>
              </a:rPr>
              <a:t>:</a:t>
            </a: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effectLst/>
                <a:latin typeface="source-serif-pro"/>
              </a:rPr>
              <a:t>Methods</a:t>
            </a:r>
            <a:r>
              <a:rPr lang="en-GB" b="0" i="0" u="none" strike="noStrike" dirty="0">
                <a:effectLst/>
                <a:latin typeface="source-serif-pro"/>
              </a:rPr>
              <a:t>: </a:t>
            </a:r>
            <a:r>
              <a:rPr lang="en-GB" b="0" i="0" u="none" strike="noStrike" dirty="0" err="1">
                <a:effectLst/>
                <a:latin typeface="source-code-pro"/>
              </a:rPr>
              <a:t>AdminInitiateAuth</a:t>
            </a:r>
            <a:r>
              <a:rPr lang="en-GB" b="0" i="0" u="none" strike="noStrike" dirty="0">
                <a:effectLst/>
                <a:latin typeface="source-serif-pro"/>
              </a:rPr>
              <a:t> and </a:t>
            </a:r>
            <a:r>
              <a:rPr lang="en-GB" b="0" i="0" u="none" strike="noStrike" dirty="0" err="1">
                <a:effectLst/>
                <a:latin typeface="source-code-pro"/>
              </a:rPr>
              <a:t>AdminRespondToAuthChallenge</a:t>
            </a:r>
            <a:endParaRPr lang="en-GB" b="0" i="0" u="none" strike="noStrike" dirty="0">
              <a:effectLst/>
              <a:latin typeface="source-serif-pro"/>
            </a:endParaRP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effectLst/>
                <a:latin typeface="source-serif-pro"/>
              </a:rPr>
              <a:t>Use Case</a:t>
            </a:r>
            <a:r>
              <a:rPr lang="en-GB" b="0" i="0" u="none" strike="noStrike" dirty="0">
                <a:effectLst/>
                <a:latin typeface="source-serif-pro"/>
              </a:rPr>
              <a:t>: Intended for server-hosted applications where the backend can securely manage AWS credentials.</a:t>
            </a: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effectLst/>
                <a:latin typeface="source-serif-pro"/>
              </a:rPr>
              <a:t>Authorization</a:t>
            </a:r>
            <a:r>
              <a:rPr lang="en-GB" b="0" i="0" u="none" strike="noStrike" dirty="0">
                <a:effectLst/>
                <a:latin typeface="source-serif-pro"/>
              </a:rPr>
              <a:t>: These methods require IAM credentials, providing an additional layer of security appropriate for confidential client scenarios.</a:t>
            </a:r>
          </a:p>
        </p:txBody>
      </p:sp>
    </p:spTree>
    <p:extLst>
      <p:ext uri="{BB962C8B-B14F-4D97-AF65-F5344CB8AC3E}">
        <p14:creationId xmlns:p14="http://schemas.microsoft.com/office/powerpoint/2010/main" val="32717995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CE180-3735-7CE4-4480-3DA198306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>
            <a:extLst>
              <a:ext uri="{FF2B5EF4-FFF2-40B4-BE49-F238E27FC236}">
                <a16:creationId xmlns:a16="http://schemas.microsoft.com/office/drawing/2014/main" id="{73FEC9CB-41EA-C476-EB13-19B48D26F0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1000" y="2247900"/>
            <a:ext cx="8890000" cy="236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537855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2DAE8-5A34-AEFF-8F24-5DB185449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>
            <a:extLst>
              <a:ext uri="{FF2B5EF4-FFF2-40B4-BE49-F238E27FC236}">
                <a16:creationId xmlns:a16="http://schemas.microsoft.com/office/drawing/2014/main" id="{7FD8CF54-DFF2-3625-9EF1-4F48CF6501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1000" y="1765300"/>
            <a:ext cx="8890000" cy="332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A5446DC-31C9-B1AB-437F-E8AF46FD4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566" y="107359"/>
            <a:ext cx="7685037" cy="533991"/>
          </a:xfrm>
        </p:spPr>
        <p:txBody>
          <a:bodyPr>
            <a:normAutofit/>
          </a:bodyPr>
          <a:lstStyle/>
          <a:p>
            <a:r>
              <a:rPr lang="en-GB" sz="2300" dirty="0"/>
              <a:t>Groups</a:t>
            </a:r>
          </a:p>
        </p:txBody>
      </p:sp>
    </p:spTree>
    <p:extLst>
      <p:ext uri="{BB962C8B-B14F-4D97-AF65-F5344CB8AC3E}">
        <p14:creationId xmlns:p14="http://schemas.microsoft.com/office/powerpoint/2010/main" val="362642542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89821-22EB-9BD5-6C56-DDF4BB981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38A20-9336-AB90-59ED-54205ECCD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566" y="107359"/>
            <a:ext cx="7685037" cy="533991"/>
          </a:xfrm>
        </p:spPr>
        <p:txBody>
          <a:bodyPr>
            <a:normAutofit/>
          </a:bodyPr>
          <a:lstStyle/>
          <a:p>
            <a:r>
              <a:rPr lang="en-GB" sz="2300" dirty="0"/>
              <a:t>Lambda token signer</a:t>
            </a:r>
          </a:p>
        </p:txBody>
      </p:sp>
      <p:pic>
        <p:nvPicPr>
          <p:cNvPr id="1026" name="Picture 2" descr="Architecture">
            <a:extLst>
              <a:ext uri="{FF2B5EF4-FFF2-40B4-BE49-F238E27FC236}">
                <a16:creationId xmlns:a16="http://schemas.microsoft.com/office/drawing/2014/main" id="{B7594A71-22DE-1F45-41A5-AC7FFF5C12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47800"/>
            <a:ext cx="12192000" cy="396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349865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271BC-3C6E-8E77-84E7-88A2FBB1E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EBD8E-8016-D546-88DB-7B394C289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566" y="107359"/>
            <a:ext cx="7685037" cy="533991"/>
          </a:xfrm>
        </p:spPr>
        <p:txBody>
          <a:bodyPr>
            <a:normAutofit/>
          </a:bodyPr>
          <a:lstStyle/>
          <a:p>
            <a:r>
              <a:rPr lang="en-GB" sz="2300" dirty="0"/>
              <a:t>Server-side validation with Cognito token</a:t>
            </a:r>
          </a:p>
        </p:txBody>
      </p:sp>
      <p:pic>
        <p:nvPicPr>
          <p:cNvPr id="17410" name="Picture 2">
            <a:extLst>
              <a:ext uri="{FF2B5EF4-FFF2-40B4-BE49-F238E27FC236}">
                <a16:creationId xmlns:a16="http://schemas.microsoft.com/office/drawing/2014/main" id="{A482FFA8-5AE5-24E5-4B2D-57C435BBF1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1000" y="685800"/>
            <a:ext cx="8890000" cy="548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688529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17E3CE-2683-C18D-E7E3-4B0DC05BE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6AC8AE2-6F8E-1571-B259-0CD097FF1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884" y="232519"/>
            <a:ext cx="5899339" cy="457200"/>
          </a:xfrm>
        </p:spPr>
        <p:txBody>
          <a:bodyPr>
            <a:normAutofit/>
          </a:bodyPr>
          <a:lstStyle/>
          <a:p>
            <a:r>
              <a:rPr lang="en-GB" sz="2300" dirty="0"/>
              <a:t>DB design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D9660E-3CBD-E03E-7211-E4F2C027D3E3}"/>
              </a:ext>
            </a:extLst>
          </p:cNvPr>
          <p:cNvSpPr txBox="1"/>
          <p:nvPr/>
        </p:nvSpPr>
        <p:spPr>
          <a:xfrm>
            <a:off x="574766" y="792480"/>
            <a:ext cx="674914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Each service has a dedicated schema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Each service connects to database as a service user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Each service user can only access a single schema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Create roles for FX service, Payment service and Ledger service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Create a role for </a:t>
            </a:r>
            <a:r>
              <a:rPr lang="en-GB" dirty="0" err="1"/>
              <a:t>Hasura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Give role </a:t>
            </a:r>
            <a:r>
              <a:rPr lang="en-GB" dirty="0" err="1"/>
              <a:t>Hasura</a:t>
            </a:r>
            <a:r>
              <a:rPr lang="en-GB" dirty="0"/>
              <a:t> access to above schemas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Expose each schema in </a:t>
            </a:r>
            <a:r>
              <a:rPr lang="en-GB" dirty="0" err="1"/>
              <a:t>Hasura</a:t>
            </a:r>
            <a:r>
              <a:rPr lang="en-GB" dirty="0"/>
              <a:t> and create actions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/>
              <a:t>Hasura</a:t>
            </a:r>
            <a:r>
              <a:rPr lang="en-GB" dirty="0"/>
              <a:t> sits on top of all schemas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734C4E-C819-68F9-FC82-C3783CA05FD6}"/>
              </a:ext>
            </a:extLst>
          </p:cNvPr>
          <p:cNvSpPr txBox="1"/>
          <p:nvPr/>
        </p:nvSpPr>
        <p:spPr>
          <a:xfrm>
            <a:off x="574765" y="4419481"/>
            <a:ext cx="6749143" cy="1477328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GRANT USAGE ON SCHEMA </a:t>
            </a:r>
            <a:r>
              <a:rPr lang="en-GB" dirty="0" err="1"/>
              <a:t>hdb_catalog</a:t>
            </a:r>
            <a:r>
              <a:rPr lang="en-GB" dirty="0"/>
              <a:t> TO service role;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GRANT INSERT ON </a:t>
            </a:r>
            <a:r>
              <a:rPr lang="en-GB" dirty="0" err="1"/>
              <a:t>hdb_catalog.event_log</a:t>
            </a:r>
            <a:r>
              <a:rPr lang="en-GB" dirty="0"/>
              <a:t> </a:t>
            </a:r>
            <a:r>
              <a:rPr lang="en-GB" dirty="0" err="1"/>
              <a:t>Toservice</a:t>
            </a:r>
            <a:r>
              <a:rPr lang="en-GB" dirty="0"/>
              <a:t> role; </a:t>
            </a:r>
            <a:br>
              <a:rPr lang="en-GB" dirty="0"/>
            </a:br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84273502"/>
      </p:ext>
    </p:extLst>
  </p:cSld>
  <p:clrMapOvr>
    <a:masterClrMapping/>
  </p:clrMapOvr>
</p:sld>
</file>

<file path=ppt/theme/theme1.xml><?xml version="1.0" encoding="utf-8"?>
<a:theme xmlns:a="http://schemas.openxmlformats.org/drawingml/2006/main" name="TropicVTI">
  <a:themeElements>
    <a:clrScheme name="AnalogousFromRegularSeedRightStep">
      <a:dk1>
        <a:srgbClr val="000000"/>
      </a:dk1>
      <a:lt1>
        <a:srgbClr val="FFFFFF"/>
      </a:lt1>
      <a:dk2>
        <a:srgbClr val="1B2430"/>
      </a:dk2>
      <a:lt2>
        <a:srgbClr val="F3F0F0"/>
      </a:lt2>
      <a:accent1>
        <a:srgbClr val="45AFB0"/>
      </a:accent1>
      <a:accent2>
        <a:srgbClr val="3B7EB1"/>
      </a:accent2>
      <a:accent3>
        <a:srgbClr val="4D5FC3"/>
      </a:accent3>
      <a:accent4>
        <a:srgbClr val="5C3DB2"/>
      </a:accent4>
      <a:accent5>
        <a:srgbClr val="9D4DC3"/>
      </a:accent5>
      <a:accent6>
        <a:srgbClr val="B13BA6"/>
      </a:accent6>
      <a:hlink>
        <a:srgbClr val="BF413F"/>
      </a:hlink>
      <a:folHlink>
        <a:srgbClr val="7F7F7F"/>
      </a:folHlink>
    </a:clrScheme>
    <a:fontScheme name="Tropic">
      <a:majorFont>
        <a:latin typeface="Gill Sans Nova"/>
        <a:ea typeface=""/>
        <a:cs typeface=""/>
      </a:majorFont>
      <a:minorFont>
        <a:latin typeface="Gill Sans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ropicVTI" id="{DE8751F2-0439-4D1D-A674-AFC241C9701D}" vid="{C41D9140-98E0-4A26-97C4-97FDCB8D6E0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355180</TotalTime>
  <Words>2742</Words>
  <Application>Microsoft Macintosh PowerPoint</Application>
  <PresentationFormat>Widescreen</PresentationFormat>
  <Paragraphs>775</Paragraphs>
  <Slides>60</Slides>
  <Notes>58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7" baseType="lpstr">
      <vt:lpstr>Arial</vt:lpstr>
      <vt:lpstr>Calibri</vt:lpstr>
      <vt:lpstr>Gill Sans Nova</vt:lpstr>
      <vt:lpstr>Google Sans</vt:lpstr>
      <vt:lpstr>source-code-pro</vt:lpstr>
      <vt:lpstr>source-serif-pro</vt:lpstr>
      <vt:lpstr>TropicVTI</vt:lpstr>
      <vt:lpstr>Mission</vt:lpstr>
      <vt:lpstr>Payment Service – Current State</vt:lpstr>
      <vt:lpstr>Payment Service – Future State</vt:lpstr>
      <vt:lpstr>Core processing – Data flows</vt:lpstr>
      <vt:lpstr>Orchestration</vt:lpstr>
      <vt:lpstr>Leger Service – High level Architecture</vt:lpstr>
      <vt:lpstr>Cross-border Payment processing </vt:lpstr>
      <vt:lpstr>Payment request attachment upload flow</vt:lpstr>
      <vt:lpstr>Domestic Payment processing </vt:lpstr>
      <vt:lpstr>Trusek End of Day</vt:lpstr>
      <vt:lpstr>Elevate Start of Day balance-level Reconciliation</vt:lpstr>
      <vt:lpstr>Elevate End of Day balance-level Reconciliation</vt:lpstr>
      <vt:lpstr>Elevate Transaction reconciliation</vt:lpstr>
      <vt:lpstr>UI deliverables</vt:lpstr>
      <vt:lpstr>Transformation Phases</vt:lpstr>
      <vt:lpstr>Discovery phase</vt:lpstr>
      <vt:lpstr>Design phase</vt:lpstr>
      <vt:lpstr>Delivery Phase</vt:lpstr>
      <vt:lpstr>WebApp architecture options</vt:lpstr>
      <vt:lpstr>Cognito as Authoriser – High level Architecture</vt:lpstr>
      <vt:lpstr>AWS Environments</vt:lpstr>
      <vt:lpstr>Operational Dashboard Landing Page</vt:lpstr>
      <vt:lpstr>Development Resources</vt:lpstr>
      <vt:lpstr>Roadmap</vt:lpstr>
      <vt:lpstr>Tasks &amp; Deliverables</vt:lpstr>
      <vt:lpstr>Operations Resources</vt:lpstr>
      <vt:lpstr>Chart of Accounts</vt:lpstr>
      <vt:lpstr>Fine grained authorization – High level Architecture</vt:lpstr>
      <vt:lpstr>Key ledger events - Payments</vt:lpstr>
      <vt:lpstr>Payment beneficiary sanction screening – Future state</vt:lpstr>
      <vt:lpstr>Ledger journal entry scenario</vt:lpstr>
      <vt:lpstr>Ledger API - POST Customer Deposit transaction</vt:lpstr>
      <vt:lpstr>Ledger API  - POST Customer Withdrawal transaction</vt:lpstr>
      <vt:lpstr>Payment statuses – Banking Circle</vt:lpstr>
      <vt:lpstr>Backend for frontend (BFF)</vt:lpstr>
      <vt:lpstr>Hasura authentication</vt:lpstr>
      <vt:lpstr>Hasura authentication</vt:lpstr>
      <vt:lpstr>Hasura authentication</vt:lpstr>
      <vt:lpstr>Hasura authentication</vt:lpstr>
      <vt:lpstr>Ledger design principles</vt:lpstr>
      <vt:lpstr>Hasura – Fetching graphs</vt:lpstr>
      <vt:lpstr>Hasura – Mutation</vt:lpstr>
      <vt:lpstr>Hasura authentication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Groups</vt:lpstr>
      <vt:lpstr>Lambda token signer</vt:lpstr>
      <vt:lpstr>Server-side validation with Cognito token</vt:lpstr>
      <vt:lpstr>DB design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payment process</dc:title>
  <dc:creator>Hamid Lahooti</dc:creator>
  <cp:lastModifiedBy>no-reply</cp:lastModifiedBy>
  <cp:revision>666</cp:revision>
  <cp:lastPrinted>2022-04-28T06:37:59Z</cp:lastPrinted>
  <dcterms:created xsi:type="dcterms:W3CDTF">2022-04-22T06:49:27Z</dcterms:created>
  <dcterms:modified xsi:type="dcterms:W3CDTF">2025-10-02T20:54:36Z</dcterms:modified>
</cp:coreProperties>
</file>