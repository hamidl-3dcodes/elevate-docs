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40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0"/>
    <p:restoredTop sz="94645"/>
  </p:normalViewPr>
  <p:slideViewPr>
    <p:cSldViewPr snapToGrid="0">
      <p:cViewPr varScale="1">
        <p:scale>
          <a:sx n="154" d="100"/>
          <a:sy n="154" d="100"/>
        </p:scale>
        <p:origin x="23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6FDEA-DD37-1049-9EDD-AD64FAA359E3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4B6B9-98BC-974F-93F9-86D644E5D6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17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A478-CD18-6A41-4BE4-C5EA70E3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7ADF3-345A-2252-8EF4-6C108E44F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84A0D-2FF2-F6CC-9E0A-4F01CD229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216F7-4C69-AEB4-0DC1-60D7692D8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97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17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93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7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59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84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278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68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01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5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58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77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AC025BB-F5F0-DF4E-8BAB-C6F1EAA6EDA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4EE3ACC-FF84-F841-A460-DC3212D408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355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1B08-2FA7-CB2F-21FF-02C6AB9E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AD30D7-2FD3-CF56-BC76-B49A4E48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/>
              <a:t>Attachment Upload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B4ACC3-32B1-C56B-FB50-615133239984}"/>
              </a:ext>
            </a:extLst>
          </p:cNvPr>
          <p:cNvSpPr/>
          <p:nvPr/>
        </p:nvSpPr>
        <p:spPr>
          <a:xfrm>
            <a:off x="238570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Validate file and initiate Upload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2A876C-A64A-FD3F-27E6-BFF142ACF903}"/>
              </a:ext>
            </a:extLst>
          </p:cNvPr>
          <p:cNvSpPr/>
          <p:nvPr/>
        </p:nvSpPr>
        <p:spPr>
          <a:xfrm>
            <a:off x="2271278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Check RBAC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7E4C80-9F02-4D7C-08B0-9E05BFC23C87}"/>
              </a:ext>
            </a:extLst>
          </p:cNvPr>
          <p:cNvSpPr/>
          <p:nvPr/>
        </p:nvSpPr>
        <p:spPr>
          <a:xfrm>
            <a:off x="4316296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Sent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1A2EB3-652C-28D8-6880-3DD33909780A}"/>
              </a:ext>
            </a:extLst>
          </p:cNvPr>
          <p:cNvSpPr/>
          <p:nvPr/>
        </p:nvSpPr>
        <p:spPr>
          <a:xfrm>
            <a:off x="6349004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Pending Processing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2906DD-67DA-1BE6-12A5-78708ACCEE8E}"/>
              </a:ext>
            </a:extLst>
          </p:cNvPr>
          <p:cNvSpPr/>
          <p:nvPr/>
        </p:nvSpPr>
        <p:spPr>
          <a:xfrm>
            <a:off x="8381712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Processed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AC6220-7D75-F311-AF94-F47E60F9E490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>
            <a:off x="1540780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48015E-C405-E894-BC2F-E916559FFBB5}"/>
              </a:ext>
            </a:extLst>
          </p:cNvPr>
          <p:cNvCxnSpPr>
            <a:cxnSpLocks/>
            <a:stCxn id="23" idx="6"/>
            <a:endCxn id="25" idx="2"/>
          </p:cNvCxnSpPr>
          <p:nvPr/>
        </p:nvCxnSpPr>
        <p:spPr>
          <a:xfrm>
            <a:off x="5618506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3D65545-2D5D-A4FB-54C7-ECDA68C140AA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7651214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0BC90D6F-0DC8-25B7-DDF1-4D38475B3682}"/>
              </a:ext>
            </a:extLst>
          </p:cNvPr>
          <p:cNvGrpSpPr/>
          <p:nvPr/>
        </p:nvGrpSpPr>
        <p:grpSpPr>
          <a:xfrm rot="16200000">
            <a:off x="-4577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7E6BE850-12E7-0C58-D5D9-1EA715AB9595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495292D6-15C3-9D48-5FAA-C9A70FB2CBCB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User Portal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9478321-5A31-283F-C304-26198DCC5D11}"/>
              </a:ext>
            </a:extLst>
          </p:cNvPr>
          <p:cNvGrpSpPr/>
          <p:nvPr/>
        </p:nvGrpSpPr>
        <p:grpSpPr>
          <a:xfrm rot="16200000">
            <a:off x="1986932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EBA500F3-1D44-AC03-82F4-12ACC81112A1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BC8C3388-5FE4-29EC-CDC8-A0F2F2C5341F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Backend</a:t>
              </a:r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80AE57F3-A777-10CD-C2A2-08763AFDD3DF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3585798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B6DAB6A9-702D-7936-DF82-ECCEA4EB3366}"/>
              </a:ext>
            </a:extLst>
          </p:cNvPr>
          <p:cNvGrpSpPr/>
          <p:nvPr/>
        </p:nvGrpSpPr>
        <p:grpSpPr>
          <a:xfrm rot="16200000">
            <a:off x="4031950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50C4BB9C-F2C3-C5B1-E8C4-8AE3551C7206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A654AE3E-AC0F-F14A-3671-8BF51F5A8E2B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Backend</a:t>
              </a:r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D4F02F9-2AB9-3F31-992C-41F2442C2098}"/>
              </a:ext>
            </a:extLst>
          </p:cNvPr>
          <p:cNvGrpSpPr/>
          <p:nvPr/>
        </p:nvGrpSpPr>
        <p:grpSpPr>
          <a:xfrm rot="16200000">
            <a:off x="6064658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5D625B84-72A0-4F01-2150-65F7989D6956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C7B2C276-39B0-6FE7-C2AB-F95B80A4DE59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Partner</a:t>
              </a: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78EA4C6E-6045-201B-4761-961ED8EA2353}"/>
              </a:ext>
            </a:extLst>
          </p:cNvPr>
          <p:cNvGrpSpPr/>
          <p:nvPr/>
        </p:nvGrpSpPr>
        <p:grpSpPr>
          <a:xfrm rot="16200000">
            <a:off x="809736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036EAF0F-9158-01CA-7933-6943B36BEA1D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EB66A0E8-4D54-999C-EDBC-45CCB08196A4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Partner</a:t>
              </a:r>
            </a:p>
          </p:txBody>
        </p:sp>
      </p:grp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BD195E0D-5DA9-5635-CAA4-9816F242F449}"/>
              </a:ext>
            </a:extLst>
          </p:cNvPr>
          <p:cNvCxnSpPr>
            <a:cxnSpLocks/>
          </p:cNvCxnSpPr>
          <p:nvPr/>
        </p:nvCxnSpPr>
        <p:spPr>
          <a:xfrm>
            <a:off x="1127072" y="3456577"/>
            <a:ext cx="1557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A6C9D846-A01E-A7A1-5C74-F872BDB478D1}"/>
              </a:ext>
            </a:extLst>
          </p:cNvPr>
          <p:cNvCxnSpPr>
            <a:cxnSpLocks/>
            <a:stCxn id="1031" idx="2"/>
          </p:cNvCxnSpPr>
          <p:nvPr/>
        </p:nvCxnSpPr>
        <p:spPr>
          <a:xfrm>
            <a:off x="3159780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62942142-029B-2CA2-3CC6-2783808B9A29}"/>
              </a:ext>
            </a:extLst>
          </p:cNvPr>
          <p:cNvCxnSpPr>
            <a:cxnSpLocks/>
            <a:stCxn id="1062" idx="2"/>
            <a:endCxn id="1065" idx="0"/>
          </p:cNvCxnSpPr>
          <p:nvPr/>
        </p:nvCxnSpPr>
        <p:spPr>
          <a:xfrm>
            <a:off x="5204798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0DA5838E-CA02-B6DC-E6BB-B30656561A38}"/>
              </a:ext>
            </a:extLst>
          </p:cNvPr>
          <p:cNvCxnSpPr>
            <a:cxnSpLocks/>
            <a:stCxn id="1065" idx="2"/>
            <a:endCxn id="1068" idx="0"/>
          </p:cNvCxnSpPr>
          <p:nvPr/>
        </p:nvCxnSpPr>
        <p:spPr>
          <a:xfrm>
            <a:off x="7237506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99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7451</TotalTime>
  <Words>22</Words>
  <Application>Microsoft Macintosh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Attachment Upload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no-reply</dc:creator>
  <cp:lastModifiedBy>no-reply</cp:lastModifiedBy>
  <cp:revision>1</cp:revision>
  <dcterms:created xsi:type="dcterms:W3CDTF">2025-09-25T15:25:58Z</dcterms:created>
  <dcterms:modified xsi:type="dcterms:W3CDTF">2025-09-30T19:37:41Z</dcterms:modified>
</cp:coreProperties>
</file>