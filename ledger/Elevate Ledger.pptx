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12"/>
  </p:notesMasterIdLst>
  <p:sldIdLst>
    <p:sldId id="401" r:id="rId2"/>
    <p:sldId id="404" r:id="rId3"/>
    <p:sldId id="379" r:id="rId4"/>
    <p:sldId id="402" r:id="rId5"/>
    <p:sldId id="364" r:id="rId6"/>
    <p:sldId id="372" r:id="rId7"/>
    <p:sldId id="378" r:id="rId8"/>
    <p:sldId id="369" r:id="rId9"/>
    <p:sldId id="377" r:id="rId10"/>
    <p:sldId id="40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8310D1-520F-E340-9DC9-983DD70B5F84}">
          <p14:sldIdLst>
            <p14:sldId id="401"/>
            <p14:sldId id="404"/>
            <p14:sldId id="379"/>
            <p14:sldId id="402"/>
            <p14:sldId id="364"/>
            <p14:sldId id="372"/>
            <p14:sldId id="378"/>
            <p14:sldId id="369"/>
            <p14:sldId id="377"/>
            <p14:sldId id="4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2FD"/>
    <a:srgbClr val="B9AE30"/>
    <a:srgbClr val="B8AC2F"/>
    <a:srgbClr val="FDBCDA"/>
    <a:srgbClr val="FDD0E7"/>
    <a:srgbClr val="F8CEFD"/>
    <a:srgbClr val="A0C0E1"/>
    <a:srgbClr val="6BA9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791"/>
    <p:restoredTop sz="96827"/>
  </p:normalViewPr>
  <p:slideViewPr>
    <p:cSldViewPr snapToGrid="0" snapToObjects="1">
      <p:cViewPr varScale="1">
        <p:scale>
          <a:sx n="134" d="100"/>
          <a:sy n="134" d="100"/>
        </p:scale>
        <p:origin x="3408" y="5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078D0B-EB64-2D4C-8E19-B88B9EA182A9}" type="doc">
      <dgm:prSet loTypeId="urn:microsoft.com/office/officeart/2005/8/layout/orgChart1" loCatId="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BBBFA12-D12A-A849-8F32-21C795BD9677}">
      <dgm:prSet phldrT="[Text]" custT="1"/>
      <dgm:spPr/>
      <dgm:t>
        <a:bodyPr/>
        <a:lstStyle/>
        <a:p>
          <a:r>
            <a:rPr lang="en-GB" sz="1600" dirty="0"/>
            <a:t>World</a:t>
          </a:r>
        </a:p>
      </dgm:t>
    </dgm:pt>
    <dgm:pt modelId="{297E7D2A-4099-9A42-8188-6EAF8626267A}" type="parTrans" cxnId="{D9278338-37D0-EB49-B1C2-CBB0D29AE0F9}">
      <dgm:prSet/>
      <dgm:spPr/>
      <dgm:t>
        <a:bodyPr/>
        <a:lstStyle/>
        <a:p>
          <a:endParaRPr lang="en-GB"/>
        </a:p>
      </dgm:t>
    </dgm:pt>
    <dgm:pt modelId="{99ED5F35-8DC3-F147-B18E-02982A8142B2}" type="sibTrans" cxnId="{D9278338-37D0-EB49-B1C2-CBB0D29AE0F9}">
      <dgm:prSet/>
      <dgm:spPr/>
      <dgm:t>
        <a:bodyPr/>
        <a:lstStyle/>
        <a:p>
          <a:endParaRPr lang="en-GB"/>
        </a:p>
      </dgm:t>
    </dgm:pt>
    <dgm:pt modelId="{E2298AF5-53ED-A541-84B8-5AA6FC6FC0AE}">
      <dgm:prSet phldrT="[Text]" custT="1"/>
      <dgm:spPr/>
      <dgm:t>
        <a:bodyPr/>
        <a:lstStyle/>
        <a:p>
          <a:r>
            <a:rPr lang="en-GB" sz="1600" dirty="0"/>
            <a:t>Banking Partner</a:t>
          </a:r>
        </a:p>
      </dgm:t>
    </dgm:pt>
    <dgm:pt modelId="{F5A117A7-C2D7-1740-868E-9C1D691C486F}" type="parTrans" cxnId="{CFAAA33F-2CAA-6B40-9E86-46DA9E9DFDDE}">
      <dgm:prSet/>
      <dgm:spPr/>
      <dgm:t>
        <a:bodyPr/>
        <a:lstStyle/>
        <a:p>
          <a:endParaRPr lang="en-GB"/>
        </a:p>
      </dgm:t>
    </dgm:pt>
    <dgm:pt modelId="{385F89B0-F152-B14F-A2C0-5155C86E3670}" type="sibTrans" cxnId="{CFAAA33F-2CAA-6B40-9E86-46DA9E9DFDDE}">
      <dgm:prSet/>
      <dgm:spPr/>
      <dgm:t>
        <a:bodyPr/>
        <a:lstStyle/>
        <a:p>
          <a:endParaRPr lang="en-GB"/>
        </a:p>
      </dgm:t>
    </dgm:pt>
    <dgm:pt modelId="{B228E980-04D5-3848-BC52-4B7B650132C4}">
      <dgm:prSet custT="1"/>
      <dgm:spPr/>
      <dgm:t>
        <a:bodyPr/>
        <a:lstStyle/>
        <a:p>
          <a:r>
            <a:rPr lang="en-GB" sz="1600" dirty="0"/>
            <a:t>Convera</a:t>
          </a:r>
        </a:p>
      </dgm:t>
    </dgm:pt>
    <dgm:pt modelId="{C56FC11D-D3C7-9341-B37C-2F665FC57DDB}" type="parTrans" cxnId="{7321EF4A-795C-2E48-A584-108F132701EC}">
      <dgm:prSet/>
      <dgm:spPr/>
      <dgm:t>
        <a:bodyPr/>
        <a:lstStyle/>
        <a:p>
          <a:endParaRPr lang="en-GB"/>
        </a:p>
      </dgm:t>
    </dgm:pt>
    <dgm:pt modelId="{5BF91707-6930-F440-896B-75646DC5F956}" type="sibTrans" cxnId="{7321EF4A-795C-2E48-A584-108F132701EC}">
      <dgm:prSet/>
      <dgm:spPr/>
      <dgm:t>
        <a:bodyPr/>
        <a:lstStyle/>
        <a:p>
          <a:endParaRPr lang="en-GB"/>
        </a:p>
      </dgm:t>
    </dgm:pt>
    <dgm:pt modelId="{A5E105E0-39D0-4042-B6C2-804F183AA415}">
      <dgm:prSet custT="1"/>
      <dgm:spPr/>
      <dgm:t>
        <a:bodyPr/>
        <a:lstStyle/>
        <a:p>
          <a:r>
            <a:rPr lang="en-GB" sz="1600" dirty="0"/>
            <a:t>Banking Circle</a:t>
          </a:r>
        </a:p>
      </dgm:t>
    </dgm:pt>
    <dgm:pt modelId="{D7F89006-D06B-1940-B4EA-0D75801D4A71}" type="parTrans" cxnId="{55B83DAB-982E-9B47-ABBB-48B392FB9C7C}">
      <dgm:prSet/>
      <dgm:spPr/>
      <dgm:t>
        <a:bodyPr/>
        <a:lstStyle/>
        <a:p>
          <a:endParaRPr lang="en-GB"/>
        </a:p>
      </dgm:t>
    </dgm:pt>
    <dgm:pt modelId="{A9B03829-011B-534A-9FA9-8AD0F85709F0}" type="sibTrans" cxnId="{55B83DAB-982E-9B47-ABBB-48B392FB9C7C}">
      <dgm:prSet/>
      <dgm:spPr/>
      <dgm:t>
        <a:bodyPr/>
        <a:lstStyle/>
        <a:p>
          <a:endParaRPr lang="en-GB"/>
        </a:p>
      </dgm:t>
    </dgm:pt>
    <dgm:pt modelId="{D6CDE049-922A-A746-84A4-6B805C7C384E}">
      <dgm:prSet custT="1"/>
      <dgm:spPr/>
      <dgm:t>
        <a:bodyPr/>
        <a:lstStyle/>
        <a:p>
          <a:r>
            <a:rPr lang="en-GB" sz="1600" dirty="0"/>
            <a:t>Bank of London</a:t>
          </a:r>
        </a:p>
      </dgm:t>
    </dgm:pt>
    <dgm:pt modelId="{78D488D7-9601-E74D-9DE7-A7DC71F80FF5}" type="parTrans" cxnId="{110B64A4-D12D-6B48-9E77-74ECD155427A}">
      <dgm:prSet/>
      <dgm:spPr/>
      <dgm:t>
        <a:bodyPr/>
        <a:lstStyle/>
        <a:p>
          <a:endParaRPr lang="en-GB"/>
        </a:p>
      </dgm:t>
    </dgm:pt>
    <dgm:pt modelId="{82E3E0D7-3F92-9D44-B57B-5847BC222F3E}" type="sibTrans" cxnId="{110B64A4-D12D-6B48-9E77-74ECD155427A}">
      <dgm:prSet/>
      <dgm:spPr/>
      <dgm:t>
        <a:bodyPr/>
        <a:lstStyle/>
        <a:p>
          <a:endParaRPr lang="en-GB"/>
        </a:p>
      </dgm:t>
    </dgm:pt>
    <dgm:pt modelId="{EA0E9F87-D24E-BB40-9F33-D109A1E4C3E9}">
      <dgm:prSet custT="1"/>
      <dgm:spPr/>
      <dgm:t>
        <a:bodyPr/>
        <a:lstStyle/>
        <a:p>
          <a:r>
            <a:rPr lang="en-GB" sz="1600" dirty="0"/>
            <a:t>Frontier</a:t>
          </a:r>
        </a:p>
      </dgm:t>
    </dgm:pt>
    <dgm:pt modelId="{6D09031D-AA49-6E40-B47B-100DBE8A0232}" type="parTrans" cxnId="{E35245D5-B13B-A940-9465-0EA0A8F7B36F}">
      <dgm:prSet/>
      <dgm:spPr/>
      <dgm:t>
        <a:bodyPr/>
        <a:lstStyle/>
        <a:p>
          <a:endParaRPr lang="en-GB"/>
        </a:p>
      </dgm:t>
    </dgm:pt>
    <dgm:pt modelId="{37F39BCE-12F0-1F4F-B19E-6306C13AD81B}" type="sibTrans" cxnId="{E35245D5-B13B-A940-9465-0EA0A8F7B36F}">
      <dgm:prSet/>
      <dgm:spPr/>
      <dgm:t>
        <a:bodyPr/>
        <a:lstStyle/>
        <a:p>
          <a:endParaRPr lang="en-GB"/>
        </a:p>
      </dgm:t>
    </dgm:pt>
    <dgm:pt modelId="{DF448D4B-BE50-A044-A100-98470CC3FFD0}">
      <dgm:prSet custT="1"/>
      <dgm:spPr/>
      <dgm:t>
        <a:bodyPr/>
        <a:lstStyle/>
        <a:p>
          <a:r>
            <a:rPr lang="en-GB" sz="1600" dirty="0"/>
            <a:t>Customer Wallet</a:t>
          </a:r>
        </a:p>
      </dgm:t>
    </dgm:pt>
    <dgm:pt modelId="{7F7E3BE9-971B-9D47-93E1-586263D995CC}" type="parTrans" cxnId="{2EFE1346-9958-D649-8391-9A9A44D6FFD4}">
      <dgm:prSet/>
      <dgm:spPr/>
      <dgm:t>
        <a:bodyPr/>
        <a:lstStyle/>
        <a:p>
          <a:endParaRPr lang="en-GB"/>
        </a:p>
      </dgm:t>
    </dgm:pt>
    <dgm:pt modelId="{8830BD5C-4F36-9541-AB7A-81BF6D8CD7F0}" type="sibTrans" cxnId="{2EFE1346-9958-D649-8391-9A9A44D6FFD4}">
      <dgm:prSet/>
      <dgm:spPr/>
      <dgm:t>
        <a:bodyPr/>
        <a:lstStyle/>
        <a:p>
          <a:endParaRPr lang="en-GB"/>
        </a:p>
      </dgm:t>
    </dgm:pt>
    <dgm:pt modelId="{53BE5260-E464-AA45-93B0-99F8183F6C0C}">
      <dgm:prSet custT="1"/>
      <dgm:spPr/>
      <dgm:t>
        <a:bodyPr/>
        <a:lstStyle/>
        <a:p>
          <a:r>
            <a:rPr lang="en-GB" sz="1600" dirty="0"/>
            <a:t>Company Cash</a:t>
          </a:r>
        </a:p>
      </dgm:t>
    </dgm:pt>
    <dgm:pt modelId="{A7876F84-4ABD-524B-BC9D-6321E0CAD2A6}" type="parTrans" cxnId="{78F0CE49-4895-FF43-87FF-C7E703F3375A}">
      <dgm:prSet/>
      <dgm:spPr/>
      <dgm:t>
        <a:bodyPr/>
        <a:lstStyle/>
        <a:p>
          <a:endParaRPr lang="en-GB"/>
        </a:p>
      </dgm:t>
    </dgm:pt>
    <dgm:pt modelId="{B5426969-94CD-5345-8E4B-1C78A11440B2}" type="sibTrans" cxnId="{78F0CE49-4895-FF43-87FF-C7E703F3375A}">
      <dgm:prSet/>
      <dgm:spPr/>
      <dgm:t>
        <a:bodyPr/>
        <a:lstStyle/>
        <a:p>
          <a:endParaRPr lang="en-GB"/>
        </a:p>
      </dgm:t>
    </dgm:pt>
    <dgm:pt modelId="{6D9A1F4E-BEE9-8D4A-BD03-E08DF7D726C3}">
      <dgm:prSet custT="1"/>
      <dgm:spPr/>
      <dgm:t>
        <a:bodyPr/>
        <a:lstStyle/>
        <a:p>
          <a:r>
            <a:rPr lang="en-GB" sz="1600" dirty="0"/>
            <a:t>Fees </a:t>
          </a:r>
          <a:br>
            <a:rPr lang="en-GB" sz="1600" dirty="0"/>
          </a:br>
          <a:r>
            <a:rPr lang="en-GB" sz="1600" dirty="0"/>
            <a:t>Revenue</a:t>
          </a:r>
        </a:p>
      </dgm:t>
    </dgm:pt>
    <dgm:pt modelId="{A64461FA-67B5-EC49-ADA6-E816EFDA2BE3}" type="parTrans" cxnId="{6E040285-A567-294B-9A3E-798B056FDBCD}">
      <dgm:prSet/>
      <dgm:spPr/>
      <dgm:t>
        <a:bodyPr/>
        <a:lstStyle/>
        <a:p>
          <a:endParaRPr lang="en-GB"/>
        </a:p>
      </dgm:t>
    </dgm:pt>
    <dgm:pt modelId="{51B5770D-A125-674F-89F1-C664021C970C}" type="sibTrans" cxnId="{6E040285-A567-294B-9A3E-798B056FDBCD}">
      <dgm:prSet/>
      <dgm:spPr/>
      <dgm:t>
        <a:bodyPr/>
        <a:lstStyle/>
        <a:p>
          <a:endParaRPr lang="en-GB"/>
        </a:p>
      </dgm:t>
    </dgm:pt>
    <dgm:pt modelId="{37694B0C-F7AD-4F41-BE64-CD21016067F9}">
      <dgm:prSet custT="1"/>
      <dgm:spPr/>
      <dgm:t>
        <a:bodyPr/>
        <a:lstStyle/>
        <a:p>
          <a:r>
            <a:rPr lang="en-GB" sz="1600" dirty="0"/>
            <a:t>FX Fees Revenues</a:t>
          </a:r>
        </a:p>
      </dgm:t>
    </dgm:pt>
    <dgm:pt modelId="{5F8AD80E-843E-AE47-ACCD-5D4DF874FA96}" type="parTrans" cxnId="{5A3DCBFD-5E72-C649-BFF9-758745F123C2}">
      <dgm:prSet/>
      <dgm:spPr/>
      <dgm:t>
        <a:bodyPr/>
        <a:lstStyle/>
        <a:p>
          <a:endParaRPr lang="en-GB"/>
        </a:p>
      </dgm:t>
    </dgm:pt>
    <dgm:pt modelId="{145A39E3-7609-A54E-B85F-7211A9DA7B08}" type="sibTrans" cxnId="{5A3DCBFD-5E72-C649-BFF9-758745F123C2}">
      <dgm:prSet/>
      <dgm:spPr/>
      <dgm:t>
        <a:bodyPr/>
        <a:lstStyle/>
        <a:p>
          <a:endParaRPr lang="en-GB"/>
        </a:p>
      </dgm:t>
    </dgm:pt>
    <dgm:pt modelId="{FD498606-2BD7-3B45-AD46-7294D463F82C}">
      <dgm:prSet custT="1"/>
      <dgm:spPr>
        <a:solidFill>
          <a:srgbClr val="45AFB0">
            <a:hueOff val="0"/>
            <a:satOff val="0"/>
            <a:lumOff val="0"/>
            <a:alphaOff val="0"/>
          </a:srgb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gm:spPr>
      <dgm:t>
        <a:bodyPr spcFirstLastPara="0" vert="horz" wrap="square" lIns="10160" tIns="10160" rIns="10160" bIns="10160" numCol="1" spcCol="1270" anchor="ctr" anchorCtr="0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rgbClr val="FFFFFF"/>
              </a:solidFill>
              <a:latin typeface="Gill Sans Nova"/>
              <a:ea typeface="+mn-ea"/>
              <a:cs typeface="+mn-cs"/>
            </a:rPr>
            <a:t>Expenses</a:t>
          </a:r>
        </a:p>
      </dgm:t>
    </dgm:pt>
    <dgm:pt modelId="{1B1D4064-E84A-C641-8A4D-9AC88DC9EDFD}" type="parTrans" cxnId="{1F754F66-2BB4-C14C-895D-816C2D598A22}">
      <dgm:prSet/>
      <dgm:spPr/>
      <dgm:t>
        <a:bodyPr/>
        <a:lstStyle/>
        <a:p>
          <a:endParaRPr lang="en-GB"/>
        </a:p>
      </dgm:t>
    </dgm:pt>
    <dgm:pt modelId="{DBA22D95-563F-B641-9BE5-33EB6C770AD4}" type="sibTrans" cxnId="{1F754F66-2BB4-C14C-895D-816C2D598A22}">
      <dgm:prSet/>
      <dgm:spPr/>
      <dgm:t>
        <a:bodyPr/>
        <a:lstStyle/>
        <a:p>
          <a:endParaRPr lang="en-GB"/>
        </a:p>
      </dgm:t>
    </dgm:pt>
    <dgm:pt modelId="{32EBDDF0-BE85-1E4D-B81A-18408CC66615}" type="pres">
      <dgm:prSet presAssocID="{19078D0B-EB64-2D4C-8E19-B88B9EA182A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4D8AF97-542F-134F-91BB-30FD554431CA}" type="pres">
      <dgm:prSet presAssocID="{3BBBFA12-D12A-A849-8F32-21C795BD9677}" presName="hierRoot1" presStyleCnt="0">
        <dgm:presLayoutVars>
          <dgm:hierBranch val="init"/>
        </dgm:presLayoutVars>
      </dgm:prSet>
      <dgm:spPr/>
    </dgm:pt>
    <dgm:pt modelId="{70196ECA-0BF8-294C-94DE-B241B7DE8E81}" type="pres">
      <dgm:prSet presAssocID="{3BBBFA12-D12A-A849-8F32-21C795BD9677}" presName="rootComposite1" presStyleCnt="0"/>
      <dgm:spPr/>
    </dgm:pt>
    <dgm:pt modelId="{FAE09C74-57D6-B64E-9CF2-C4983B3CC1F4}" type="pres">
      <dgm:prSet presAssocID="{3BBBFA12-D12A-A849-8F32-21C795BD9677}" presName="rootText1" presStyleLbl="node0" presStyleIdx="0" presStyleCnt="2">
        <dgm:presLayoutVars>
          <dgm:chPref val="3"/>
        </dgm:presLayoutVars>
      </dgm:prSet>
      <dgm:spPr/>
    </dgm:pt>
    <dgm:pt modelId="{CFD40DD0-9AF9-574C-9CCF-F7B56831B424}" type="pres">
      <dgm:prSet presAssocID="{3BBBFA12-D12A-A849-8F32-21C795BD9677}" presName="rootConnector1" presStyleLbl="node1" presStyleIdx="0" presStyleCnt="0"/>
      <dgm:spPr/>
    </dgm:pt>
    <dgm:pt modelId="{0879F610-F6A6-E84F-877A-BD93E36A2D26}" type="pres">
      <dgm:prSet presAssocID="{3BBBFA12-D12A-A849-8F32-21C795BD9677}" presName="hierChild2" presStyleCnt="0"/>
      <dgm:spPr/>
    </dgm:pt>
    <dgm:pt modelId="{C82E18F8-4F0E-B54F-A48E-2C18063A8B68}" type="pres">
      <dgm:prSet presAssocID="{F5A117A7-C2D7-1740-868E-9C1D691C486F}" presName="Name37" presStyleLbl="parChTrans1D2" presStyleIdx="0" presStyleCnt="6"/>
      <dgm:spPr/>
    </dgm:pt>
    <dgm:pt modelId="{EE69402D-9B4F-4C45-A1C2-C543F1F97D34}" type="pres">
      <dgm:prSet presAssocID="{E2298AF5-53ED-A541-84B8-5AA6FC6FC0AE}" presName="hierRoot2" presStyleCnt="0">
        <dgm:presLayoutVars>
          <dgm:hierBranch val="init"/>
        </dgm:presLayoutVars>
      </dgm:prSet>
      <dgm:spPr/>
    </dgm:pt>
    <dgm:pt modelId="{6DBEC56B-32C6-FD47-916E-B78F807A3010}" type="pres">
      <dgm:prSet presAssocID="{E2298AF5-53ED-A541-84B8-5AA6FC6FC0AE}" presName="rootComposite" presStyleCnt="0"/>
      <dgm:spPr/>
    </dgm:pt>
    <dgm:pt modelId="{9AB7851C-6B05-CE40-880B-550602B35593}" type="pres">
      <dgm:prSet presAssocID="{E2298AF5-53ED-A541-84B8-5AA6FC6FC0AE}" presName="rootText" presStyleLbl="node2" presStyleIdx="0" presStyleCnt="6">
        <dgm:presLayoutVars>
          <dgm:chPref val="3"/>
        </dgm:presLayoutVars>
      </dgm:prSet>
      <dgm:spPr/>
    </dgm:pt>
    <dgm:pt modelId="{B058380A-D519-BD4A-A72C-67EC9070E257}" type="pres">
      <dgm:prSet presAssocID="{E2298AF5-53ED-A541-84B8-5AA6FC6FC0AE}" presName="rootConnector" presStyleLbl="node2" presStyleIdx="0" presStyleCnt="6"/>
      <dgm:spPr/>
    </dgm:pt>
    <dgm:pt modelId="{65AD3F91-D36A-5145-9708-70029A31783A}" type="pres">
      <dgm:prSet presAssocID="{E2298AF5-53ED-A541-84B8-5AA6FC6FC0AE}" presName="hierChild4" presStyleCnt="0"/>
      <dgm:spPr/>
    </dgm:pt>
    <dgm:pt modelId="{49C4A877-BA81-7F42-8E5F-C9A097F6EBB7}" type="pres">
      <dgm:prSet presAssocID="{C56FC11D-D3C7-9341-B37C-2F665FC57DDB}" presName="Name37" presStyleLbl="parChTrans1D3" presStyleIdx="0" presStyleCnt="3"/>
      <dgm:spPr/>
    </dgm:pt>
    <dgm:pt modelId="{C7790E65-03B0-D844-8460-6E0612D579A9}" type="pres">
      <dgm:prSet presAssocID="{B228E980-04D5-3848-BC52-4B7B650132C4}" presName="hierRoot2" presStyleCnt="0">
        <dgm:presLayoutVars>
          <dgm:hierBranch val="init"/>
        </dgm:presLayoutVars>
      </dgm:prSet>
      <dgm:spPr/>
    </dgm:pt>
    <dgm:pt modelId="{F24F6193-1C73-EB4F-82D1-420AAD598325}" type="pres">
      <dgm:prSet presAssocID="{B228E980-04D5-3848-BC52-4B7B650132C4}" presName="rootComposite" presStyleCnt="0"/>
      <dgm:spPr/>
    </dgm:pt>
    <dgm:pt modelId="{259F42DE-F2D0-7449-9682-B1BDA87E3B9D}" type="pres">
      <dgm:prSet presAssocID="{B228E980-04D5-3848-BC52-4B7B650132C4}" presName="rootText" presStyleLbl="node3" presStyleIdx="0" presStyleCnt="3">
        <dgm:presLayoutVars>
          <dgm:chPref val="3"/>
        </dgm:presLayoutVars>
      </dgm:prSet>
      <dgm:spPr/>
    </dgm:pt>
    <dgm:pt modelId="{2B2DAD48-2124-0349-B91D-5400BED781DC}" type="pres">
      <dgm:prSet presAssocID="{B228E980-04D5-3848-BC52-4B7B650132C4}" presName="rootConnector" presStyleLbl="node3" presStyleIdx="0" presStyleCnt="3"/>
      <dgm:spPr/>
    </dgm:pt>
    <dgm:pt modelId="{11300ABC-23AC-3845-B6F7-C40441849ED0}" type="pres">
      <dgm:prSet presAssocID="{B228E980-04D5-3848-BC52-4B7B650132C4}" presName="hierChild4" presStyleCnt="0"/>
      <dgm:spPr/>
    </dgm:pt>
    <dgm:pt modelId="{96542C4E-35D6-0C41-8E06-E85A4E27A210}" type="pres">
      <dgm:prSet presAssocID="{B228E980-04D5-3848-BC52-4B7B650132C4}" presName="hierChild5" presStyleCnt="0"/>
      <dgm:spPr/>
    </dgm:pt>
    <dgm:pt modelId="{FA91B370-871D-2545-A5B6-3EBA3B393484}" type="pres">
      <dgm:prSet presAssocID="{D7F89006-D06B-1940-B4EA-0D75801D4A71}" presName="Name37" presStyleLbl="parChTrans1D3" presStyleIdx="1" presStyleCnt="3"/>
      <dgm:spPr/>
    </dgm:pt>
    <dgm:pt modelId="{699FB1F7-CAC5-9D45-970B-6D4FE29B1DDC}" type="pres">
      <dgm:prSet presAssocID="{A5E105E0-39D0-4042-B6C2-804F183AA415}" presName="hierRoot2" presStyleCnt="0">
        <dgm:presLayoutVars>
          <dgm:hierBranch val="init"/>
        </dgm:presLayoutVars>
      </dgm:prSet>
      <dgm:spPr/>
    </dgm:pt>
    <dgm:pt modelId="{92C35683-B315-5247-8860-8B11872DDDDE}" type="pres">
      <dgm:prSet presAssocID="{A5E105E0-39D0-4042-B6C2-804F183AA415}" presName="rootComposite" presStyleCnt="0"/>
      <dgm:spPr/>
    </dgm:pt>
    <dgm:pt modelId="{11703AE9-603F-CC4D-8174-6954D67934A2}" type="pres">
      <dgm:prSet presAssocID="{A5E105E0-39D0-4042-B6C2-804F183AA415}" presName="rootText" presStyleLbl="node3" presStyleIdx="1" presStyleCnt="3">
        <dgm:presLayoutVars>
          <dgm:chPref val="3"/>
        </dgm:presLayoutVars>
      </dgm:prSet>
      <dgm:spPr/>
    </dgm:pt>
    <dgm:pt modelId="{C746CB85-F8EC-5E48-89C2-208FBD7DDC47}" type="pres">
      <dgm:prSet presAssocID="{A5E105E0-39D0-4042-B6C2-804F183AA415}" presName="rootConnector" presStyleLbl="node3" presStyleIdx="1" presStyleCnt="3"/>
      <dgm:spPr/>
    </dgm:pt>
    <dgm:pt modelId="{A6A609A5-528C-A847-8960-4E5853C5C628}" type="pres">
      <dgm:prSet presAssocID="{A5E105E0-39D0-4042-B6C2-804F183AA415}" presName="hierChild4" presStyleCnt="0"/>
      <dgm:spPr/>
    </dgm:pt>
    <dgm:pt modelId="{07B6D562-28FD-8C42-BBBC-5F8D45BE2B55}" type="pres">
      <dgm:prSet presAssocID="{A5E105E0-39D0-4042-B6C2-804F183AA415}" presName="hierChild5" presStyleCnt="0"/>
      <dgm:spPr/>
    </dgm:pt>
    <dgm:pt modelId="{1D4ECF05-8CEF-774B-9F05-47491710205B}" type="pres">
      <dgm:prSet presAssocID="{78D488D7-9601-E74D-9DE7-A7DC71F80FF5}" presName="Name37" presStyleLbl="parChTrans1D3" presStyleIdx="2" presStyleCnt="3"/>
      <dgm:spPr/>
    </dgm:pt>
    <dgm:pt modelId="{0A832297-EA0A-0647-8CD7-012850B43A12}" type="pres">
      <dgm:prSet presAssocID="{D6CDE049-922A-A746-84A4-6B805C7C384E}" presName="hierRoot2" presStyleCnt="0">
        <dgm:presLayoutVars>
          <dgm:hierBranch val="init"/>
        </dgm:presLayoutVars>
      </dgm:prSet>
      <dgm:spPr/>
    </dgm:pt>
    <dgm:pt modelId="{AEFC1411-5BA7-DA4E-A5AE-3E228A4FDC83}" type="pres">
      <dgm:prSet presAssocID="{D6CDE049-922A-A746-84A4-6B805C7C384E}" presName="rootComposite" presStyleCnt="0"/>
      <dgm:spPr/>
    </dgm:pt>
    <dgm:pt modelId="{894B637E-63BD-8449-A454-409EA3C1355D}" type="pres">
      <dgm:prSet presAssocID="{D6CDE049-922A-A746-84A4-6B805C7C384E}" presName="rootText" presStyleLbl="node3" presStyleIdx="2" presStyleCnt="3">
        <dgm:presLayoutVars>
          <dgm:chPref val="3"/>
        </dgm:presLayoutVars>
      </dgm:prSet>
      <dgm:spPr/>
    </dgm:pt>
    <dgm:pt modelId="{4A42BBF5-59CF-E049-A5CA-7327B039DE6C}" type="pres">
      <dgm:prSet presAssocID="{D6CDE049-922A-A746-84A4-6B805C7C384E}" presName="rootConnector" presStyleLbl="node3" presStyleIdx="2" presStyleCnt="3"/>
      <dgm:spPr/>
    </dgm:pt>
    <dgm:pt modelId="{2936F852-7E55-7247-A0E2-4405E95E338B}" type="pres">
      <dgm:prSet presAssocID="{D6CDE049-922A-A746-84A4-6B805C7C384E}" presName="hierChild4" presStyleCnt="0"/>
      <dgm:spPr/>
    </dgm:pt>
    <dgm:pt modelId="{DA6326B7-E3ED-384A-A7DE-8FE50AD564F2}" type="pres">
      <dgm:prSet presAssocID="{D6CDE049-922A-A746-84A4-6B805C7C384E}" presName="hierChild5" presStyleCnt="0"/>
      <dgm:spPr/>
    </dgm:pt>
    <dgm:pt modelId="{43121537-EC00-6745-87D9-1986BAE1DD87}" type="pres">
      <dgm:prSet presAssocID="{E2298AF5-53ED-A541-84B8-5AA6FC6FC0AE}" presName="hierChild5" presStyleCnt="0"/>
      <dgm:spPr/>
    </dgm:pt>
    <dgm:pt modelId="{841D5EEA-67F1-084F-A053-23871D982E8D}" type="pres">
      <dgm:prSet presAssocID="{3BBBFA12-D12A-A849-8F32-21C795BD9677}" presName="hierChild3" presStyleCnt="0"/>
      <dgm:spPr/>
    </dgm:pt>
    <dgm:pt modelId="{EF5972DC-365E-5D46-AD79-2C067C642317}" type="pres">
      <dgm:prSet presAssocID="{EA0E9F87-D24E-BB40-9F33-D109A1E4C3E9}" presName="hierRoot1" presStyleCnt="0">
        <dgm:presLayoutVars>
          <dgm:hierBranch val="init"/>
        </dgm:presLayoutVars>
      </dgm:prSet>
      <dgm:spPr/>
    </dgm:pt>
    <dgm:pt modelId="{9E9C3545-657A-BA44-BDD3-B0B50A11E88C}" type="pres">
      <dgm:prSet presAssocID="{EA0E9F87-D24E-BB40-9F33-D109A1E4C3E9}" presName="rootComposite1" presStyleCnt="0"/>
      <dgm:spPr/>
    </dgm:pt>
    <dgm:pt modelId="{35A70A62-CE1A-DC4C-AB34-85F918BCD9C3}" type="pres">
      <dgm:prSet presAssocID="{EA0E9F87-D24E-BB40-9F33-D109A1E4C3E9}" presName="rootText1" presStyleLbl="node0" presStyleIdx="1" presStyleCnt="2">
        <dgm:presLayoutVars>
          <dgm:chPref val="3"/>
        </dgm:presLayoutVars>
      </dgm:prSet>
      <dgm:spPr/>
    </dgm:pt>
    <dgm:pt modelId="{D6E36FB6-1146-F644-AA49-D1A9337AE8A7}" type="pres">
      <dgm:prSet presAssocID="{EA0E9F87-D24E-BB40-9F33-D109A1E4C3E9}" presName="rootConnector1" presStyleLbl="node1" presStyleIdx="0" presStyleCnt="0"/>
      <dgm:spPr/>
    </dgm:pt>
    <dgm:pt modelId="{FA97E8D0-C6C8-4F40-9DFF-8573198A9CB2}" type="pres">
      <dgm:prSet presAssocID="{EA0E9F87-D24E-BB40-9F33-D109A1E4C3E9}" presName="hierChild2" presStyleCnt="0"/>
      <dgm:spPr/>
    </dgm:pt>
    <dgm:pt modelId="{FEEE5E33-2DC0-2C4A-887E-820FBD91BB4F}" type="pres">
      <dgm:prSet presAssocID="{7F7E3BE9-971B-9D47-93E1-586263D995CC}" presName="Name37" presStyleLbl="parChTrans1D2" presStyleIdx="1" presStyleCnt="6"/>
      <dgm:spPr/>
    </dgm:pt>
    <dgm:pt modelId="{6FDB0AB1-CBCA-6D45-A06C-8AB48CC5BD33}" type="pres">
      <dgm:prSet presAssocID="{DF448D4B-BE50-A044-A100-98470CC3FFD0}" presName="hierRoot2" presStyleCnt="0">
        <dgm:presLayoutVars>
          <dgm:hierBranch val="init"/>
        </dgm:presLayoutVars>
      </dgm:prSet>
      <dgm:spPr/>
    </dgm:pt>
    <dgm:pt modelId="{86AB8F78-8946-2143-AB9B-F0D8D91082D0}" type="pres">
      <dgm:prSet presAssocID="{DF448D4B-BE50-A044-A100-98470CC3FFD0}" presName="rootComposite" presStyleCnt="0"/>
      <dgm:spPr/>
    </dgm:pt>
    <dgm:pt modelId="{172E7171-AC87-9548-AD4A-AC9CFC6F872E}" type="pres">
      <dgm:prSet presAssocID="{DF448D4B-BE50-A044-A100-98470CC3FFD0}" presName="rootText" presStyleLbl="node2" presStyleIdx="1" presStyleCnt="6">
        <dgm:presLayoutVars>
          <dgm:chPref val="3"/>
        </dgm:presLayoutVars>
      </dgm:prSet>
      <dgm:spPr/>
    </dgm:pt>
    <dgm:pt modelId="{7D820131-EC7F-8D4A-8AE3-B7C0662A7C7C}" type="pres">
      <dgm:prSet presAssocID="{DF448D4B-BE50-A044-A100-98470CC3FFD0}" presName="rootConnector" presStyleLbl="node2" presStyleIdx="1" presStyleCnt="6"/>
      <dgm:spPr/>
    </dgm:pt>
    <dgm:pt modelId="{1E96E41A-2245-3C4D-A000-3D10EFA576C4}" type="pres">
      <dgm:prSet presAssocID="{DF448D4B-BE50-A044-A100-98470CC3FFD0}" presName="hierChild4" presStyleCnt="0"/>
      <dgm:spPr/>
    </dgm:pt>
    <dgm:pt modelId="{590B7AB3-EEAF-524B-BF22-DCB546B667F8}" type="pres">
      <dgm:prSet presAssocID="{DF448D4B-BE50-A044-A100-98470CC3FFD0}" presName="hierChild5" presStyleCnt="0"/>
      <dgm:spPr/>
    </dgm:pt>
    <dgm:pt modelId="{85C92856-C6E4-A348-A684-CBB7197FD4E1}" type="pres">
      <dgm:prSet presAssocID="{A7876F84-4ABD-524B-BC9D-6321E0CAD2A6}" presName="Name37" presStyleLbl="parChTrans1D2" presStyleIdx="2" presStyleCnt="6"/>
      <dgm:spPr/>
    </dgm:pt>
    <dgm:pt modelId="{E1E3E782-0D0A-A04A-9A97-062AD8C7F406}" type="pres">
      <dgm:prSet presAssocID="{53BE5260-E464-AA45-93B0-99F8183F6C0C}" presName="hierRoot2" presStyleCnt="0">
        <dgm:presLayoutVars>
          <dgm:hierBranch val="init"/>
        </dgm:presLayoutVars>
      </dgm:prSet>
      <dgm:spPr/>
    </dgm:pt>
    <dgm:pt modelId="{7FFA92B2-C693-4741-BB2A-FCE2E2193823}" type="pres">
      <dgm:prSet presAssocID="{53BE5260-E464-AA45-93B0-99F8183F6C0C}" presName="rootComposite" presStyleCnt="0"/>
      <dgm:spPr/>
    </dgm:pt>
    <dgm:pt modelId="{99819D16-BD54-814C-9381-2BC6927FE974}" type="pres">
      <dgm:prSet presAssocID="{53BE5260-E464-AA45-93B0-99F8183F6C0C}" presName="rootText" presStyleLbl="node2" presStyleIdx="2" presStyleCnt="6">
        <dgm:presLayoutVars>
          <dgm:chPref val="3"/>
        </dgm:presLayoutVars>
      </dgm:prSet>
      <dgm:spPr/>
    </dgm:pt>
    <dgm:pt modelId="{1418824A-5DD6-1A47-AA79-7E4C93E1184A}" type="pres">
      <dgm:prSet presAssocID="{53BE5260-E464-AA45-93B0-99F8183F6C0C}" presName="rootConnector" presStyleLbl="node2" presStyleIdx="2" presStyleCnt="6"/>
      <dgm:spPr/>
    </dgm:pt>
    <dgm:pt modelId="{C8332E5D-5106-D947-B0B5-844041DE76FF}" type="pres">
      <dgm:prSet presAssocID="{53BE5260-E464-AA45-93B0-99F8183F6C0C}" presName="hierChild4" presStyleCnt="0"/>
      <dgm:spPr/>
    </dgm:pt>
    <dgm:pt modelId="{D75DC1AF-6DA9-7243-B2A4-76FD308C2426}" type="pres">
      <dgm:prSet presAssocID="{53BE5260-E464-AA45-93B0-99F8183F6C0C}" presName="hierChild5" presStyleCnt="0"/>
      <dgm:spPr/>
    </dgm:pt>
    <dgm:pt modelId="{327C9AD8-F6E6-B043-9FA8-E5D14FF23718}" type="pres">
      <dgm:prSet presAssocID="{A64461FA-67B5-EC49-ADA6-E816EFDA2BE3}" presName="Name37" presStyleLbl="parChTrans1D2" presStyleIdx="3" presStyleCnt="6"/>
      <dgm:spPr/>
    </dgm:pt>
    <dgm:pt modelId="{EE1524BC-69B0-DC45-8DF9-54AB143CA6C0}" type="pres">
      <dgm:prSet presAssocID="{6D9A1F4E-BEE9-8D4A-BD03-E08DF7D726C3}" presName="hierRoot2" presStyleCnt="0">
        <dgm:presLayoutVars>
          <dgm:hierBranch val="init"/>
        </dgm:presLayoutVars>
      </dgm:prSet>
      <dgm:spPr/>
    </dgm:pt>
    <dgm:pt modelId="{D66E1EE4-437E-9D4A-96EF-24C3CC5DD9F4}" type="pres">
      <dgm:prSet presAssocID="{6D9A1F4E-BEE9-8D4A-BD03-E08DF7D726C3}" presName="rootComposite" presStyleCnt="0"/>
      <dgm:spPr/>
    </dgm:pt>
    <dgm:pt modelId="{794EBA43-6F2B-A946-89EE-B9D75C567A93}" type="pres">
      <dgm:prSet presAssocID="{6D9A1F4E-BEE9-8D4A-BD03-E08DF7D726C3}" presName="rootText" presStyleLbl="node2" presStyleIdx="3" presStyleCnt="6">
        <dgm:presLayoutVars>
          <dgm:chPref val="3"/>
        </dgm:presLayoutVars>
      </dgm:prSet>
      <dgm:spPr/>
    </dgm:pt>
    <dgm:pt modelId="{AEFD3197-5412-EB4B-BE17-C7E07F531B88}" type="pres">
      <dgm:prSet presAssocID="{6D9A1F4E-BEE9-8D4A-BD03-E08DF7D726C3}" presName="rootConnector" presStyleLbl="node2" presStyleIdx="3" presStyleCnt="6"/>
      <dgm:spPr/>
    </dgm:pt>
    <dgm:pt modelId="{E01E8E7B-245A-A04D-9E38-E4C0BFCFC44D}" type="pres">
      <dgm:prSet presAssocID="{6D9A1F4E-BEE9-8D4A-BD03-E08DF7D726C3}" presName="hierChild4" presStyleCnt="0"/>
      <dgm:spPr/>
    </dgm:pt>
    <dgm:pt modelId="{2CBA3740-C92C-D141-ADBA-EBE3C72A2C10}" type="pres">
      <dgm:prSet presAssocID="{6D9A1F4E-BEE9-8D4A-BD03-E08DF7D726C3}" presName="hierChild5" presStyleCnt="0"/>
      <dgm:spPr/>
    </dgm:pt>
    <dgm:pt modelId="{1B19C56F-EEB3-CB4C-8E7E-3F3132546B9D}" type="pres">
      <dgm:prSet presAssocID="{5F8AD80E-843E-AE47-ACCD-5D4DF874FA96}" presName="Name37" presStyleLbl="parChTrans1D2" presStyleIdx="4" presStyleCnt="6"/>
      <dgm:spPr/>
    </dgm:pt>
    <dgm:pt modelId="{7CE89ABF-E50F-384F-BF2E-AD78A6690C90}" type="pres">
      <dgm:prSet presAssocID="{37694B0C-F7AD-4F41-BE64-CD21016067F9}" presName="hierRoot2" presStyleCnt="0">
        <dgm:presLayoutVars>
          <dgm:hierBranch val="init"/>
        </dgm:presLayoutVars>
      </dgm:prSet>
      <dgm:spPr/>
    </dgm:pt>
    <dgm:pt modelId="{F1CF13F0-367D-E547-8C47-D5A655728621}" type="pres">
      <dgm:prSet presAssocID="{37694B0C-F7AD-4F41-BE64-CD21016067F9}" presName="rootComposite" presStyleCnt="0"/>
      <dgm:spPr/>
    </dgm:pt>
    <dgm:pt modelId="{097222F0-BC8F-D74B-BA22-6692FBDACEC6}" type="pres">
      <dgm:prSet presAssocID="{37694B0C-F7AD-4F41-BE64-CD21016067F9}" presName="rootText" presStyleLbl="node2" presStyleIdx="4" presStyleCnt="6" custLinFactNeighborX="2868" custLinFactNeighborY="1912">
        <dgm:presLayoutVars>
          <dgm:chPref val="3"/>
        </dgm:presLayoutVars>
      </dgm:prSet>
      <dgm:spPr/>
    </dgm:pt>
    <dgm:pt modelId="{9B056D5E-A68D-B546-8EF9-366607135BB4}" type="pres">
      <dgm:prSet presAssocID="{37694B0C-F7AD-4F41-BE64-CD21016067F9}" presName="rootConnector" presStyleLbl="node2" presStyleIdx="4" presStyleCnt="6"/>
      <dgm:spPr/>
    </dgm:pt>
    <dgm:pt modelId="{404B0546-E362-8545-ABAB-B438ED61AFCC}" type="pres">
      <dgm:prSet presAssocID="{37694B0C-F7AD-4F41-BE64-CD21016067F9}" presName="hierChild4" presStyleCnt="0"/>
      <dgm:spPr/>
    </dgm:pt>
    <dgm:pt modelId="{50E227DE-D3F9-0C4C-B221-DA7DA279CF94}" type="pres">
      <dgm:prSet presAssocID="{37694B0C-F7AD-4F41-BE64-CD21016067F9}" presName="hierChild5" presStyleCnt="0"/>
      <dgm:spPr/>
    </dgm:pt>
    <dgm:pt modelId="{71023CA0-2BDA-0244-90C5-E2543124BE65}" type="pres">
      <dgm:prSet presAssocID="{1B1D4064-E84A-C641-8A4D-9AC88DC9EDFD}" presName="Name37" presStyleLbl="parChTrans1D2" presStyleIdx="5" presStyleCnt="6"/>
      <dgm:spPr/>
    </dgm:pt>
    <dgm:pt modelId="{2F6E0AB8-C3EC-8445-B2EB-0DFF74B098C1}" type="pres">
      <dgm:prSet presAssocID="{FD498606-2BD7-3B45-AD46-7294D463F82C}" presName="hierRoot2" presStyleCnt="0">
        <dgm:presLayoutVars>
          <dgm:hierBranch val="init"/>
        </dgm:presLayoutVars>
      </dgm:prSet>
      <dgm:spPr/>
    </dgm:pt>
    <dgm:pt modelId="{1D2D1F89-CE2B-CE4F-B882-7BEEB77FA0DD}" type="pres">
      <dgm:prSet presAssocID="{FD498606-2BD7-3B45-AD46-7294D463F82C}" presName="rootComposite" presStyleCnt="0"/>
      <dgm:spPr/>
    </dgm:pt>
    <dgm:pt modelId="{6D162A1B-09F5-D643-910A-0854170B8176}" type="pres">
      <dgm:prSet presAssocID="{FD498606-2BD7-3B45-AD46-7294D463F82C}" presName="rootText" presStyleLbl="node2" presStyleIdx="5" presStyleCnt="6">
        <dgm:presLayoutVars>
          <dgm:chPref val="3"/>
        </dgm:presLayoutVars>
      </dgm:prSet>
      <dgm:spPr>
        <a:xfrm>
          <a:off x="6973248" y="1603242"/>
          <a:ext cx="1152177" cy="576088"/>
        </a:xfrm>
        <a:prstGeom prst="rect">
          <a:avLst/>
        </a:prstGeom>
      </dgm:spPr>
    </dgm:pt>
    <dgm:pt modelId="{59D51054-1970-7444-A3D4-83EF27E44388}" type="pres">
      <dgm:prSet presAssocID="{FD498606-2BD7-3B45-AD46-7294D463F82C}" presName="rootConnector" presStyleLbl="node2" presStyleIdx="5" presStyleCnt="6"/>
      <dgm:spPr/>
    </dgm:pt>
    <dgm:pt modelId="{F385FE90-875E-1A41-A2AD-93B1BD0F921C}" type="pres">
      <dgm:prSet presAssocID="{FD498606-2BD7-3B45-AD46-7294D463F82C}" presName="hierChild4" presStyleCnt="0"/>
      <dgm:spPr/>
    </dgm:pt>
    <dgm:pt modelId="{6732FAE5-900F-5B48-8EA7-BA51163C3BDC}" type="pres">
      <dgm:prSet presAssocID="{FD498606-2BD7-3B45-AD46-7294D463F82C}" presName="hierChild5" presStyleCnt="0"/>
      <dgm:spPr/>
    </dgm:pt>
    <dgm:pt modelId="{4FDC9D29-4E74-2743-8B59-FBE1F3433157}" type="pres">
      <dgm:prSet presAssocID="{EA0E9F87-D24E-BB40-9F33-D109A1E4C3E9}" presName="hierChild3" presStyleCnt="0"/>
      <dgm:spPr/>
    </dgm:pt>
  </dgm:ptLst>
  <dgm:cxnLst>
    <dgm:cxn modelId="{95761F10-A517-394B-900F-3DFFAE57C901}" type="presOf" srcId="{DF448D4B-BE50-A044-A100-98470CC3FFD0}" destId="{172E7171-AC87-9548-AD4A-AC9CFC6F872E}" srcOrd="0" destOrd="0" presId="urn:microsoft.com/office/officeart/2005/8/layout/orgChart1"/>
    <dgm:cxn modelId="{BDBA1021-BD2F-1B46-8EE2-67A6BAE740B0}" type="presOf" srcId="{37694B0C-F7AD-4F41-BE64-CD21016067F9}" destId="{9B056D5E-A68D-B546-8EF9-366607135BB4}" srcOrd="1" destOrd="0" presId="urn:microsoft.com/office/officeart/2005/8/layout/orgChart1"/>
    <dgm:cxn modelId="{3DB64C22-7014-3F48-8905-F8D7E1CD63FF}" type="presOf" srcId="{A5E105E0-39D0-4042-B6C2-804F183AA415}" destId="{C746CB85-F8EC-5E48-89C2-208FBD7DDC47}" srcOrd="1" destOrd="0" presId="urn:microsoft.com/office/officeart/2005/8/layout/orgChart1"/>
    <dgm:cxn modelId="{5947E424-5667-0040-924F-05DD52B343BA}" type="presOf" srcId="{3BBBFA12-D12A-A849-8F32-21C795BD9677}" destId="{FAE09C74-57D6-B64E-9CF2-C4983B3CC1F4}" srcOrd="0" destOrd="0" presId="urn:microsoft.com/office/officeart/2005/8/layout/orgChart1"/>
    <dgm:cxn modelId="{D54BED2C-6088-3743-A3A7-9E316C5D48F1}" type="presOf" srcId="{D6CDE049-922A-A746-84A4-6B805C7C384E}" destId="{894B637E-63BD-8449-A454-409EA3C1355D}" srcOrd="0" destOrd="0" presId="urn:microsoft.com/office/officeart/2005/8/layout/orgChart1"/>
    <dgm:cxn modelId="{D9278338-37D0-EB49-B1C2-CBB0D29AE0F9}" srcId="{19078D0B-EB64-2D4C-8E19-B88B9EA182A9}" destId="{3BBBFA12-D12A-A849-8F32-21C795BD9677}" srcOrd="0" destOrd="0" parTransId="{297E7D2A-4099-9A42-8188-6EAF8626267A}" sibTransId="{99ED5F35-8DC3-F147-B18E-02982A8142B2}"/>
    <dgm:cxn modelId="{97BB9339-54E7-6D40-89CB-8B54396B0FF1}" type="presOf" srcId="{DF448D4B-BE50-A044-A100-98470CC3FFD0}" destId="{7D820131-EC7F-8D4A-8AE3-B7C0662A7C7C}" srcOrd="1" destOrd="0" presId="urn:microsoft.com/office/officeart/2005/8/layout/orgChart1"/>
    <dgm:cxn modelId="{CFAAA33F-2CAA-6B40-9E86-46DA9E9DFDDE}" srcId="{3BBBFA12-D12A-A849-8F32-21C795BD9677}" destId="{E2298AF5-53ED-A541-84B8-5AA6FC6FC0AE}" srcOrd="0" destOrd="0" parTransId="{F5A117A7-C2D7-1740-868E-9C1D691C486F}" sibTransId="{385F89B0-F152-B14F-A2C0-5155C86E3670}"/>
    <dgm:cxn modelId="{2EFE1346-9958-D649-8391-9A9A44D6FFD4}" srcId="{EA0E9F87-D24E-BB40-9F33-D109A1E4C3E9}" destId="{DF448D4B-BE50-A044-A100-98470CC3FFD0}" srcOrd="0" destOrd="0" parTransId="{7F7E3BE9-971B-9D47-93E1-586263D995CC}" sibTransId="{8830BD5C-4F36-9541-AB7A-81BF6D8CD7F0}"/>
    <dgm:cxn modelId="{78F0CE49-4895-FF43-87FF-C7E703F3375A}" srcId="{EA0E9F87-D24E-BB40-9F33-D109A1E4C3E9}" destId="{53BE5260-E464-AA45-93B0-99F8183F6C0C}" srcOrd="1" destOrd="0" parTransId="{A7876F84-4ABD-524B-BC9D-6321E0CAD2A6}" sibTransId="{B5426969-94CD-5345-8E4B-1C78A11440B2}"/>
    <dgm:cxn modelId="{7321EF4A-795C-2E48-A584-108F132701EC}" srcId="{E2298AF5-53ED-A541-84B8-5AA6FC6FC0AE}" destId="{B228E980-04D5-3848-BC52-4B7B650132C4}" srcOrd="0" destOrd="0" parTransId="{C56FC11D-D3C7-9341-B37C-2F665FC57DDB}" sibTransId="{5BF91707-6930-F440-896B-75646DC5F956}"/>
    <dgm:cxn modelId="{F3F2E355-AB1C-2942-95E5-108898D65934}" type="presOf" srcId="{19078D0B-EB64-2D4C-8E19-B88B9EA182A9}" destId="{32EBDDF0-BE85-1E4D-B81A-18408CC66615}" srcOrd="0" destOrd="0" presId="urn:microsoft.com/office/officeart/2005/8/layout/orgChart1"/>
    <dgm:cxn modelId="{67B26058-4B89-B345-9E71-6B2E599C0B0F}" type="presOf" srcId="{78D488D7-9601-E74D-9DE7-A7DC71F80FF5}" destId="{1D4ECF05-8CEF-774B-9F05-47491710205B}" srcOrd="0" destOrd="0" presId="urn:microsoft.com/office/officeart/2005/8/layout/orgChart1"/>
    <dgm:cxn modelId="{1728A359-40E3-0D4D-A7AF-440CF200C0E5}" type="presOf" srcId="{E2298AF5-53ED-A541-84B8-5AA6FC6FC0AE}" destId="{9AB7851C-6B05-CE40-880B-550602B35593}" srcOrd="0" destOrd="0" presId="urn:microsoft.com/office/officeart/2005/8/layout/orgChart1"/>
    <dgm:cxn modelId="{777CD25D-9D65-B04D-A82A-43FA07860F2D}" type="presOf" srcId="{6D9A1F4E-BEE9-8D4A-BD03-E08DF7D726C3}" destId="{AEFD3197-5412-EB4B-BE17-C7E07F531B88}" srcOrd="1" destOrd="0" presId="urn:microsoft.com/office/officeart/2005/8/layout/orgChart1"/>
    <dgm:cxn modelId="{FB719261-D3E0-194A-B6A5-E110C94768AE}" type="presOf" srcId="{53BE5260-E464-AA45-93B0-99F8183F6C0C}" destId="{1418824A-5DD6-1A47-AA79-7E4C93E1184A}" srcOrd="1" destOrd="0" presId="urn:microsoft.com/office/officeart/2005/8/layout/orgChart1"/>
    <dgm:cxn modelId="{1F754F66-2BB4-C14C-895D-816C2D598A22}" srcId="{EA0E9F87-D24E-BB40-9F33-D109A1E4C3E9}" destId="{FD498606-2BD7-3B45-AD46-7294D463F82C}" srcOrd="4" destOrd="0" parTransId="{1B1D4064-E84A-C641-8A4D-9AC88DC9EDFD}" sibTransId="{DBA22D95-563F-B641-9BE5-33EB6C770AD4}"/>
    <dgm:cxn modelId="{D8A3E868-1EB0-4C4D-9EA8-171EA7AFAF05}" type="presOf" srcId="{D7F89006-D06B-1940-B4EA-0D75801D4A71}" destId="{FA91B370-871D-2545-A5B6-3EBA3B393484}" srcOrd="0" destOrd="0" presId="urn:microsoft.com/office/officeart/2005/8/layout/orgChart1"/>
    <dgm:cxn modelId="{4A88F36A-C498-2A47-A397-A1EE9A62B2DF}" type="presOf" srcId="{37694B0C-F7AD-4F41-BE64-CD21016067F9}" destId="{097222F0-BC8F-D74B-BA22-6692FBDACEC6}" srcOrd="0" destOrd="0" presId="urn:microsoft.com/office/officeart/2005/8/layout/orgChart1"/>
    <dgm:cxn modelId="{07C97E6C-C96D-2E4B-A5E5-549D689C49AE}" type="presOf" srcId="{E2298AF5-53ED-A541-84B8-5AA6FC6FC0AE}" destId="{B058380A-D519-BD4A-A72C-67EC9070E257}" srcOrd="1" destOrd="0" presId="urn:microsoft.com/office/officeart/2005/8/layout/orgChart1"/>
    <dgm:cxn modelId="{1990F279-85DE-754B-8A77-192437C531FC}" type="presOf" srcId="{1B1D4064-E84A-C641-8A4D-9AC88DC9EDFD}" destId="{71023CA0-2BDA-0244-90C5-E2543124BE65}" srcOrd="0" destOrd="0" presId="urn:microsoft.com/office/officeart/2005/8/layout/orgChart1"/>
    <dgm:cxn modelId="{A1F49780-4221-434B-B719-62A9B67AF5D6}" type="presOf" srcId="{6D9A1F4E-BEE9-8D4A-BD03-E08DF7D726C3}" destId="{794EBA43-6F2B-A946-89EE-B9D75C567A93}" srcOrd="0" destOrd="0" presId="urn:microsoft.com/office/officeart/2005/8/layout/orgChart1"/>
    <dgm:cxn modelId="{6B6BCB83-58C9-384F-86E5-58755B22C786}" type="presOf" srcId="{7F7E3BE9-971B-9D47-93E1-586263D995CC}" destId="{FEEE5E33-2DC0-2C4A-887E-820FBD91BB4F}" srcOrd="0" destOrd="0" presId="urn:microsoft.com/office/officeart/2005/8/layout/orgChart1"/>
    <dgm:cxn modelId="{6E040285-A567-294B-9A3E-798B056FDBCD}" srcId="{EA0E9F87-D24E-BB40-9F33-D109A1E4C3E9}" destId="{6D9A1F4E-BEE9-8D4A-BD03-E08DF7D726C3}" srcOrd="2" destOrd="0" parTransId="{A64461FA-67B5-EC49-ADA6-E816EFDA2BE3}" sibTransId="{51B5770D-A125-674F-89F1-C664021C970C}"/>
    <dgm:cxn modelId="{5D45078F-7687-824A-BB41-8E2BFCAFC243}" type="presOf" srcId="{C56FC11D-D3C7-9341-B37C-2F665FC57DDB}" destId="{49C4A877-BA81-7F42-8E5F-C9A097F6EBB7}" srcOrd="0" destOrd="0" presId="urn:microsoft.com/office/officeart/2005/8/layout/orgChart1"/>
    <dgm:cxn modelId="{110B64A4-D12D-6B48-9E77-74ECD155427A}" srcId="{E2298AF5-53ED-A541-84B8-5AA6FC6FC0AE}" destId="{D6CDE049-922A-A746-84A4-6B805C7C384E}" srcOrd="2" destOrd="0" parTransId="{78D488D7-9601-E74D-9DE7-A7DC71F80FF5}" sibTransId="{82E3E0D7-3F92-9D44-B57B-5847BC222F3E}"/>
    <dgm:cxn modelId="{6687FBAA-E31F-504D-B321-14E54D651FAE}" type="presOf" srcId="{F5A117A7-C2D7-1740-868E-9C1D691C486F}" destId="{C82E18F8-4F0E-B54F-A48E-2C18063A8B68}" srcOrd="0" destOrd="0" presId="urn:microsoft.com/office/officeart/2005/8/layout/orgChart1"/>
    <dgm:cxn modelId="{55B83DAB-982E-9B47-ABBB-48B392FB9C7C}" srcId="{E2298AF5-53ED-A541-84B8-5AA6FC6FC0AE}" destId="{A5E105E0-39D0-4042-B6C2-804F183AA415}" srcOrd="1" destOrd="0" parTransId="{D7F89006-D06B-1940-B4EA-0D75801D4A71}" sibTransId="{A9B03829-011B-534A-9FA9-8AD0F85709F0}"/>
    <dgm:cxn modelId="{EE4C57AF-93FF-CA4F-8BCF-9493CE6278DB}" type="presOf" srcId="{FD498606-2BD7-3B45-AD46-7294D463F82C}" destId="{6D162A1B-09F5-D643-910A-0854170B8176}" srcOrd="0" destOrd="0" presId="urn:microsoft.com/office/officeart/2005/8/layout/orgChart1"/>
    <dgm:cxn modelId="{47ABEBB3-1E97-E340-96A5-D8FEF4FD9A9F}" type="presOf" srcId="{A7876F84-4ABD-524B-BC9D-6321E0CAD2A6}" destId="{85C92856-C6E4-A348-A684-CBB7197FD4E1}" srcOrd="0" destOrd="0" presId="urn:microsoft.com/office/officeart/2005/8/layout/orgChart1"/>
    <dgm:cxn modelId="{3A383AB9-4DAD-3F4B-9A71-44E49FBBB11B}" type="presOf" srcId="{A64461FA-67B5-EC49-ADA6-E816EFDA2BE3}" destId="{327C9AD8-F6E6-B043-9FA8-E5D14FF23718}" srcOrd="0" destOrd="0" presId="urn:microsoft.com/office/officeart/2005/8/layout/orgChart1"/>
    <dgm:cxn modelId="{17B884BD-B3AE-B448-9C19-3B2DEB7EFFB7}" type="presOf" srcId="{EA0E9F87-D24E-BB40-9F33-D109A1E4C3E9}" destId="{35A70A62-CE1A-DC4C-AB34-85F918BCD9C3}" srcOrd="0" destOrd="0" presId="urn:microsoft.com/office/officeart/2005/8/layout/orgChart1"/>
    <dgm:cxn modelId="{7F9F35BF-D759-DC4D-834B-7B3E18C77A7A}" type="presOf" srcId="{3BBBFA12-D12A-A849-8F32-21C795BD9677}" destId="{CFD40DD0-9AF9-574C-9CCF-F7B56831B424}" srcOrd="1" destOrd="0" presId="urn:microsoft.com/office/officeart/2005/8/layout/orgChart1"/>
    <dgm:cxn modelId="{45ED51C8-7E78-9E41-9324-C8005D845814}" type="presOf" srcId="{D6CDE049-922A-A746-84A4-6B805C7C384E}" destId="{4A42BBF5-59CF-E049-A5CA-7327B039DE6C}" srcOrd="1" destOrd="0" presId="urn:microsoft.com/office/officeart/2005/8/layout/orgChart1"/>
    <dgm:cxn modelId="{8EE808C9-12A7-DE45-A0ED-A4219CC04585}" type="presOf" srcId="{A5E105E0-39D0-4042-B6C2-804F183AA415}" destId="{11703AE9-603F-CC4D-8174-6954D67934A2}" srcOrd="0" destOrd="0" presId="urn:microsoft.com/office/officeart/2005/8/layout/orgChart1"/>
    <dgm:cxn modelId="{D41718CC-2723-0843-AA24-19851E4326A6}" type="presOf" srcId="{B228E980-04D5-3848-BC52-4B7B650132C4}" destId="{2B2DAD48-2124-0349-B91D-5400BED781DC}" srcOrd="1" destOrd="0" presId="urn:microsoft.com/office/officeart/2005/8/layout/orgChart1"/>
    <dgm:cxn modelId="{60DC4ACE-F67F-5545-8871-0136E8EBC9F2}" type="presOf" srcId="{B228E980-04D5-3848-BC52-4B7B650132C4}" destId="{259F42DE-F2D0-7449-9682-B1BDA87E3B9D}" srcOrd="0" destOrd="0" presId="urn:microsoft.com/office/officeart/2005/8/layout/orgChart1"/>
    <dgm:cxn modelId="{E35245D5-B13B-A940-9465-0EA0A8F7B36F}" srcId="{19078D0B-EB64-2D4C-8E19-B88B9EA182A9}" destId="{EA0E9F87-D24E-BB40-9F33-D109A1E4C3E9}" srcOrd="1" destOrd="0" parTransId="{6D09031D-AA49-6E40-B47B-100DBE8A0232}" sibTransId="{37F39BCE-12F0-1F4F-B19E-6306C13AD81B}"/>
    <dgm:cxn modelId="{E0C520DB-18FD-314E-BB51-C6ED62C83DF0}" type="presOf" srcId="{5F8AD80E-843E-AE47-ACCD-5D4DF874FA96}" destId="{1B19C56F-EEB3-CB4C-8E7E-3F3132546B9D}" srcOrd="0" destOrd="0" presId="urn:microsoft.com/office/officeart/2005/8/layout/orgChart1"/>
    <dgm:cxn modelId="{6E4069E4-7EF5-2441-9AB3-19EA1403F25D}" type="presOf" srcId="{FD498606-2BD7-3B45-AD46-7294D463F82C}" destId="{59D51054-1970-7444-A3D4-83EF27E44388}" srcOrd="1" destOrd="0" presId="urn:microsoft.com/office/officeart/2005/8/layout/orgChart1"/>
    <dgm:cxn modelId="{FBD5CFF4-D4F9-F945-B837-5B6FC7A369FF}" type="presOf" srcId="{53BE5260-E464-AA45-93B0-99F8183F6C0C}" destId="{99819D16-BD54-814C-9381-2BC6927FE974}" srcOrd="0" destOrd="0" presId="urn:microsoft.com/office/officeart/2005/8/layout/orgChart1"/>
    <dgm:cxn modelId="{9CA053FA-64BF-3343-BE2C-FF9B88221A10}" type="presOf" srcId="{EA0E9F87-D24E-BB40-9F33-D109A1E4C3E9}" destId="{D6E36FB6-1146-F644-AA49-D1A9337AE8A7}" srcOrd="1" destOrd="0" presId="urn:microsoft.com/office/officeart/2005/8/layout/orgChart1"/>
    <dgm:cxn modelId="{5A3DCBFD-5E72-C649-BFF9-758745F123C2}" srcId="{EA0E9F87-D24E-BB40-9F33-D109A1E4C3E9}" destId="{37694B0C-F7AD-4F41-BE64-CD21016067F9}" srcOrd="3" destOrd="0" parTransId="{5F8AD80E-843E-AE47-ACCD-5D4DF874FA96}" sibTransId="{145A39E3-7609-A54E-B85F-7211A9DA7B08}"/>
    <dgm:cxn modelId="{F45FDA84-8BB9-B74F-B243-EA359617F4AC}" type="presParOf" srcId="{32EBDDF0-BE85-1E4D-B81A-18408CC66615}" destId="{44D8AF97-542F-134F-91BB-30FD554431CA}" srcOrd="0" destOrd="0" presId="urn:microsoft.com/office/officeart/2005/8/layout/orgChart1"/>
    <dgm:cxn modelId="{4B1F74A7-7573-0F4D-BAB1-1E38E2BAD546}" type="presParOf" srcId="{44D8AF97-542F-134F-91BB-30FD554431CA}" destId="{70196ECA-0BF8-294C-94DE-B241B7DE8E81}" srcOrd="0" destOrd="0" presId="urn:microsoft.com/office/officeart/2005/8/layout/orgChart1"/>
    <dgm:cxn modelId="{98B34C69-CE13-1444-97B6-79BFA73F99CE}" type="presParOf" srcId="{70196ECA-0BF8-294C-94DE-B241B7DE8E81}" destId="{FAE09C74-57D6-B64E-9CF2-C4983B3CC1F4}" srcOrd="0" destOrd="0" presId="urn:microsoft.com/office/officeart/2005/8/layout/orgChart1"/>
    <dgm:cxn modelId="{2172797C-AAA2-3E41-8D2E-BA2487A2F353}" type="presParOf" srcId="{70196ECA-0BF8-294C-94DE-B241B7DE8E81}" destId="{CFD40DD0-9AF9-574C-9CCF-F7B56831B424}" srcOrd="1" destOrd="0" presId="urn:microsoft.com/office/officeart/2005/8/layout/orgChart1"/>
    <dgm:cxn modelId="{944716C2-101B-B347-A3AB-12BED4035680}" type="presParOf" srcId="{44D8AF97-542F-134F-91BB-30FD554431CA}" destId="{0879F610-F6A6-E84F-877A-BD93E36A2D26}" srcOrd="1" destOrd="0" presId="urn:microsoft.com/office/officeart/2005/8/layout/orgChart1"/>
    <dgm:cxn modelId="{78479847-1BC3-3744-BC88-0C465DF13543}" type="presParOf" srcId="{0879F610-F6A6-E84F-877A-BD93E36A2D26}" destId="{C82E18F8-4F0E-B54F-A48E-2C18063A8B68}" srcOrd="0" destOrd="0" presId="urn:microsoft.com/office/officeart/2005/8/layout/orgChart1"/>
    <dgm:cxn modelId="{D8F71D60-8C42-E84F-A421-4BFB3FEC0DEC}" type="presParOf" srcId="{0879F610-F6A6-E84F-877A-BD93E36A2D26}" destId="{EE69402D-9B4F-4C45-A1C2-C543F1F97D34}" srcOrd="1" destOrd="0" presId="urn:microsoft.com/office/officeart/2005/8/layout/orgChart1"/>
    <dgm:cxn modelId="{940ECADB-E52D-9E44-8438-1C983694E482}" type="presParOf" srcId="{EE69402D-9B4F-4C45-A1C2-C543F1F97D34}" destId="{6DBEC56B-32C6-FD47-916E-B78F807A3010}" srcOrd="0" destOrd="0" presId="urn:microsoft.com/office/officeart/2005/8/layout/orgChart1"/>
    <dgm:cxn modelId="{DDCC0A40-F2E9-1145-9893-700E547E8317}" type="presParOf" srcId="{6DBEC56B-32C6-FD47-916E-B78F807A3010}" destId="{9AB7851C-6B05-CE40-880B-550602B35593}" srcOrd="0" destOrd="0" presId="urn:microsoft.com/office/officeart/2005/8/layout/orgChart1"/>
    <dgm:cxn modelId="{4137B357-0728-5349-B7BE-8A5B6EA611BA}" type="presParOf" srcId="{6DBEC56B-32C6-FD47-916E-B78F807A3010}" destId="{B058380A-D519-BD4A-A72C-67EC9070E257}" srcOrd="1" destOrd="0" presId="urn:microsoft.com/office/officeart/2005/8/layout/orgChart1"/>
    <dgm:cxn modelId="{80E912AC-3258-3A4A-9916-DE1A241CDE59}" type="presParOf" srcId="{EE69402D-9B4F-4C45-A1C2-C543F1F97D34}" destId="{65AD3F91-D36A-5145-9708-70029A31783A}" srcOrd="1" destOrd="0" presId="urn:microsoft.com/office/officeart/2005/8/layout/orgChart1"/>
    <dgm:cxn modelId="{9C2C443D-C94F-A04B-807B-74CE28646A24}" type="presParOf" srcId="{65AD3F91-D36A-5145-9708-70029A31783A}" destId="{49C4A877-BA81-7F42-8E5F-C9A097F6EBB7}" srcOrd="0" destOrd="0" presId="urn:microsoft.com/office/officeart/2005/8/layout/orgChart1"/>
    <dgm:cxn modelId="{70CF0B73-40AA-664B-90A8-9C0EC6AA5439}" type="presParOf" srcId="{65AD3F91-D36A-5145-9708-70029A31783A}" destId="{C7790E65-03B0-D844-8460-6E0612D579A9}" srcOrd="1" destOrd="0" presId="urn:microsoft.com/office/officeart/2005/8/layout/orgChart1"/>
    <dgm:cxn modelId="{5F4C880A-94E3-964C-B0D4-B123EA3033B7}" type="presParOf" srcId="{C7790E65-03B0-D844-8460-6E0612D579A9}" destId="{F24F6193-1C73-EB4F-82D1-420AAD598325}" srcOrd="0" destOrd="0" presId="urn:microsoft.com/office/officeart/2005/8/layout/orgChart1"/>
    <dgm:cxn modelId="{5BEA46BF-88E7-1F4F-9262-08886EF1AD7D}" type="presParOf" srcId="{F24F6193-1C73-EB4F-82D1-420AAD598325}" destId="{259F42DE-F2D0-7449-9682-B1BDA87E3B9D}" srcOrd="0" destOrd="0" presId="urn:microsoft.com/office/officeart/2005/8/layout/orgChart1"/>
    <dgm:cxn modelId="{0C54D4B9-B3BB-B74A-A66C-E38F963A08CC}" type="presParOf" srcId="{F24F6193-1C73-EB4F-82D1-420AAD598325}" destId="{2B2DAD48-2124-0349-B91D-5400BED781DC}" srcOrd="1" destOrd="0" presId="urn:microsoft.com/office/officeart/2005/8/layout/orgChart1"/>
    <dgm:cxn modelId="{DB3DE212-F216-F641-8C42-52EB6D992F5D}" type="presParOf" srcId="{C7790E65-03B0-D844-8460-6E0612D579A9}" destId="{11300ABC-23AC-3845-B6F7-C40441849ED0}" srcOrd="1" destOrd="0" presId="urn:microsoft.com/office/officeart/2005/8/layout/orgChart1"/>
    <dgm:cxn modelId="{4DB00C1B-4334-DA4A-8953-E4914CD29187}" type="presParOf" srcId="{C7790E65-03B0-D844-8460-6E0612D579A9}" destId="{96542C4E-35D6-0C41-8E06-E85A4E27A210}" srcOrd="2" destOrd="0" presId="urn:microsoft.com/office/officeart/2005/8/layout/orgChart1"/>
    <dgm:cxn modelId="{C62701D1-BCC4-0C44-A93A-DDB008E614F3}" type="presParOf" srcId="{65AD3F91-D36A-5145-9708-70029A31783A}" destId="{FA91B370-871D-2545-A5B6-3EBA3B393484}" srcOrd="2" destOrd="0" presId="urn:microsoft.com/office/officeart/2005/8/layout/orgChart1"/>
    <dgm:cxn modelId="{FF160828-2862-8E4A-B6B0-7FF83E04C22A}" type="presParOf" srcId="{65AD3F91-D36A-5145-9708-70029A31783A}" destId="{699FB1F7-CAC5-9D45-970B-6D4FE29B1DDC}" srcOrd="3" destOrd="0" presId="urn:microsoft.com/office/officeart/2005/8/layout/orgChart1"/>
    <dgm:cxn modelId="{2E3D70AE-74F1-E244-8263-584BCACA077C}" type="presParOf" srcId="{699FB1F7-CAC5-9D45-970B-6D4FE29B1DDC}" destId="{92C35683-B315-5247-8860-8B11872DDDDE}" srcOrd="0" destOrd="0" presId="urn:microsoft.com/office/officeart/2005/8/layout/orgChart1"/>
    <dgm:cxn modelId="{249A4BB3-7A06-1149-AFED-4F52B15DE93C}" type="presParOf" srcId="{92C35683-B315-5247-8860-8B11872DDDDE}" destId="{11703AE9-603F-CC4D-8174-6954D67934A2}" srcOrd="0" destOrd="0" presId="urn:microsoft.com/office/officeart/2005/8/layout/orgChart1"/>
    <dgm:cxn modelId="{B0591905-77F7-B84E-A182-20C07B9C602A}" type="presParOf" srcId="{92C35683-B315-5247-8860-8B11872DDDDE}" destId="{C746CB85-F8EC-5E48-89C2-208FBD7DDC47}" srcOrd="1" destOrd="0" presId="urn:microsoft.com/office/officeart/2005/8/layout/orgChart1"/>
    <dgm:cxn modelId="{AD54D474-B963-1645-9500-ED83606ADF54}" type="presParOf" srcId="{699FB1F7-CAC5-9D45-970B-6D4FE29B1DDC}" destId="{A6A609A5-528C-A847-8960-4E5853C5C628}" srcOrd="1" destOrd="0" presId="urn:microsoft.com/office/officeart/2005/8/layout/orgChart1"/>
    <dgm:cxn modelId="{55A2B05C-15BA-6348-AD4D-80421F2CDBA1}" type="presParOf" srcId="{699FB1F7-CAC5-9D45-970B-6D4FE29B1DDC}" destId="{07B6D562-28FD-8C42-BBBC-5F8D45BE2B55}" srcOrd="2" destOrd="0" presId="urn:microsoft.com/office/officeart/2005/8/layout/orgChart1"/>
    <dgm:cxn modelId="{AA7EC1F9-E200-3847-BBAD-B290489F8D24}" type="presParOf" srcId="{65AD3F91-D36A-5145-9708-70029A31783A}" destId="{1D4ECF05-8CEF-774B-9F05-47491710205B}" srcOrd="4" destOrd="0" presId="urn:microsoft.com/office/officeart/2005/8/layout/orgChart1"/>
    <dgm:cxn modelId="{B95E888C-F7D2-384D-ABC3-65FE6903FE14}" type="presParOf" srcId="{65AD3F91-D36A-5145-9708-70029A31783A}" destId="{0A832297-EA0A-0647-8CD7-012850B43A12}" srcOrd="5" destOrd="0" presId="urn:microsoft.com/office/officeart/2005/8/layout/orgChart1"/>
    <dgm:cxn modelId="{8E39227E-5171-9C48-A7A3-C2DED6B8752C}" type="presParOf" srcId="{0A832297-EA0A-0647-8CD7-012850B43A12}" destId="{AEFC1411-5BA7-DA4E-A5AE-3E228A4FDC83}" srcOrd="0" destOrd="0" presId="urn:microsoft.com/office/officeart/2005/8/layout/orgChart1"/>
    <dgm:cxn modelId="{8BA6E647-DFBD-0C4D-A457-0FC35AD1F8E5}" type="presParOf" srcId="{AEFC1411-5BA7-DA4E-A5AE-3E228A4FDC83}" destId="{894B637E-63BD-8449-A454-409EA3C1355D}" srcOrd="0" destOrd="0" presId="urn:microsoft.com/office/officeart/2005/8/layout/orgChart1"/>
    <dgm:cxn modelId="{A0288E8E-953C-1749-96E5-31BA1F832992}" type="presParOf" srcId="{AEFC1411-5BA7-DA4E-A5AE-3E228A4FDC83}" destId="{4A42BBF5-59CF-E049-A5CA-7327B039DE6C}" srcOrd="1" destOrd="0" presId="urn:microsoft.com/office/officeart/2005/8/layout/orgChart1"/>
    <dgm:cxn modelId="{B3E57F02-5C22-B84B-9E7C-94B574E163EB}" type="presParOf" srcId="{0A832297-EA0A-0647-8CD7-012850B43A12}" destId="{2936F852-7E55-7247-A0E2-4405E95E338B}" srcOrd="1" destOrd="0" presId="urn:microsoft.com/office/officeart/2005/8/layout/orgChart1"/>
    <dgm:cxn modelId="{062053EB-239E-0A42-B790-82BF62CD4636}" type="presParOf" srcId="{0A832297-EA0A-0647-8CD7-012850B43A12}" destId="{DA6326B7-E3ED-384A-A7DE-8FE50AD564F2}" srcOrd="2" destOrd="0" presId="urn:microsoft.com/office/officeart/2005/8/layout/orgChart1"/>
    <dgm:cxn modelId="{93E89BE2-4CC8-5745-B3B3-87487974883E}" type="presParOf" srcId="{EE69402D-9B4F-4C45-A1C2-C543F1F97D34}" destId="{43121537-EC00-6745-87D9-1986BAE1DD87}" srcOrd="2" destOrd="0" presId="urn:microsoft.com/office/officeart/2005/8/layout/orgChart1"/>
    <dgm:cxn modelId="{A05233B6-93E3-9D40-B3C4-F51E14505322}" type="presParOf" srcId="{44D8AF97-542F-134F-91BB-30FD554431CA}" destId="{841D5EEA-67F1-084F-A053-23871D982E8D}" srcOrd="2" destOrd="0" presId="urn:microsoft.com/office/officeart/2005/8/layout/orgChart1"/>
    <dgm:cxn modelId="{A32BB96D-647C-DF42-9EF5-8C1B3CDA5858}" type="presParOf" srcId="{32EBDDF0-BE85-1E4D-B81A-18408CC66615}" destId="{EF5972DC-365E-5D46-AD79-2C067C642317}" srcOrd="1" destOrd="0" presId="urn:microsoft.com/office/officeart/2005/8/layout/orgChart1"/>
    <dgm:cxn modelId="{EF2E78A0-1E12-B444-9E28-E8DC26B187F7}" type="presParOf" srcId="{EF5972DC-365E-5D46-AD79-2C067C642317}" destId="{9E9C3545-657A-BA44-BDD3-B0B50A11E88C}" srcOrd="0" destOrd="0" presId="urn:microsoft.com/office/officeart/2005/8/layout/orgChart1"/>
    <dgm:cxn modelId="{A424B31B-4CA6-F347-95FC-6007F14A4C40}" type="presParOf" srcId="{9E9C3545-657A-BA44-BDD3-B0B50A11E88C}" destId="{35A70A62-CE1A-DC4C-AB34-85F918BCD9C3}" srcOrd="0" destOrd="0" presId="urn:microsoft.com/office/officeart/2005/8/layout/orgChart1"/>
    <dgm:cxn modelId="{ADA201B0-1F01-D941-99A1-8EF5726698D4}" type="presParOf" srcId="{9E9C3545-657A-BA44-BDD3-B0B50A11E88C}" destId="{D6E36FB6-1146-F644-AA49-D1A9337AE8A7}" srcOrd="1" destOrd="0" presId="urn:microsoft.com/office/officeart/2005/8/layout/orgChart1"/>
    <dgm:cxn modelId="{6214579E-4BA3-074A-8F83-DEDDB0F7BBB5}" type="presParOf" srcId="{EF5972DC-365E-5D46-AD79-2C067C642317}" destId="{FA97E8D0-C6C8-4F40-9DFF-8573198A9CB2}" srcOrd="1" destOrd="0" presId="urn:microsoft.com/office/officeart/2005/8/layout/orgChart1"/>
    <dgm:cxn modelId="{C76BBD44-3C38-F940-8C30-365C839C485A}" type="presParOf" srcId="{FA97E8D0-C6C8-4F40-9DFF-8573198A9CB2}" destId="{FEEE5E33-2DC0-2C4A-887E-820FBD91BB4F}" srcOrd="0" destOrd="0" presId="urn:microsoft.com/office/officeart/2005/8/layout/orgChart1"/>
    <dgm:cxn modelId="{9F77EE6D-2557-7A48-85B2-68E2155236D6}" type="presParOf" srcId="{FA97E8D0-C6C8-4F40-9DFF-8573198A9CB2}" destId="{6FDB0AB1-CBCA-6D45-A06C-8AB48CC5BD33}" srcOrd="1" destOrd="0" presId="urn:microsoft.com/office/officeart/2005/8/layout/orgChart1"/>
    <dgm:cxn modelId="{A05310D7-3620-5045-9390-BE5AC3552C28}" type="presParOf" srcId="{6FDB0AB1-CBCA-6D45-A06C-8AB48CC5BD33}" destId="{86AB8F78-8946-2143-AB9B-F0D8D91082D0}" srcOrd="0" destOrd="0" presId="urn:microsoft.com/office/officeart/2005/8/layout/orgChart1"/>
    <dgm:cxn modelId="{2D62BA95-9881-7D42-807E-89E09545DE07}" type="presParOf" srcId="{86AB8F78-8946-2143-AB9B-F0D8D91082D0}" destId="{172E7171-AC87-9548-AD4A-AC9CFC6F872E}" srcOrd="0" destOrd="0" presId="urn:microsoft.com/office/officeart/2005/8/layout/orgChart1"/>
    <dgm:cxn modelId="{11CAC613-9AB5-F74E-AC86-71BED370761C}" type="presParOf" srcId="{86AB8F78-8946-2143-AB9B-F0D8D91082D0}" destId="{7D820131-EC7F-8D4A-8AE3-B7C0662A7C7C}" srcOrd="1" destOrd="0" presId="urn:microsoft.com/office/officeart/2005/8/layout/orgChart1"/>
    <dgm:cxn modelId="{76B55FCF-780E-274B-97F2-D04C1D80BAD8}" type="presParOf" srcId="{6FDB0AB1-CBCA-6D45-A06C-8AB48CC5BD33}" destId="{1E96E41A-2245-3C4D-A000-3D10EFA576C4}" srcOrd="1" destOrd="0" presId="urn:microsoft.com/office/officeart/2005/8/layout/orgChart1"/>
    <dgm:cxn modelId="{8E90B98C-5128-7D4A-A26D-BE6A7E0B333E}" type="presParOf" srcId="{6FDB0AB1-CBCA-6D45-A06C-8AB48CC5BD33}" destId="{590B7AB3-EEAF-524B-BF22-DCB546B667F8}" srcOrd="2" destOrd="0" presId="urn:microsoft.com/office/officeart/2005/8/layout/orgChart1"/>
    <dgm:cxn modelId="{93B4053B-41C7-064D-8E4E-12D2D704968D}" type="presParOf" srcId="{FA97E8D0-C6C8-4F40-9DFF-8573198A9CB2}" destId="{85C92856-C6E4-A348-A684-CBB7197FD4E1}" srcOrd="2" destOrd="0" presId="urn:microsoft.com/office/officeart/2005/8/layout/orgChart1"/>
    <dgm:cxn modelId="{73B6B0D1-3F9B-5B4A-9EC8-C6E4400D17A2}" type="presParOf" srcId="{FA97E8D0-C6C8-4F40-9DFF-8573198A9CB2}" destId="{E1E3E782-0D0A-A04A-9A97-062AD8C7F406}" srcOrd="3" destOrd="0" presId="urn:microsoft.com/office/officeart/2005/8/layout/orgChart1"/>
    <dgm:cxn modelId="{D57C92E8-A7FA-0746-A1F3-769414EFAC0E}" type="presParOf" srcId="{E1E3E782-0D0A-A04A-9A97-062AD8C7F406}" destId="{7FFA92B2-C693-4741-BB2A-FCE2E2193823}" srcOrd="0" destOrd="0" presId="urn:microsoft.com/office/officeart/2005/8/layout/orgChart1"/>
    <dgm:cxn modelId="{693C734E-4089-B64C-9E41-0F057C571E57}" type="presParOf" srcId="{7FFA92B2-C693-4741-BB2A-FCE2E2193823}" destId="{99819D16-BD54-814C-9381-2BC6927FE974}" srcOrd="0" destOrd="0" presId="urn:microsoft.com/office/officeart/2005/8/layout/orgChart1"/>
    <dgm:cxn modelId="{F3478EB8-4C29-EF4D-A836-9F8C6FCA75AA}" type="presParOf" srcId="{7FFA92B2-C693-4741-BB2A-FCE2E2193823}" destId="{1418824A-5DD6-1A47-AA79-7E4C93E1184A}" srcOrd="1" destOrd="0" presId="urn:microsoft.com/office/officeart/2005/8/layout/orgChart1"/>
    <dgm:cxn modelId="{DFAFDFFA-519C-B44F-A086-14A5C16A1CF2}" type="presParOf" srcId="{E1E3E782-0D0A-A04A-9A97-062AD8C7F406}" destId="{C8332E5D-5106-D947-B0B5-844041DE76FF}" srcOrd="1" destOrd="0" presId="urn:microsoft.com/office/officeart/2005/8/layout/orgChart1"/>
    <dgm:cxn modelId="{1923988F-2B69-934F-A784-D3079DE2CEF3}" type="presParOf" srcId="{E1E3E782-0D0A-A04A-9A97-062AD8C7F406}" destId="{D75DC1AF-6DA9-7243-B2A4-76FD308C2426}" srcOrd="2" destOrd="0" presId="urn:microsoft.com/office/officeart/2005/8/layout/orgChart1"/>
    <dgm:cxn modelId="{DF02501B-702D-3F4F-9A53-9F62A0DC0E80}" type="presParOf" srcId="{FA97E8D0-C6C8-4F40-9DFF-8573198A9CB2}" destId="{327C9AD8-F6E6-B043-9FA8-E5D14FF23718}" srcOrd="4" destOrd="0" presId="urn:microsoft.com/office/officeart/2005/8/layout/orgChart1"/>
    <dgm:cxn modelId="{C3BB2B60-F686-3543-97B1-24956673422C}" type="presParOf" srcId="{FA97E8D0-C6C8-4F40-9DFF-8573198A9CB2}" destId="{EE1524BC-69B0-DC45-8DF9-54AB143CA6C0}" srcOrd="5" destOrd="0" presId="urn:microsoft.com/office/officeart/2005/8/layout/orgChart1"/>
    <dgm:cxn modelId="{EE8ED24F-77B3-034C-BD34-16D169FBE1F9}" type="presParOf" srcId="{EE1524BC-69B0-DC45-8DF9-54AB143CA6C0}" destId="{D66E1EE4-437E-9D4A-96EF-24C3CC5DD9F4}" srcOrd="0" destOrd="0" presId="urn:microsoft.com/office/officeart/2005/8/layout/orgChart1"/>
    <dgm:cxn modelId="{F96AE035-47D7-AD49-B72F-9646DC844AF3}" type="presParOf" srcId="{D66E1EE4-437E-9D4A-96EF-24C3CC5DD9F4}" destId="{794EBA43-6F2B-A946-89EE-B9D75C567A93}" srcOrd="0" destOrd="0" presId="urn:microsoft.com/office/officeart/2005/8/layout/orgChart1"/>
    <dgm:cxn modelId="{D6E56D1E-F872-1D42-A1BA-CF347E3F229C}" type="presParOf" srcId="{D66E1EE4-437E-9D4A-96EF-24C3CC5DD9F4}" destId="{AEFD3197-5412-EB4B-BE17-C7E07F531B88}" srcOrd="1" destOrd="0" presId="urn:microsoft.com/office/officeart/2005/8/layout/orgChart1"/>
    <dgm:cxn modelId="{53996595-EB8E-6C4E-95AB-4321484EF109}" type="presParOf" srcId="{EE1524BC-69B0-DC45-8DF9-54AB143CA6C0}" destId="{E01E8E7B-245A-A04D-9E38-E4C0BFCFC44D}" srcOrd="1" destOrd="0" presId="urn:microsoft.com/office/officeart/2005/8/layout/orgChart1"/>
    <dgm:cxn modelId="{F0DD8C2B-5CB0-614E-AF09-D54A1799F15C}" type="presParOf" srcId="{EE1524BC-69B0-DC45-8DF9-54AB143CA6C0}" destId="{2CBA3740-C92C-D141-ADBA-EBE3C72A2C10}" srcOrd="2" destOrd="0" presId="urn:microsoft.com/office/officeart/2005/8/layout/orgChart1"/>
    <dgm:cxn modelId="{38980984-24DC-C94B-8C4A-8DCA9ACEBE92}" type="presParOf" srcId="{FA97E8D0-C6C8-4F40-9DFF-8573198A9CB2}" destId="{1B19C56F-EEB3-CB4C-8E7E-3F3132546B9D}" srcOrd="6" destOrd="0" presId="urn:microsoft.com/office/officeart/2005/8/layout/orgChart1"/>
    <dgm:cxn modelId="{838BF263-2FA7-0444-BBAB-C8F2A6096C46}" type="presParOf" srcId="{FA97E8D0-C6C8-4F40-9DFF-8573198A9CB2}" destId="{7CE89ABF-E50F-384F-BF2E-AD78A6690C90}" srcOrd="7" destOrd="0" presId="urn:microsoft.com/office/officeart/2005/8/layout/orgChart1"/>
    <dgm:cxn modelId="{DBF2B90C-5446-3447-983A-741A4B0192E6}" type="presParOf" srcId="{7CE89ABF-E50F-384F-BF2E-AD78A6690C90}" destId="{F1CF13F0-367D-E547-8C47-D5A655728621}" srcOrd="0" destOrd="0" presId="urn:microsoft.com/office/officeart/2005/8/layout/orgChart1"/>
    <dgm:cxn modelId="{C52AD15C-0263-1242-B5B5-2F50884AA89D}" type="presParOf" srcId="{F1CF13F0-367D-E547-8C47-D5A655728621}" destId="{097222F0-BC8F-D74B-BA22-6692FBDACEC6}" srcOrd="0" destOrd="0" presId="urn:microsoft.com/office/officeart/2005/8/layout/orgChart1"/>
    <dgm:cxn modelId="{00D2C719-3649-6C42-81F7-94EA011D01B4}" type="presParOf" srcId="{F1CF13F0-367D-E547-8C47-D5A655728621}" destId="{9B056D5E-A68D-B546-8EF9-366607135BB4}" srcOrd="1" destOrd="0" presId="urn:microsoft.com/office/officeart/2005/8/layout/orgChart1"/>
    <dgm:cxn modelId="{123989BF-5F08-E946-BA53-DEF9C83716C2}" type="presParOf" srcId="{7CE89ABF-E50F-384F-BF2E-AD78A6690C90}" destId="{404B0546-E362-8545-ABAB-B438ED61AFCC}" srcOrd="1" destOrd="0" presId="urn:microsoft.com/office/officeart/2005/8/layout/orgChart1"/>
    <dgm:cxn modelId="{1618EA78-47A7-8C4D-B28C-B7C7A6B1FFAD}" type="presParOf" srcId="{7CE89ABF-E50F-384F-BF2E-AD78A6690C90}" destId="{50E227DE-D3F9-0C4C-B221-DA7DA279CF94}" srcOrd="2" destOrd="0" presId="urn:microsoft.com/office/officeart/2005/8/layout/orgChart1"/>
    <dgm:cxn modelId="{6E1274FB-F741-1249-8D6A-34A13E09E477}" type="presParOf" srcId="{FA97E8D0-C6C8-4F40-9DFF-8573198A9CB2}" destId="{71023CA0-2BDA-0244-90C5-E2543124BE65}" srcOrd="8" destOrd="0" presId="urn:microsoft.com/office/officeart/2005/8/layout/orgChart1"/>
    <dgm:cxn modelId="{4194F62A-F552-154E-9D58-2FAB41BA33C6}" type="presParOf" srcId="{FA97E8D0-C6C8-4F40-9DFF-8573198A9CB2}" destId="{2F6E0AB8-C3EC-8445-B2EB-0DFF74B098C1}" srcOrd="9" destOrd="0" presId="urn:microsoft.com/office/officeart/2005/8/layout/orgChart1"/>
    <dgm:cxn modelId="{A263528D-893D-ED43-A767-31F06CA2E049}" type="presParOf" srcId="{2F6E0AB8-C3EC-8445-B2EB-0DFF74B098C1}" destId="{1D2D1F89-CE2B-CE4F-B882-7BEEB77FA0DD}" srcOrd="0" destOrd="0" presId="urn:microsoft.com/office/officeart/2005/8/layout/orgChart1"/>
    <dgm:cxn modelId="{DDE6674A-A579-AB4B-A51C-1E5A807B185D}" type="presParOf" srcId="{1D2D1F89-CE2B-CE4F-B882-7BEEB77FA0DD}" destId="{6D162A1B-09F5-D643-910A-0854170B8176}" srcOrd="0" destOrd="0" presId="urn:microsoft.com/office/officeart/2005/8/layout/orgChart1"/>
    <dgm:cxn modelId="{6487D476-1FBE-034B-9D9E-29A3730B5985}" type="presParOf" srcId="{1D2D1F89-CE2B-CE4F-B882-7BEEB77FA0DD}" destId="{59D51054-1970-7444-A3D4-83EF27E44388}" srcOrd="1" destOrd="0" presId="urn:microsoft.com/office/officeart/2005/8/layout/orgChart1"/>
    <dgm:cxn modelId="{F523DDEA-EB6F-5641-B23B-01A8BDD531F8}" type="presParOf" srcId="{2F6E0AB8-C3EC-8445-B2EB-0DFF74B098C1}" destId="{F385FE90-875E-1A41-A2AD-93B1BD0F921C}" srcOrd="1" destOrd="0" presId="urn:microsoft.com/office/officeart/2005/8/layout/orgChart1"/>
    <dgm:cxn modelId="{55A96770-439E-824B-B9D3-9F179C6D2F26}" type="presParOf" srcId="{2F6E0AB8-C3EC-8445-B2EB-0DFF74B098C1}" destId="{6732FAE5-900F-5B48-8EA7-BA51163C3BDC}" srcOrd="2" destOrd="0" presId="urn:microsoft.com/office/officeart/2005/8/layout/orgChart1"/>
    <dgm:cxn modelId="{B70D6FA4-257A-4F49-B8DC-A13268B109E2}" type="presParOf" srcId="{EF5972DC-365E-5D46-AD79-2C067C642317}" destId="{4FDC9D29-4E74-2743-8B59-FBE1F343315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23CA0-2BDA-0244-90C5-E2543124BE65}">
      <dsp:nvSpPr>
        <dsp:cNvPr id="0" name=""/>
        <dsp:cNvSpPr/>
      </dsp:nvSpPr>
      <dsp:spPr>
        <a:xfrm>
          <a:off x="4761067" y="1361285"/>
          <a:ext cx="2788270" cy="241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0978"/>
              </a:lnTo>
              <a:lnTo>
                <a:pt x="2788270" y="120978"/>
              </a:lnTo>
              <a:lnTo>
                <a:pt x="2788270" y="2419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19C56F-EEB3-CB4C-8E7E-3F3132546B9D}">
      <dsp:nvSpPr>
        <dsp:cNvPr id="0" name=""/>
        <dsp:cNvSpPr/>
      </dsp:nvSpPr>
      <dsp:spPr>
        <a:xfrm>
          <a:off x="4761067" y="1361285"/>
          <a:ext cx="1427179" cy="2529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993"/>
              </a:lnTo>
              <a:lnTo>
                <a:pt x="1427179" y="131993"/>
              </a:lnTo>
              <a:lnTo>
                <a:pt x="1427179" y="25297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7C9AD8-F6E6-B043-9FA8-E5D14FF23718}">
      <dsp:nvSpPr>
        <dsp:cNvPr id="0" name=""/>
        <dsp:cNvSpPr/>
      </dsp:nvSpPr>
      <dsp:spPr>
        <a:xfrm>
          <a:off x="4715347" y="1361285"/>
          <a:ext cx="91440" cy="2419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19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C92856-C6E4-A348-A684-CBB7197FD4E1}">
      <dsp:nvSpPr>
        <dsp:cNvPr id="0" name=""/>
        <dsp:cNvSpPr/>
      </dsp:nvSpPr>
      <dsp:spPr>
        <a:xfrm>
          <a:off x="3366932" y="1361285"/>
          <a:ext cx="1394135" cy="241957"/>
        </a:xfrm>
        <a:custGeom>
          <a:avLst/>
          <a:gdLst/>
          <a:ahLst/>
          <a:cxnLst/>
          <a:rect l="0" t="0" r="0" b="0"/>
          <a:pathLst>
            <a:path>
              <a:moveTo>
                <a:pt x="1394135" y="0"/>
              </a:moveTo>
              <a:lnTo>
                <a:pt x="1394135" y="120978"/>
              </a:lnTo>
              <a:lnTo>
                <a:pt x="0" y="120978"/>
              </a:lnTo>
              <a:lnTo>
                <a:pt x="0" y="2419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EE5E33-2DC0-2C4A-887E-820FBD91BB4F}">
      <dsp:nvSpPr>
        <dsp:cNvPr id="0" name=""/>
        <dsp:cNvSpPr/>
      </dsp:nvSpPr>
      <dsp:spPr>
        <a:xfrm>
          <a:off x="1972797" y="1361285"/>
          <a:ext cx="2788270" cy="241957"/>
        </a:xfrm>
        <a:custGeom>
          <a:avLst/>
          <a:gdLst/>
          <a:ahLst/>
          <a:cxnLst/>
          <a:rect l="0" t="0" r="0" b="0"/>
          <a:pathLst>
            <a:path>
              <a:moveTo>
                <a:pt x="2788270" y="0"/>
              </a:moveTo>
              <a:lnTo>
                <a:pt x="2788270" y="120978"/>
              </a:lnTo>
              <a:lnTo>
                <a:pt x="0" y="120978"/>
              </a:lnTo>
              <a:lnTo>
                <a:pt x="0" y="2419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4ECF05-8CEF-774B-9F05-47491710205B}">
      <dsp:nvSpPr>
        <dsp:cNvPr id="0" name=""/>
        <dsp:cNvSpPr/>
      </dsp:nvSpPr>
      <dsp:spPr>
        <a:xfrm>
          <a:off x="117791" y="2179331"/>
          <a:ext cx="172826" cy="21660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6094"/>
              </a:lnTo>
              <a:lnTo>
                <a:pt x="172826" y="216609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91B370-871D-2545-A5B6-3EBA3B393484}">
      <dsp:nvSpPr>
        <dsp:cNvPr id="0" name=""/>
        <dsp:cNvSpPr/>
      </dsp:nvSpPr>
      <dsp:spPr>
        <a:xfrm>
          <a:off x="117791" y="2179331"/>
          <a:ext cx="172826" cy="13480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8047"/>
              </a:lnTo>
              <a:lnTo>
                <a:pt x="172826" y="134804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C4A877-BA81-7F42-8E5F-C9A097F6EBB7}">
      <dsp:nvSpPr>
        <dsp:cNvPr id="0" name=""/>
        <dsp:cNvSpPr/>
      </dsp:nvSpPr>
      <dsp:spPr>
        <a:xfrm>
          <a:off x="117791" y="2179331"/>
          <a:ext cx="172826" cy="5300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0001"/>
              </a:lnTo>
              <a:lnTo>
                <a:pt x="172826" y="5300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2E18F8-4F0E-B54F-A48E-2C18063A8B68}">
      <dsp:nvSpPr>
        <dsp:cNvPr id="0" name=""/>
        <dsp:cNvSpPr/>
      </dsp:nvSpPr>
      <dsp:spPr>
        <a:xfrm>
          <a:off x="532942" y="1361285"/>
          <a:ext cx="91440" cy="2419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195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E09C74-57D6-B64E-9CF2-C4983B3CC1F4}">
      <dsp:nvSpPr>
        <dsp:cNvPr id="0" name=""/>
        <dsp:cNvSpPr/>
      </dsp:nvSpPr>
      <dsp:spPr>
        <a:xfrm>
          <a:off x="2573" y="785196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World</a:t>
          </a:r>
        </a:p>
      </dsp:txBody>
      <dsp:txXfrm>
        <a:off x="2573" y="785196"/>
        <a:ext cx="1152177" cy="576088"/>
      </dsp:txXfrm>
    </dsp:sp>
    <dsp:sp modelId="{9AB7851C-6B05-CE40-880B-550602B35593}">
      <dsp:nvSpPr>
        <dsp:cNvPr id="0" name=""/>
        <dsp:cNvSpPr/>
      </dsp:nvSpPr>
      <dsp:spPr>
        <a:xfrm>
          <a:off x="2573" y="1603242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Banking Partner</a:t>
          </a:r>
        </a:p>
      </dsp:txBody>
      <dsp:txXfrm>
        <a:off x="2573" y="1603242"/>
        <a:ext cx="1152177" cy="576088"/>
      </dsp:txXfrm>
    </dsp:sp>
    <dsp:sp modelId="{259F42DE-F2D0-7449-9682-B1BDA87E3B9D}">
      <dsp:nvSpPr>
        <dsp:cNvPr id="0" name=""/>
        <dsp:cNvSpPr/>
      </dsp:nvSpPr>
      <dsp:spPr>
        <a:xfrm>
          <a:off x="290617" y="2421289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Convera</a:t>
          </a:r>
        </a:p>
      </dsp:txBody>
      <dsp:txXfrm>
        <a:off x="290617" y="2421289"/>
        <a:ext cx="1152177" cy="576088"/>
      </dsp:txXfrm>
    </dsp:sp>
    <dsp:sp modelId="{11703AE9-603F-CC4D-8174-6954D67934A2}">
      <dsp:nvSpPr>
        <dsp:cNvPr id="0" name=""/>
        <dsp:cNvSpPr/>
      </dsp:nvSpPr>
      <dsp:spPr>
        <a:xfrm>
          <a:off x="290617" y="3239335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Banking Circle</a:t>
          </a:r>
        </a:p>
      </dsp:txBody>
      <dsp:txXfrm>
        <a:off x="290617" y="3239335"/>
        <a:ext cx="1152177" cy="576088"/>
      </dsp:txXfrm>
    </dsp:sp>
    <dsp:sp modelId="{894B637E-63BD-8449-A454-409EA3C1355D}">
      <dsp:nvSpPr>
        <dsp:cNvPr id="0" name=""/>
        <dsp:cNvSpPr/>
      </dsp:nvSpPr>
      <dsp:spPr>
        <a:xfrm>
          <a:off x="290617" y="4057381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Bank of London</a:t>
          </a:r>
        </a:p>
      </dsp:txBody>
      <dsp:txXfrm>
        <a:off x="290617" y="4057381"/>
        <a:ext cx="1152177" cy="576088"/>
      </dsp:txXfrm>
    </dsp:sp>
    <dsp:sp modelId="{35A70A62-CE1A-DC4C-AB34-85F918BCD9C3}">
      <dsp:nvSpPr>
        <dsp:cNvPr id="0" name=""/>
        <dsp:cNvSpPr/>
      </dsp:nvSpPr>
      <dsp:spPr>
        <a:xfrm>
          <a:off x="4184978" y="785196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Frontier</a:t>
          </a:r>
        </a:p>
      </dsp:txBody>
      <dsp:txXfrm>
        <a:off x="4184978" y="785196"/>
        <a:ext cx="1152177" cy="576088"/>
      </dsp:txXfrm>
    </dsp:sp>
    <dsp:sp modelId="{172E7171-AC87-9548-AD4A-AC9CFC6F872E}">
      <dsp:nvSpPr>
        <dsp:cNvPr id="0" name=""/>
        <dsp:cNvSpPr/>
      </dsp:nvSpPr>
      <dsp:spPr>
        <a:xfrm>
          <a:off x="1396708" y="1603242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Customer Wallet</a:t>
          </a:r>
        </a:p>
      </dsp:txBody>
      <dsp:txXfrm>
        <a:off x="1396708" y="1603242"/>
        <a:ext cx="1152177" cy="576088"/>
      </dsp:txXfrm>
    </dsp:sp>
    <dsp:sp modelId="{99819D16-BD54-814C-9381-2BC6927FE974}">
      <dsp:nvSpPr>
        <dsp:cNvPr id="0" name=""/>
        <dsp:cNvSpPr/>
      </dsp:nvSpPr>
      <dsp:spPr>
        <a:xfrm>
          <a:off x="2790843" y="1603242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Company Cash</a:t>
          </a:r>
        </a:p>
      </dsp:txBody>
      <dsp:txXfrm>
        <a:off x="2790843" y="1603242"/>
        <a:ext cx="1152177" cy="576088"/>
      </dsp:txXfrm>
    </dsp:sp>
    <dsp:sp modelId="{794EBA43-6F2B-A946-89EE-B9D75C567A93}">
      <dsp:nvSpPr>
        <dsp:cNvPr id="0" name=""/>
        <dsp:cNvSpPr/>
      </dsp:nvSpPr>
      <dsp:spPr>
        <a:xfrm>
          <a:off x="4184978" y="1603242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Fees </a:t>
          </a:r>
          <a:br>
            <a:rPr lang="en-GB" sz="1600" kern="1200" dirty="0"/>
          </a:br>
          <a:r>
            <a:rPr lang="en-GB" sz="1600" kern="1200" dirty="0"/>
            <a:t>Revenue</a:t>
          </a:r>
        </a:p>
      </dsp:txBody>
      <dsp:txXfrm>
        <a:off x="4184978" y="1603242"/>
        <a:ext cx="1152177" cy="576088"/>
      </dsp:txXfrm>
    </dsp:sp>
    <dsp:sp modelId="{097222F0-BC8F-D74B-BA22-6692FBDACEC6}">
      <dsp:nvSpPr>
        <dsp:cNvPr id="0" name=""/>
        <dsp:cNvSpPr/>
      </dsp:nvSpPr>
      <dsp:spPr>
        <a:xfrm>
          <a:off x="5612158" y="1614257"/>
          <a:ext cx="1152177" cy="576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FX Fees Revenues</a:t>
          </a:r>
        </a:p>
      </dsp:txBody>
      <dsp:txXfrm>
        <a:off x="5612158" y="1614257"/>
        <a:ext cx="1152177" cy="576088"/>
      </dsp:txXfrm>
    </dsp:sp>
    <dsp:sp modelId="{6D162A1B-09F5-D643-910A-0854170B8176}">
      <dsp:nvSpPr>
        <dsp:cNvPr id="0" name=""/>
        <dsp:cNvSpPr/>
      </dsp:nvSpPr>
      <dsp:spPr>
        <a:xfrm>
          <a:off x="6973248" y="1603242"/>
          <a:ext cx="1152177" cy="576088"/>
        </a:xfrm>
        <a:prstGeom prst="rect">
          <a:avLst/>
        </a:prstGeom>
        <a:solidFill>
          <a:srgbClr val="45AFB0">
            <a:hueOff val="0"/>
            <a:satOff val="0"/>
            <a:lumOff val="0"/>
            <a:alphaOff val="0"/>
          </a:srgb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rgbClr val="FFFFFF"/>
              </a:solidFill>
              <a:latin typeface="Gill Sans Nova"/>
              <a:ea typeface="+mn-ea"/>
              <a:cs typeface="+mn-cs"/>
            </a:rPr>
            <a:t>Expenses</a:t>
          </a:r>
        </a:p>
      </dsp:txBody>
      <dsp:txXfrm>
        <a:off x="6973248" y="1603242"/>
        <a:ext cx="1152177" cy="5760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3B5E4-7B7D-514D-B202-4AAF6B51BB93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4701D-FC48-104F-98C6-7719D862D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9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9C32-7132-5747-D4D3-26FC81ECC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8E1E6-C57C-F04B-B73C-0B64F9B42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78EBF-DC65-40C8-5C35-E9712E681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451F6-A25F-E616-E6AD-FA0353294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26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49C32-7132-5747-D4D3-26FC81ECC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8E1E6-C57C-F04B-B73C-0B64F9B42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78EBF-DC65-40C8-5C35-E9712E681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451F6-A25F-E616-E6AD-FA0353294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26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B7214-0B53-65E4-F40E-808281865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5EAFC-8609-0633-D619-1B3B820F6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E6806-C0A4-35DF-A46E-E37D18E99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4D785-B8F7-DC6A-DFED-69D1D7794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68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B2904-9501-3D96-24C2-6EC1A37F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7E87C-8B4A-8EAA-E2C0-2B9223572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EA541-1E35-8CD8-11F9-89FE8C8E6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2900A-D90B-C0BD-14D5-C0D4B071AC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49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6073B-31ED-A34D-EB88-FE03BDD79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DBAA19-D233-5BF7-F56E-6C796A13F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E3261-7501-E0DF-6368-BFA8667322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B12DE-6EF5-1FF1-59DD-E164C6DAC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44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A8565-F512-D05F-A85E-D92F5D15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03571-8774-7E46-E780-55A040FB3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34E37-176D-4CF5-0C47-BD500840F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3391D-434A-3EB3-CBF5-2BEC755EF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65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5C097-C196-E73F-80A5-F98788EF6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C9FA3-FF3E-6CAC-7EE7-6D5C0CEA6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B204D-A06F-BA0F-781E-C9EC108B4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0CCDB-3FA8-D203-0E0A-4DE2C73D7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909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D1109-2D0A-CA2F-E6A7-5BC3AAE28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D34AF0-AEFB-402E-46E6-46EAFCB49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CE410-C6C6-AC12-FF20-52D3CB88B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36022-922E-36ED-00F2-007CB69EF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44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E92AB-D550-11A2-3486-8E602E622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9289C-01CB-0552-B375-B0F03B7F5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0C06D-7717-CEAC-16E0-B00BECEEF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ECF5B-61CA-190D-F23A-B24216AC9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16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5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5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1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0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9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5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59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79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95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0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3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1/7/26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661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88" r:id="rId2"/>
    <p:sldLayoutId id="2147483690" r:id="rId3"/>
    <p:sldLayoutId id="2147483691" r:id="rId4"/>
    <p:sldLayoutId id="2147483692" r:id="rId5"/>
    <p:sldLayoutId id="2147483693" r:id="rId6"/>
    <p:sldLayoutId id="2147483698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1B63F-E362-C386-EE9B-02FD3854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E8A6692-FFCC-7803-13A9-386F2E27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400" b="1" dirty="0"/>
              <a:t>✅ </a:t>
            </a:r>
            <a:r>
              <a:rPr lang="en-GB" sz="2300" dirty="0"/>
              <a:t>Ledger Guiding principles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D2785-B4D5-B846-2F6D-DE6AA6B1CDE7}"/>
              </a:ext>
            </a:extLst>
          </p:cNvPr>
          <p:cNvSpPr txBox="1"/>
          <p:nvPr/>
        </p:nvSpPr>
        <p:spPr>
          <a:xfrm>
            <a:off x="675861" y="722244"/>
            <a:ext cx="64912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Immutable, append-only ledger entries</a:t>
            </a:r>
            <a:r>
              <a:rPr lang="en-GB" sz="2000" dirty="0"/>
              <a:t>.</a:t>
            </a:r>
            <a:br>
              <a:rPr lang="en-GB" sz="2000" dirty="0"/>
            </a:br>
            <a:r>
              <a:rPr lang="en-GB" sz="2000" dirty="0"/>
              <a:t>Each state transition in a payment's lifecycle should result in new journal entries, not updates to previous 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The </a:t>
            </a:r>
            <a:r>
              <a:rPr lang="en-GB" sz="2000" b="1" dirty="0"/>
              <a:t>ledger is a financial event log</a:t>
            </a:r>
            <a:r>
              <a:rPr lang="en-GB" sz="2000" dirty="0"/>
              <a:t> — not a balance or status tracker.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We model each state change as a separate journal entry (or set of entries), linked to the same payment reference.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0901F-78B0-53D5-8877-0135997B4956}"/>
              </a:ext>
            </a:extLst>
          </p:cNvPr>
          <p:cNvSpPr txBox="1"/>
          <p:nvPr/>
        </p:nvSpPr>
        <p:spPr>
          <a:xfrm>
            <a:off x="2043397" y="3429000"/>
            <a:ext cx="73019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b="1" dirty="0"/>
              <a:t>Payment Lifecycle</a:t>
            </a:r>
          </a:p>
          <a:p>
            <a:pPr>
              <a:buNone/>
            </a:pPr>
            <a:endParaRPr lang="en-GB" b="1" dirty="0"/>
          </a:p>
          <a:p>
            <a:pPr>
              <a:buFont typeface="+mj-lt"/>
              <a:buAutoNum type="arabicPeriod"/>
            </a:pPr>
            <a:r>
              <a:rPr lang="en-GB" b="1" dirty="0"/>
              <a:t>Requested – C</a:t>
            </a:r>
            <a:r>
              <a:rPr lang="en-GB" dirty="0"/>
              <a:t>ustomer/Operations submit a payment request</a:t>
            </a:r>
            <a:endParaRPr lang="en-GB" b="1" dirty="0"/>
          </a:p>
          <a:p>
            <a:pPr>
              <a:buFont typeface="+mj-lt"/>
              <a:buAutoNum type="arabicPeriod"/>
            </a:pPr>
            <a:r>
              <a:rPr lang="en-GB" b="1" dirty="0"/>
              <a:t>Authorized</a:t>
            </a:r>
            <a:r>
              <a:rPr lang="en-GB" dirty="0"/>
              <a:t> – Payment is approved by Compliance (if needed)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Initiated</a:t>
            </a:r>
            <a:r>
              <a:rPr lang="en-GB" dirty="0"/>
              <a:t> – Payment is created and sent to bank, funds are reserved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Posted</a:t>
            </a:r>
            <a:r>
              <a:rPr lang="en-GB" dirty="0"/>
              <a:t> – Payment is wired by the Banking Partner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Settled</a:t>
            </a:r>
            <a:r>
              <a:rPr lang="en-GB" dirty="0"/>
              <a:t> – Funds are cleared and credited/debited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Failed / Reversed</a:t>
            </a:r>
            <a:r>
              <a:rPr lang="en-GB" dirty="0"/>
              <a:t> – Error occurred, needs rollback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Refunded</a:t>
            </a:r>
            <a:r>
              <a:rPr lang="en-GB" dirty="0"/>
              <a:t> – Refund requested or initiated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984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1B63F-E362-C386-EE9B-02FD3854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E8A6692-FFCC-7803-13A9-386F2E27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07359"/>
            <a:ext cx="7685037" cy="533991"/>
          </a:xfrm>
        </p:spPr>
        <p:txBody>
          <a:bodyPr>
            <a:normAutofit/>
          </a:bodyPr>
          <a:lstStyle/>
          <a:p>
            <a:r>
              <a:rPr lang="en-GB" sz="2300" dirty="0"/>
              <a:t>Ledger design principles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D2785-B4D5-B846-2F6D-DE6AA6B1CDE7}"/>
              </a:ext>
            </a:extLst>
          </p:cNvPr>
          <p:cNvSpPr txBox="1"/>
          <p:nvPr/>
        </p:nvSpPr>
        <p:spPr>
          <a:xfrm>
            <a:off x="675861" y="722244"/>
            <a:ext cx="50093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b="1" dirty="0"/>
              <a:t>✅ Guiding Principle</a:t>
            </a:r>
          </a:p>
          <a:p>
            <a:r>
              <a:rPr lang="en-GB" b="1" dirty="0"/>
              <a:t>Immutable, append-only ledger entries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Each state transition in a payment's lifecycle should result in new journal entries, not updates to previous ones.</a:t>
            </a:r>
          </a:p>
          <a:p>
            <a:r>
              <a:rPr lang="en-GB" dirty="0"/>
              <a:t>The </a:t>
            </a:r>
            <a:r>
              <a:rPr lang="en-GB" b="1" dirty="0"/>
              <a:t>ledger is a financial event log</a:t>
            </a:r>
            <a:r>
              <a:rPr lang="en-GB" dirty="0"/>
              <a:t> — not a balance or status tracker. We model each state change as a separate journal entry (or set of entries), linked to the same payment reference.</a:t>
            </a:r>
          </a:p>
          <a:p>
            <a:r>
              <a:rPr lang="en-GB" b="1" dirty="0"/>
              <a:t>The posted amount is always positive</a:t>
            </a:r>
            <a:r>
              <a:rPr lang="en-GB" dirty="0"/>
              <a:t> – We never post negative amounts, not even for debits.</a:t>
            </a:r>
          </a:p>
          <a:p>
            <a:r>
              <a:rPr lang="en-GB" b="1" dirty="0" err="1"/>
              <a:t>ΣCr</a:t>
            </a:r>
            <a:r>
              <a:rPr lang="en-GB" b="1" dirty="0"/>
              <a:t> = </a:t>
            </a:r>
            <a:r>
              <a:rPr lang="en-GB" b="1" dirty="0" err="1"/>
              <a:t>ΣDr</a:t>
            </a:r>
            <a:endParaRPr lang="en-GB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0901F-78B0-53D5-8877-0135997B4956}"/>
              </a:ext>
            </a:extLst>
          </p:cNvPr>
          <p:cNvSpPr txBox="1"/>
          <p:nvPr/>
        </p:nvSpPr>
        <p:spPr>
          <a:xfrm>
            <a:off x="234542" y="4346632"/>
            <a:ext cx="73019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b="1" dirty="0"/>
              <a:t>Payment Lifecycle (Simplified)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Requested – C</a:t>
            </a:r>
            <a:r>
              <a:rPr lang="en-GB" dirty="0"/>
              <a:t>ustomer/Operations submit a payment request</a:t>
            </a:r>
            <a:endParaRPr lang="en-GB" b="1" dirty="0"/>
          </a:p>
          <a:p>
            <a:pPr>
              <a:buFont typeface="+mj-lt"/>
              <a:buAutoNum type="arabicPeriod"/>
            </a:pPr>
            <a:r>
              <a:rPr lang="en-GB" b="1" dirty="0"/>
              <a:t>Authorized</a:t>
            </a:r>
            <a:r>
              <a:rPr lang="en-GB" dirty="0"/>
              <a:t> – Payment is approved by Compliance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Initiated</a:t>
            </a:r>
            <a:r>
              <a:rPr lang="en-GB" dirty="0"/>
              <a:t> – Payment is created and sent to bank, funds are reserved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Posted</a:t>
            </a:r>
            <a:r>
              <a:rPr lang="en-GB" dirty="0"/>
              <a:t> – Payment is wired by the Banking Partner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Settled</a:t>
            </a:r>
            <a:r>
              <a:rPr lang="en-GB" dirty="0"/>
              <a:t> – Funds are cleared and credited/debited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Failed / Reversed</a:t>
            </a:r>
            <a:r>
              <a:rPr lang="en-GB" dirty="0"/>
              <a:t> – Error occurred, needs rollback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Refunded</a:t>
            </a:r>
            <a:r>
              <a:rPr lang="en-GB" dirty="0"/>
              <a:t> – Refund requested or initiated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782A55-3564-BE81-E9EB-D1FC17561A3B}"/>
              </a:ext>
            </a:extLst>
          </p:cNvPr>
          <p:cNvSpPr txBox="1"/>
          <p:nvPr/>
        </p:nvSpPr>
        <p:spPr>
          <a:xfrm>
            <a:off x="5631103" y="1094601"/>
            <a:ext cx="62086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b="1" dirty="0"/>
              <a:t>🧾 Journal Lifecycle</a:t>
            </a:r>
          </a:p>
          <a:p>
            <a:pPr>
              <a:buNone/>
            </a:pPr>
            <a:r>
              <a:rPr lang="en-GB" b="1" dirty="0"/>
              <a:t>Only state changes with financial impact are captured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Initiated</a:t>
            </a:r>
            <a:r>
              <a:rPr lang="en-GB" dirty="0"/>
              <a:t> – Payment is created and sent to bank, funds are reserved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Posted</a:t>
            </a:r>
            <a:r>
              <a:rPr lang="en-GB" dirty="0"/>
              <a:t> – Payment is wired by the Banking Partner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Settled</a:t>
            </a:r>
            <a:r>
              <a:rPr lang="en-GB" dirty="0"/>
              <a:t> – Funds are cleared and credited/debited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Failed / Reversed</a:t>
            </a:r>
            <a:r>
              <a:rPr lang="en-GB" dirty="0"/>
              <a:t> – Error occurred, needs rollback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Refunded</a:t>
            </a:r>
            <a:r>
              <a:rPr lang="en-GB" dirty="0"/>
              <a:t> – Refund requested or initiated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711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650D-7F13-223D-37F3-6C4E59FEC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84A26DF-75D4-5EAD-F75F-F33F68AF183D}"/>
              </a:ext>
            </a:extLst>
          </p:cNvPr>
          <p:cNvSpPr/>
          <p:nvPr/>
        </p:nvSpPr>
        <p:spPr>
          <a:xfrm>
            <a:off x="1675181" y="519068"/>
            <a:ext cx="5875993" cy="606854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11DA0D-3A77-96F7-783A-D002EC53B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166" y="106952"/>
            <a:ext cx="1756758" cy="412116"/>
          </a:xfrm>
        </p:spPr>
        <p:txBody>
          <a:bodyPr>
            <a:normAutofit fontScale="90000"/>
          </a:bodyPr>
          <a:lstStyle/>
          <a:p>
            <a:r>
              <a:rPr lang="en-GB" sz="2400" dirty="0"/>
              <a:t>Leger Service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D38D03-7B6D-CD63-9A8C-50582D3DA4B3}"/>
              </a:ext>
            </a:extLst>
          </p:cNvPr>
          <p:cNvSpPr/>
          <p:nvPr/>
        </p:nvSpPr>
        <p:spPr>
          <a:xfrm>
            <a:off x="3287351" y="5148661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Notification Service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271DF70-2978-0A44-FE93-7070D24F22D4}"/>
              </a:ext>
            </a:extLst>
          </p:cNvPr>
          <p:cNvCxnSpPr>
            <a:cxnSpLocks/>
            <a:stCxn id="4" idx="3"/>
            <a:endCxn id="19" idx="0"/>
          </p:cNvCxnSpPr>
          <p:nvPr/>
        </p:nvCxnSpPr>
        <p:spPr>
          <a:xfrm flipH="1">
            <a:off x="3681408" y="4760693"/>
            <a:ext cx="1" cy="387968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02456DF6-4399-BE6C-4553-E2055A0DB714}"/>
              </a:ext>
            </a:extLst>
          </p:cNvPr>
          <p:cNvSpPr/>
          <p:nvPr/>
        </p:nvSpPr>
        <p:spPr>
          <a:xfrm>
            <a:off x="2345614" y="1498537"/>
            <a:ext cx="2671588" cy="363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REST API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7F39A083-860C-8676-E78B-2963FE49F68D}"/>
              </a:ext>
            </a:extLst>
          </p:cNvPr>
          <p:cNvSpPr txBox="1"/>
          <p:nvPr/>
        </p:nvSpPr>
        <p:spPr>
          <a:xfrm>
            <a:off x="3264636" y="4870728"/>
            <a:ext cx="9212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Ledger events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45CE63-DB2C-31DF-CCBC-0BF642EB02D3}"/>
              </a:ext>
            </a:extLst>
          </p:cNvPr>
          <p:cNvSpPr/>
          <p:nvPr/>
        </p:nvSpPr>
        <p:spPr>
          <a:xfrm>
            <a:off x="3287351" y="2154286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Transaction</a:t>
            </a: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452BCDD8-17D6-A622-6AE3-1B2C01956BB5}"/>
              </a:ext>
            </a:extLst>
          </p:cNvPr>
          <p:cNvSpPr/>
          <p:nvPr/>
        </p:nvSpPr>
        <p:spPr>
          <a:xfrm>
            <a:off x="3080453" y="3825679"/>
            <a:ext cx="1201911" cy="935014"/>
          </a:xfrm>
          <a:prstGeom prst="ca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Ledger DB</a:t>
            </a:r>
          </a:p>
        </p:txBody>
      </p:sp>
      <p:cxnSp>
        <p:nvCxnSpPr>
          <p:cNvPr id="10" name="Straight Arrow Connector 72">
            <a:extLst>
              <a:ext uri="{FF2B5EF4-FFF2-40B4-BE49-F238E27FC236}">
                <a16:creationId xmlns:a16="http://schemas.microsoft.com/office/drawing/2014/main" id="{955EC6CE-6100-CE15-4F61-B3566F4A7B00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 flipH="1">
            <a:off x="2587856" y="2644240"/>
            <a:ext cx="1093552" cy="344488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72">
            <a:extLst>
              <a:ext uri="{FF2B5EF4-FFF2-40B4-BE49-F238E27FC236}">
                <a16:creationId xmlns:a16="http://schemas.microsoft.com/office/drawing/2014/main" id="{C53995E0-B2B0-1D57-9132-2CA20D0B9FF9}"/>
              </a:ext>
            </a:extLst>
          </p:cNvPr>
          <p:cNvCxnSpPr>
            <a:cxnSpLocks/>
            <a:stCxn id="140" idx="2"/>
            <a:endCxn id="3" idx="0"/>
          </p:cNvCxnSpPr>
          <p:nvPr/>
        </p:nvCxnSpPr>
        <p:spPr>
          <a:xfrm>
            <a:off x="3681408" y="1862529"/>
            <a:ext cx="0" cy="291757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3007A25-845B-CEC9-B153-E4C066E5B3D0}"/>
              </a:ext>
            </a:extLst>
          </p:cNvPr>
          <p:cNvSpPr/>
          <p:nvPr/>
        </p:nvSpPr>
        <p:spPr>
          <a:xfrm>
            <a:off x="2193799" y="2988728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Debit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87C5BB-AD5E-8FAA-735D-06652D586AB2}"/>
              </a:ext>
            </a:extLst>
          </p:cNvPr>
          <p:cNvSpPr/>
          <p:nvPr/>
        </p:nvSpPr>
        <p:spPr>
          <a:xfrm>
            <a:off x="4407941" y="2988728"/>
            <a:ext cx="788114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Credit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55729-CFB8-6698-FD08-EB6CDC61DDA3}"/>
              </a:ext>
            </a:extLst>
          </p:cNvPr>
          <p:cNvSpPr txBox="1"/>
          <p:nvPr/>
        </p:nvSpPr>
        <p:spPr>
          <a:xfrm>
            <a:off x="3264635" y="3441324"/>
            <a:ext cx="92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Database updates</a:t>
            </a:r>
          </a:p>
        </p:txBody>
      </p:sp>
      <p:cxnSp>
        <p:nvCxnSpPr>
          <p:cNvPr id="9" name="Straight Arrow Connector 72">
            <a:extLst>
              <a:ext uri="{FF2B5EF4-FFF2-40B4-BE49-F238E27FC236}">
                <a16:creationId xmlns:a16="http://schemas.microsoft.com/office/drawing/2014/main" id="{70291F36-2B02-BA2B-68E0-2DC1AA5C3063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3681408" y="2644240"/>
            <a:ext cx="1120590" cy="344488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72">
            <a:extLst>
              <a:ext uri="{FF2B5EF4-FFF2-40B4-BE49-F238E27FC236}">
                <a16:creationId xmlns:a16="http://schemas.microsoft.com/office/drawing/2014/main" id="{DDD75A54-95DB-F36B-EA56-FB9C3DF93337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509472" y="3450367"/>
            <a:ext cx="1171937" cy="375312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72">
            <a:extLst>
              <a:ext uri="{FF2B5EF4-FFF2-40B4-BE49-F238E27FC236}">
                <a16:creationId xmlns:a16="http://schemas.microsoft.com/office/drawing/2014/main" id="{0615BC8A-838B-69BD-3F1F-80581F74E8E2}"/>
              </a:ext>
            </a:extLst>
          </p:cNvPr>
          <p:cNvCxnSpPr>
            <a:cxnSpLocks/>
            <a:stCxn id="6" idx="2"/>
            <a:endCxn id="4" idx="1"/>
          </p:cNvCxnSpPr>
          <p:nvPr/>
        </p:nvCxnSpPr>
        <p:spPr>
          <a:xfrm flipH="1">
            <a:off x="3681409" y="3478682"/>
            <a:ext cx="1120589" cy="346997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64C52DD-C94E-D1E6-1402-7EE1B9773238}"/>
              </a:ext>
            </a:extLst>
          </p:cNvPr>
          <p:cNvSpPr/>
          <p:nvPr/>
        </p:nvSpPr>
        <p:spPr>
          <a:xfrm>
            <a:off x="2809003" y="5995956"/>
            <a:ext cx="1744810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Subscribers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985C53-4A08-11AC-603A-7C1EB780190E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>
            <a:off x="3681408" y="5638615"/>
            <a:ext cx="0" cy="357341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C7A9302-251D-FDE8-5560-90C39107AD1E}"/>
              </a:ext>
            </a:extLst>
          </p:cNvPr>
          <p:cNvSpPr/>
          <p:nvPr/>
        </p:nvSpPr>
        <p:spPr>
          <a:xfrm>
            <a:off x="2809003" y="706105"/>
            <a:ext cx="1744810" cy="489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bg1"/>
                </a:solidFill>
              </a:rPr>
              <a:t>Consumer</a:t>
            </a:r>
          </a:p>
        </p:txBody>
      </p:sp>
      <p:cxnSp>
        <p:nvCxnSpPr>
          <p:cNvPr id="27" name="Straight Arrow Connector 72">
            <a:extLst>
              <a:ext uri="{FF2B5EF4-FFF2-40B4-BE49-F238E27FC236}">
                <a16:creationId xmlns:a16="http://schemas.microsoft.com/office/drawing/2014/main" id="{47CF9B89-CD21-CD5E-D910-35F85669CE29}"/>
              </a:ext>
            </a:extLst>
          </p:cNvPr>
          <p:cNvCxnSpPr>
            <a:cxnSpLocks/>
            <a:stCxn id="26" idx="2"/>
            <a:endCxn id="140" idx="0"/>
          </p:cNvCxnSpPr>
          <p:nvPr/>
        </p:nvCxnSpPr>
        <p:spPr>
          <a:xfrm>
            <a:off x="3681408" y="1196059"/>
            <a:ext cx="0" cy="302478"/>
          </a:xfrm>
          <a:prstGeom prst="straightConnector1">
            <a:avLst/>
          </a:prstGeom>
          <a:ln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4D369B7-544C-D4E2-583D-2D4A6C0C5E23}"/>
              </a:ext>
            </a:extLst>
          </p:cNvPr>
          <p:cNvGrpSpPr/>
          <p:nvPr/>
        </p:nvGrpSpPr>
        <p:grpSpPr>
          <a:xfrm>
            <a:off x="5396876" y="3478682"/>
            <a:ext cx="1559420" cy="1590407"/>
            <a:chOff x="4927333" y="3803231"/>
            <a:chExt cx="1559420" cy="159040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7E2ED5D-3728-AD3E-9501-C8D91240651E}"/>
                </a:ext>
              </a:extLst>
            </p:cNvPr>
            <p:cNvSpPr/>
            <p:nvPr/>
          </p:nvSpPr>
          <p:spPr>
            <a:xfrm>
              <a:off x="4927333" y="3803231"/>
              <a:ext cx="788114" cy="1590407"/>
            </a:xfrm>
            <a:prstGeom prst="rect">
              <a:avLst/>
            </a:prstGeom>
            <a:solidFill>
              <a:srgbClr val="0070C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b="1" dirty="0">
                  <a:solidFill>
                    <a:schemeClr val="bg1"/>
                  </a:solidFill>
                </a:rPr>
                <a:t>ASSETS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0400683-FAF6-7EC6-ACCF-22901AB0F3AC}"/>
                </a:ext>
              </a:extLst>
            </p:cNvPr>
            <p:cNvSpPr/>
            <p:nvPr/>
          </p:nvSpPr>
          <p:spPr>
            <a:xfrm>
              <a:off x="5698639" y="3810656"/>
              <a:ext cx="788114" cy="1060072"/>
            </a:xfrm>
            <a:prstGeom prst="rect">
              <a:avLst/>
            </a:prstGeom>
            <a:solidFill>
              <a:srgbClr val="FF000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</a:rPr>
                <a:t>LIABILITIES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33101D0-E368-53C8-7D4C-60E2C9961769}"/>
                </a:ext>
              </a:extLst>
            </p:cNvPr>
            <p:cNvSpPr/>
            <p:nvPr/>
          </p:nvSpPr>
          <p:spPr>
            <a:xfrm>
              <a:off x="5698639" y="4870728"/>
              <a:ext cx="788114" cy="522910"/>
            </a:xfrm>
            <a:prstGeom prst="rect">
              <a:avLst/>
            </a:prstGeom>
            <a:solidFill>
              <a:srgbClr val="00B050"/>
            </a:solidFill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dirty="0">
                  <a:solidFill>
                    <a:schemeClr val="bg1"/>
                  </a:solidFill>
                </a:rPr>
                <a:t>EQUITY</a:t>
              </a:r>
            </a:p>
          </p:txBody>
        </p:sp>
      </p:grpSp>
      <p:cxnSp>
        <p:nvCxnSpPr>
          <p:cNvPr id="35" name="Straight Arrow Connector 72">
            <a:extLst>
              <a:ext uri="{FF2B5EF4-FFF2-40B4-BE49-F238E27FC236}">
                <a16:creationId xmlns:a16="http://schemas.microsoft.com/office/drawing/2014/main" id="{22604E82-89E2-2C33-A616-344D96C93D2B}"/>
              </a:ext>
            </a:extLst>
          </p:cNvPr>
          <p:cNvCxnSpPr>
            <a:cxnSpLocks/>
            <a:stCxn id="4" idx="4"/>
            <a:endCxn id="30" idx="1"/>
          </p:cNvCxnSpPr>
          <p:nvPr/>
        </p:nvCxnSpPr>
        <p:spPr>
          <a:xfrm flipV="1">
            <a:off x="4282364" y="4273886"/>
            <a:ext cx="1114512" cy="19300"/>
          </a:xfrm>
          <a:prstGeom prst="straightConnector1">
            <a:avLst/>
          </a:prstGeom>
          <a:ln w="34925">
            <a:solidFill>
              <a:srgbClr val="FCA2F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3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0EDC9-A8D8-8BC7-9A11-D90604328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205056A-69CD-A72C-1C28-17A9F9E9DEAD}"/>
              </a:ext>
            </a:extLst>
          </p:cNvPr>
          <p:cNvSpPr txBox="1"/>
          <p:nvPr/>
        </p:nvSpPr>
        <p:spPr>
          <a:xfrm>
            <a:off x="846814" y="1872088"/>
            <a:ext cx="6098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DR  Operational Bank Account (asset ↑)</a:t>
            </a:r>
          </a:p>
          <a:p>
            <a:r>
              <a:rPr lang="en-GB" dirty="0"/>
              <a:t>CR  Customer Wallet Liability (liability ↑)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01B9B883-18DA-EAE5-040B-5032BC222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8403"/>
            <a:ext cx="828944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Step 1 — Customer deposit received into operations bank account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D726A098-B435-1C17-81A6-17B4985E5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7751"/>
            <a:ext cx="7319632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Step 2 — Sweep from operational → safeguarding account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CC559C-22B3-B635-EDF7-99CBD5DC10D3}"/>
              </a:ext>
            </a:extLst>
          </p:cNvPr>
          <p:cNvSpPr txBox="1"/>
          <p:nvPr/>
        </p:nvSpPr>
        <p:spPr>
          <a:xfrm>
            <a:off x="584422" y="3624660"/>
            <a:ext cx="6130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DR  Safeguarded Bank Account  (asset ↑)</a:t>
            </a:r>
          </a:p>
          <a:p>
            <a:r>
              <a:rPr lang="en-GB" dirty="0"/>
              <a:t>CR  Operational Bank Account  (asset ↓)</a:t>
            </a: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481FA4D1-86EB-1AD0-A782-0FAB3F625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01101"/>
            <a:ext cx="644055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Step 3 — Liability reclassification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22A481-F7DE-9D00-BD42-72E4CC1D0F5C}"/>
              </a:ext>
            </a:extLst>
          </p:cNvPr>
          <p:cNvSpPr txBox="1"/>
          <p:nvPr/>
        </p:nvSpPr>
        <p:spPr>
          <a:xfrm>
            <a:off x="584422" y="5408987"/>
            <a:ext cx="6130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DR  Customer Wallet Liability</a:t>
            </a:r>
          </a:p>
          <a:p>
            <a:r>
              <a:rPr lang="en-GB" dirty="0"/>
              <a:t>CR  Safeguarded Client Funds Liability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4DED5C1-E297-68EA-93FB-35DD186EA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36" y="56984"/>
            <a:ext cx="12127064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Scenario – Incoming funds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026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CF269-2F93-3FDC-4753-F46AD58AB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1D85B48-4C68-FBBD-4886-C0A6F42FD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Chart of Accounts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C3729A5-B1FA-FA8D-B7D1-86819764A5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8907273"/>
              </p:ext>
            </p:extLst>
          </p:nvPr>
        </p:nvGraphicFramePr>
        <p:xfrm>
          <a:off x="464884" y="94000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EE4D152-6F02-E543-E629-EF0EC0C8BC4C}"/>
              </a:ext>
            </a:extLst>
          </p:cNvPr>
          <p:cNvSpPr txBox="1"/>
          <p:nvPr/>
        </p:nvSpPr>
        <p:spPr>
          <a:xfrm>
            <a:off x="3844887" y="4384713"/>
            <a:ext cx="5552501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How much did we transfer to banking partners</a:t>
            </a:r>
          </a:p>
          <a:p>
            <a:r>
              <a:rPr lang="en-GB" dirty="0">
                <a:solidFill>
                  <a:schemeClr val="bg1"/>
                </a:solidFill>
              </a:rPr>
              <a:t>How much transaction fees did we collect </a:t>
            </a:r>
          </a:p>
          <a:p>
            <a:r>
              <a:rPr lang="en-GB" dirty="0">
                <a:solidFill>
                  <a:schemeClr val="bg1"/>
                </a:solidFill>
              </a:rPr>
              <a:t>How much payment did the customer make</a:t>
            </a:r>
          </a:p>
          <a:p>
            <a:r>
              <a:rPr lang="en-GB" dirty="0">
                <a:solidFill>
                  <a:schemeClr val="bg1"/>
                </a:solidFill>
              </a:rPr>
              <a:t>How much fee did the customer pay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189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3C46-2237-4935-9C0D-82940421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2405DB-F26B-019B-5CBB-24D73BBD8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Key ledger events - Payments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2EEF74-CDB5-2365-964C-81D1B0E81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1296"/>
              </p:ext>
            </p:extLst>
          </p:nvPr>
        </p:nvGraphicFramePr>
        <p:xfrm>
          <a:off x="1190472" y="1574800"/>
          <a:ext cx="688064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13504387"/>
                    </a:ext>
                  </a:extLst>
                </a:gridCol>
                <a:gridCol w="4848646">
                  <a:extLst>
                    <a:ext uri="{9D8B030D-6E8A-4147-A177-3AD203B41FA5}">
                      <a16:colId xmlns:a16="http://schemas.microsoft.com/office/drawing/2014/main" val="33805406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70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Initiates Payment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011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Payment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Confirms initial state of payment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868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Confirms On-hold state of payment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351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Confirms Released state of payment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765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Banking Partner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Confirm Pending state of payment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230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Banking Partner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Confirms Posted state of payment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476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Banking Partner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Confirms Settled state of payment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129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Archive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Confirms Archived state of payment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86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Fees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Confirms transaction fees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525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4213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C0DDF2-76E5-CCA6-F388-8D0733CDC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57" y="726635"/>
            <a:ext cx="6542634" cy="598817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CBB0020-CD20-1CBB-BB93-6BCD214C0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143192"/>
            <a:ext cx="5899339" cy="457200"/>
          </a:xfrm>
        </p:spPr>
        <p:txBody>
          <a:bodyPr>
            <a:normAutofit/>
          </a:bodyPr>
          <a:lstStyle/>
          <a:p>
            <a:r>
              <a:rPr lang="en-GB" sz="2300" dirty="0"/>
              <a:t>Ledger journal entry scenario</a:t>
            </a:r>
          </a:p>
        </p:txBody>
      </p:sp>
    </p:spTree>
    <p:extLst>
      <p:ext uri="{BB962C8B-B14F-4D97-AF65-F5344CB8AC3E}">
        <p14:creationId xmlns:p14="http://schemas.microsoft.com/office/powerpoint/2010/main" val="1431713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59483-A335-4130-E01E-0EDA4C56E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69BEE50-02AF-BA05-E2CB-C3390696C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5899339" cy="457200"/>
          </a:xfrm>
        </p:spPr>
        <p:txBody>
          <a:bodyPr>
            <a:normAutofit fontScale="90000"/>
          </a:bodyPr>
          <a:lstStyle/>
          <a:p>
            <a:r>
              <a:rPr lang="en-GB" sz="2300" dirty="0"/>
              <a:t>Ledger API - POST Customer Deposit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0293C7-DA61-2D64-A6A6-B6F30FEE24EC}"/>
              </a:ext>
            </a:extLst>
          </p:cNvPr>
          <p:cNvSpPr txBox="1"/>
          <p:nvPr/>
        </p:nvSpPr>
        <p:spPr>
          <a:xfrm>
            <a:off x="1076630" y="1209332"/>
            <a:ext cx="7470648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{ </a:t>
            </a:r>
          </a:p>
          <a:p>
            <a:r>
              <a:rPr lang="en-GB" sz="1400" dirty="0"/>
              <a:t>  ”</a:t>
            </a:r>
            <a:r>
              <a:rPr lang="en-GB" sz="1400" dirty="0" err="1"/>
              <a:t>ledgerId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”Payments Ledger”</a:t>
            </a:r>
            <a:r>
              <a:rPr lang="en-GB" sz="1400" dirty="0"/>
              <a:t>, </a:t>
            </a:r>
          </a:p>
          <a:p>
            <a:r>
              <a:rPr lang="en-GB" sz="1400" dirty="0"/>
              <a:t>  “</a:t>
            </a:r>
            <a:r>
              <a:rPr lang="en-GB" sz="1400" dirty="0" err="1"/>
              <a:t>frontierCustomerId</a:t>
            </a:r>
            <a:r>
              <a:rPr lang="en-GB" sz="1400" dirty="0"/>
              <a:t>”: “NSPCC”,</a:t>
            </a:r>
          </a:p>
          <a:p>
            <a:r>
              <a:rPr lang="en-GB" sz="1400" dirty="0"/>
              <a:t>  "</a:t>
            </a:r>
            <a:r>
              <a:rPr lang="en-GB" sz="1400" dirty="0" err="1"/>
              <a:t>transactionDate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"2025-02-25,</a:t>
            </a:r>
            <a:endParaRPr lang="en-GB" sz="1400" dirty="0"/>
          </a:p>
          <a:p>
            <a:r>
              <a:rPr lang="en-GB" sz="1400" dirty="0"/>
              <a:t>  "</a:t>
            </a:r>
            <a:r>
              <a:rPr lang="en-GB" sz="1400" dirty="0" err="1"/>
              <a:t>transactionStatus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”Posted"</a:t>
            </a:r>
            <a:r>
              <a:rPr lang="en-GB" sz="1400" dirty="0"/>
              <a:t>, </a:t>
            </a:r>
          </a:p>
          <a:p>
            <a:r>
              <a:rPr lang="en-GB" sz="1400" dirty="0"/>
              <a:t>  "</a:t>
            </a:r>
            <a:r>
              <a:rPr lang="en-GB" sz="1400" dirty="0" err="1"/>
              <a:t>transactionReference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”NS20250225PAY1"</a:t>
            </a:r>
            <a:r>
              <a:rPr lang="en-GB" sz="1400" dirty="0"/>
              <a:t>, </a:t>
            </a:r>
          </a:p>
          <a:p>
            <a:r>
              <a:rPr lang="en-GB" sz="1400" dirty="0">
                <a:solidFill>
                  <a:srgbClr val="A2FCA2"/>
                </a:solidFill>
              </a:rPr>
              <a:t>  </a:t>
            </a:r>
            <a:r>
              <a:rPr lang="en-GB" sz="1400" dirty="0"/>
              <a:t>"description":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”Customer deposit transaction"</a:t>
            </a:r>
            <a:r>
              <a:rPr lang="en-GB" sz="1400" dirty="0"/>
              <a:t>,</a:t>
            </a:r>
          </a:p>
          <a:p>
            <a:r>
              <a:rPr lang="en-GB" sz="1400" dirty="0"/>
              <a:t>  "</a:t>
            </a:r>
            <a:r>
              <a:rPr lang="en-GB" sz="1400" dirty="0" err="1"/>
              <a:t>lineItems</a:t>
            </a:r>
            <a:r>
              <a:rPr lang="en-GB" sz="1400" dirty="0"/>
              <a:t>": [ </a:t>
            </a:r>
          </a:p>
          <a:p>
            <a:r>
              <a:rPr lang="en-GB" sz="1400" dirty="0"/>
              <a:t>     { </a:t>
            </a:r>
          </a:p>
          <a:p>
            <a:r>
              <a:rPr lang="en-GB" sz="1400" dirty="0"/>
              <a:t>       ”</a:t>
            </a:r>
            <a:r>
              <a:rPr lang="en-GB" sz="1400" dirty="0" err="1"/>
              <a:t>accountId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”Customer Wallet"</a:t>
            </a:r>
            <a:r>
              <a:rPr lang="en-GB" sz="1400" dirty="0"/>
              <a:t>, direction: ”credit": “amount": </a:t>
            </a:r>
            <a:r>
              <a:rPr lang="en-GB" sz="1400" dirty="0">
                <a:solidFill>
                  <a:srgbClr val="D36363"/>
                </a:solidFill>
                <a:effectLst/>
              </a:rPr>
              <a:t>500</a:t>
            </a:r>
            <a:endParaRPr lang="en-GB" sz="1400" dirty="0"/>
          </a:p>
          <a:p>
            <a:r>
              <a:rPr lang="en-GB" sz="1400" dirty="0"/>
              <a:t>     } ,</a:t>
            </a:r>
          </a:p>
          <a:p>
            <a:r>
              <a:rPr lang="en-GB" sz="1400" dirty="0"/>
              <a:t>    {  </a:t>
            </a:r>
          </a:p>
          <a:p>
            <a:r>
              <a:rPr lang="en-GB" sz="1400" dirty="0"/>
              <a:t>       ”</a:t>
            </a:r>
            <a:r>
              <a:rPr lang="en-GB" sz="1400" dirty="0" err="1"/>
              <a:t>accountId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”Cash Account</a:t>
            </a:r>
            <a:r>
              <a:rPr lang="en-GB" sz="1400" dirty="0"/>
              <a:t>, direction: ”debit": “amount": </a:t>
            </a:r>
            <a:r>
              <a:rPr lang="en-GB" sz="1400" dirty="0">
                <a:solidFill>
                  <a:srgbClr val="D36363"/>
                </a:solidFill>
                <a:effectLst/>
              </a:rPr>
              <a:t>485</a:t>
            </a:r>
            <a:endParaRPr lang="en-GB" sz="1400" dirty="0"/>
          </a:p>
          <a:p>
            <a:r>
              <a:rPr lang="en-GB" sz="1400" dirty="0"/>
              <a:t>     } ,</a:t>
            </a:r>
          </a:p>
          <a:p>
            <a:r>
              <a:rPr lang="en-GB" sz="1400" dirty="0"/>
              <a:t>    {  </a:t>
            </a:r>
          </a:p>
          <a:p>
            <a:r>
              <a:rPr lang="en-GB" sz="1400" dirty="0"/>
              <a:t>       ”</a:t>
            </a:r>
            <a:r>
              <a:rPr lang="en-GB" sz="1400" dirty="0" err="1"/>
              <a:t>accountId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”Expense Account</a:t>
            </a:r>
            <a:r>
              <a:rPr lang="en-GB" sz="1400" dirty="0"/>
              <a:t>, direction: ”debit": “amount": </a:t>
            </a:r>
            <a:r>
              <a:rPr lang="en-GB" sz="1400" dirty="0">
                <a:solidFill>
                  <a:srgbClr val="D36363"/>
                </a:solidFill>
                <a:effectLst/>
              </a:rPr>
              <a:t>15</a:t>
            </a:r>
            <a:r>
              <a:rPr lang="en-GB" sz="1400" dirty="0"/>
              <a:t> </a:t>
            </a:r>
          </a:p>
          <a:p>
            <a:r>
              <a:rPr lang="en-GB" sz="1400" dirty="0"/>
              <a:t>     } ,</a:t>
            </a:r>
          </a:p>
          <a:p>
            <a:r>
              <a:rPr lang="en-GB" sz="1400" dirty="0"/>
              <a:t>  ] </a:t>
            </a:r>
          </a:p>
          <a:p>
            <a:r>
              <a:rPr lang="en-GB" sz="1400" dirty="0"/>
              <a:t> 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2F57CA-16A6-7F87-F2FB-32C1F4EBD47D}"/>
              </a:ext>
            </a:extLst>
          </p:cNvPr>
          <p:cNvSpPr txBox="1"/>
          <p:nvPr/>
        </p:nvSpPr>
        <p:spPr>
          <a:xfrm>
            <a:off x="7639050" y="842670"/>
            <a:ext cx="3810000" cy="462434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>
              <a:spcBef>
                <a:spcPts val="1500"/>
              </a:spcBef>
              <a:spcAft>
                <a:spcPts val="750"/>
              </a:spcAft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Account Balances</a:t>
            </a: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Identify the Account Type: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Determine whether the account is an asset, liability, equity, revenue, or expense account. 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Determine the Normal Balance:</a:t>
            </a:r>
            <a:endParaRPr lang="en-GB" sz="1200" b="0" i="0" dirty="0">
              <a:solidFill>
                <a:schemeClr val="bg1"/>
              </a:solidFill>
              <a:effectLst/>
              <a:latin typeface="Google Sans"/>
            </a:endParaRPr>
          </a:p>
          <a:p>
            <a:pPr marL="742950" lvl="1" indent="-285750" algn="l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Assets, Expenses, and Dividends: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Normally have debit balances (increases with debits, decreases with credits). </a:t>
            </a:r>
          </a:p>
          <a:p>
            <a:pPr marL="742950" lvl="1" indent="-285750" algn="l" fontAlgn="ctr"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Liabilities, Revenue, and Equity: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Normally have credit balances (increases with credits, decreases with debits). </a:t>
            </a: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Sum the Debits and Credits: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Add up all the debit entries and credit entries for the specific account. 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Calculate the Balance:</a:t>
            </a:r>
          </a:p>
          <a:p>
            <a:pPr marL="171450" indent="-171450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Google Sans"/>
              </a:rPr>
              <a:t>C</a:t>
            </a: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redit normal a/c: 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total credits.  - total debits</a:t>
            </a:r>
          </a:p>
          <a:p>
            <a:pPr marL="171450" indent="-171450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Google Sans"/>
              </a:rPr>
              <a:t>Debit </a:t>
            </a: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normal a/c: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Total debits - total credits</a:t>
            </a:r>
          </a:p>
        </p:txBody>
      </p:sp>
    </p:spTree>
    <p:extLst>
      <p:ext uri="{BB962C8B-B14F-4D97-AF65-F5344CB8AC3E}">
        <p14:creationId xmlns:p14="http://schemas.microsoft.com/office/powerpoint/2010/main" val="3062371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D9ECD-D5CC-F1ED-BF56-452B48F18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D858E84-CF26-95E6-1C47-80A2B4E8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84" y="232519"/>
            <a:ext cx="6411404" cy="457200"/>
          </a:xfrm>
        </p:spPr>
        <p:txBody>
          <a:bodyPr>
            <a:normAutofit fontScale="90000"/>
          </a:bodyPr>
          <a:lstStyle/>
          <a:p>
            <a:r>
              <a:rPr lang="en-GB" sz="2300" dirty="0"/>
              <a:t>Ledger API  - POST Customer Withdrawal transaction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5CFF03-9CE6-DC8D-0768-A7A040400D42}"/>
              </a:ext>
            </a:extLst>
          </p:cNvPr>
          <p:cNvSpPr txBox="1"/>
          <p:nvPr/>
        </p:nvSpPr>
        <p:spPr>
          <a:xfrm>
            <a:off x="639547" y="1421100"/>
            <a:ext cx="6628028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{ </a:t>
            </a:r>
          </a:p>
          <a:p>
            <a:r>
              <a:rPr lang="en-GB" sz="1400" dirty="0"/>
              <a:t>  ”</a:t>
            </a:r>
            <a:r>
              <a:rPr lang="en-GB" sz="1400" dirty="0" err="1"/>
              <a:t>ledgerId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”Payments Ledger”</a:t>
            </a:r>
            <a:r>
              <a:rPr lang="en-GB" sz="1400" dirty="0"/>
              <a:t>, </a:t>
            </a:r>
          </a:p>
          <a:p>
            <a:r>
              <a:rPr lang="en-GB" sz="1400" dirty="0"/>
              <a:t>  “</a:t>
            </a:r>
            <a:r>
              <a:rPr lang="en-GB" sz="1400" dirty="0" err="1"/>
              <a:t>frontierCustomerId</a:t>
            </a:r>
            <a:r>
              <a:rPr lang="en-GB" sz="1400" dirty="0"/>
              <a:t>”: “NSPCC”</a:t>
            </a:r>
          </a:p>
          <a:p>
            <a:r>
              <a:rPr lang="en-GB" sz="1400" dirty="0"/>
              <a:t>  "</a:t>
            </a:r>
            <a:r>
              <a:rPr lang="en-GB" sz="1400" dirty="0" err="1"/>
              <a:t>transactionDate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"2025-02-25"</a:t>
            </a:r>
            <a:r>
              <a:rPr lang="en-GB" sz="1400" dirty="0"/>
              <a:t>, </a:t>
            </a:r>
          </a:p>
          <a:p>
            <a:r>
              <a:rPr lang="en-GB" sz="1400" dirty="0"/>
              <a:t>  "</a:t>
            </a:r>
            <a:r>
              <a:rPr lang="en-GB" sz="1400" dirty="0" err="1"/>
              <a:t>transactionStatus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”Posted"</a:t>
            </a:r>
            <a:r>
              <a:rPr lang="en-GB" sz="1400" dirty="0"/>
              <a:t>, </a:t>
            </a:r>
          </a:p>
          <a:p>
            <a:r>
              <a:rPr lang="en-GB" sz="1400" dirty="0"/>
              <a:t>  "</a:t>
            </a:r>
            <a:r>
              <a:rPr lang="en-GB" sz="1400" dirty="0" err="1"/>
              <a:t>transactionReference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”NS20250225PAY2"</a:t>
            </a:r>
            <a:r>
              <a:rPr lang="en-GB" sz="1400" dirty="0"/>
              <a:t>, </a:t>
            </a:r>
          </a:p>
          <a:p>
            <a:r>
              <a:rPr lang="en-GB" sz="1400" dirty="0"/>
              <a:t>  "description":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”Customer withdrawal transaction"</a:t>
            </a:r>
            <a:r>
              <a:rPr lang="en-GB" sz="1400" dirty="0"/>
              <a:t>,</a:t>
            </a:r>
          </a:p>
          <a:p>
            <a:r>
              <a:rPr lang="en-GB" sz="1400" dirty="0"/>
              <a:t>  "</a:t>
            </a:r>
            <a:r>
              <a:rPr lang="en-GB" sz="1400" dirty="0" err="1"/>
              <a:t>lineItems</a:t>
            </a:r>
            <a:r>
              <a:rPr lang="en-GB" sz="1400" dirty="0"/>
              <a:t>": [ </a:t>
            </a:r>
          </a:p>
          <a:p>
            <a:r>
              <a:rPr lang="en-GB" sz="1400" dirty="0"/>
              <a:t>     { </a:t>
            </a:r>
          </a:p>
          <a:p>
            <a:r>
              <a:rPr lang="en-GB" sz="1400" dirty="0"/>
              <a:t>       ”</a:t>
            </a:r>
            <a:r>
              <a:rPr lang="en-GB" sz="1400" dirty="0" err="1"/>
              <a:t>accountId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”Customer Wallet"</a:t>
            </a:r>
            <a:r>
              <a:rPr lang="en-GB" sz="1400" dirty="0"/>
              <a:t>, direction: ”debit": “amount": </a:t>
            </a:r>
            <a:r>
              <a:rPr lang="en-GB" sz="1400" dirty="0">
                <a:solidFill>
                  <a:srgbClr val="D36363"/>
                </a:solidFill>
                <a:effectLst/>
              </a:rPr>
              <a:t>301.50</a:t>
            </a:r>
            <a:endParaRPr lang="en-GB" sz="1400" dirty="0"/>
          </a:p>
          <a:p>
            <a:r>
              <a:rPr lang="en-GB" sz="1400" dirty="0"/>
              <a:t>     } ,</a:t>
            </a:r>
          </a:p>
          <a:p>
            <a:r>
              <a:rPr lang="en-GB" sz="1400" dirty="0"/>
              <a:t>    {  </a:t>
            </a:r>
          </a:p>
          <a:p>
            <a:r>
              <a:rPr lang="en-GB" sz="1400" dirty="0"/>
              <a:t>       ”</a:t>
            </a:r>
            <a:r>
              <a:rPr lang="en-GB" sz="1400" dirty="0" err="1"/>
              <a:t>accountId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”Cash Account</a:t>
            </a:r>
            <a:r>
              <a:rPr lang="en-GB" sz="1400" dirty="0"/>
              <a:t>, direction: ”credit": “amount": </a:t>
            </a:r>
            <a:r>
              <a:rPr lang="en-GB" sz="1400" dirty="0">
                <a:solidFill>
                  <a:srgbClr val="D36363"/>
                </a:solidFill>
                <a:effectLst/>
              </a:rPr>
              <a:t>300</a:t>
            </a:r>
            <a:r>
              <a:rPr lang="en-GB" sz="1400" dirty="0"/>
              <a:t>, </a:t>
            </a:r>
          </a:p>
          <a:p>
            <a:r>
              <a:rPr lang="en-GB" sz="1400" dirty="0"/>
              <a:t>     } ,</a:t>
            </a:r>
          </a:p>
          <a:p>
            <a:r>
              <a:rPr lang="en-GB" sz="1400" dirty="0"/>
              <a:t>    {  </a:t>
            </a:r>
          </a:p>
          <a:p>
            <a:r>
              <a:rPr lang="en-GB" sz="1400" dirty="0"/>
              <a:t>       ”</a:t>
            </a:r>
            <a:r>
              <a:rPr lang="en-GB" sz="1400" dirty="0" err="1"/>
              <a:t>accountId</a:t>
            </a:r>
            <a:r>
              <a:rPr lang="en-GB" sz="1400" dirty="0"/>
              <a:t>": </a:t>
            </a:r>
            <a:r>
              <a:rPr lang="en-GB" sz="1400" dirty="0">
                <a:solidFill>
                  <a:srgbClr val="A2FCA2"/>
                </a:solidFill>
                <a:effectLst/>
              </a:rPr>
              <a:t>”Revenue Account</a:t>
            </a:r>
            <a:r>
              <a:rPr lang="en-GB" sz="1400" dirty="0"/>
              <a:t>, direction: ”credit": “amount": </a:t>
            </a:r>
            <a:r>
              <a:rPr lang="en-GB" sz="1400" dirty="0">
                <a:solidFill>
                  <a:srgbClr val="D36363"/>
                </a:solidFill>
                <a:effectLst/>
              </a:rPr>
              <a:t>1.50</a:t>
            </a:r>
            <a:endParaRPr lang="en-GB" sz="1400" dirty="0"/>
          </a:p>
          <a:p>
            <a:r>
              <a:rPr lang="en-GB" sz="1400" dirty="0"/>
              <a:t>     } ,</a:t>
            </a:r>
          </a:p>
          <a:p>
            <a:r>
              <a:rPr lang="en-GB" sz="1400" dirty="0"/>
              <a:t>  ] </a:t>
            </a:r>
          </a:p>
          <a:p>
            <a:r>
              <a:rPr lang="en-GB" sz="1400" dirty="0"/>
              <a:t> 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AA8A24-5B12-0701-F08C-8A48AA6616FC}"/>
              </a:ext>
            </a:extLst>
          </p:cNvPr>
          <p:cNvSpPr txBox="1"/>
          <p:nvPr/>
        </p:nvSpPr>
        <p:spPr>
          <a:xfrm>
            <a:off x="7639050" y="842670"/>
            <a:ext cx="3810000" cy="462434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>
              <a:spcBef>
                <a:spcPts val="1500"/>
              </a:spcBef>
              <a:spcAft>
                <a:spcPts val="750"/>
              </a:spcAft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Account Balances</a:t>
            </a: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Identify the Account Type: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Determine whether the account is an asset, liability, equity, revenue, or expense account. 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Determine the Normal Balance:</a:t>
            </a:r>
            <a:endParaRPr lang="en-GB" sz="1200" b="0" i="0" dirty="0">
              <a:solidFill>
                <a:schemeClr val="bg1"/>
              </a:solidFill>
              <a:effectLst/>
              <a:latin typeface="Google Sans"/>
            </a:endParaRPr>
          </a:p>
          <a:p>
            <a:pPr marL="742950" lvl="1" indent="-285750" algn="l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Assets, Expenses, and Dividends: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Normally have debit balances (increases with debits, decreases with credits). </a:t>
            </a:r>
          </a:p>
          <a:p>
            <a:pPr marL="742950" lvl="1" indent="-285750" algn="l" fontAlgn="ctr"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Liabilities, Revenue, and Equity: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Normally have credit balances (increases with credits, decreases with debits). </a:t>
            </a: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Sum the Debits and Credits: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Add up all the debit entries and credit entries for the specific account. 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Calculate the Balance:</a:t>
            </a:r>
          </a:p>
          <a:p>
            <a:pPr marL="171450" indent="-171450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Google Sans"/>
              </a:rPr>
              <a:t>C</a:t>
            </a: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redit normal a/c: 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total credits.  - total debits</a:t>
            </a:r>
          </a:p>
          <a:p>
            <a:pPr marL="171450" indent="-171450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Google Sans"/>
              </a:rPr>
              <a:t>Debit </a:t>
            </a: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normal a/c: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Total debits - total credits</a:t>
            </a:r>
          </a:p>
        </p:txBody>
      </p:sp>
    </p:spTree>
    <p:extLst>
      <p:ext uri="{BB962C8B-B14F-4D97-AF65-F5344CB8AC3E}">
        <p14:creationId xmlns:p14="http://schemas.microsoft.com/office/powerpoint/2010/main" val="4244414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039A1-8F68-77A4-F096-6D18BD471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EDD020F0-6059-D6DF-69FC-922AB90A71DE}"/>
              </a:ext>
            </a:extLst>
          </p:cNvPr>
          <p:cNvSpPr txBox="1"/>
          <p:nvPr/>
        </p:nvSpPr>
        <p:spPr>
          <a:xfrm>
            <a:off x="7639050" y="842670"/>
            <a:ext cx="3810000" cy="462434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>
              <a:spcBef>
                <a:spcPts val="1500"/>
              </a:spcBef>
              <a:spcAft>
                <a:spcPts val="750"/>
              </a:spcAft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Account Balances</a:t>
            </a: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Identify the Account Type: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Determine whether the account is an asset, liability, equity, revenue, or expense account. 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Determine the Normal Balance:</a:t>
            </a:r>
            <a:endParaRPr lang="en-GB" sz="1200" b="0" i="0" dirty="0">
              <a:solidFill>
                <a:schemeClr val="bg1"/>
              </a:solidFill>
              <a:effectLst/>
              <a:latin typeface="Google Sans"/>
            </a:endParaRPr>
          </a:p>
          <a:p>
            <a:pPr marL="742950" lvl="1" indent="-285750" algn="l" fontAlgn="ctr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Assets, Expenses, and Dividends: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Normally have debit balances (increases with debits, decreases with credits). </a:t>
            </a:r>
          </a:p>
          <a:p>
            <a:pPr marL="742950" lvl="1" indent="-285750" algn="l" fontAlgn="ctr"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Liabilities, Revenue, and Equity: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Normally have credit balances (increases with credits, decreases with debits). </a:t>
            </a:r>
          </a:p>
          <a:p>
            <a:pPr algn="l" fontAlgn="ctr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Sum the Debits and Credits: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Add up all the debit entries and credit entries for the specific account. 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Calculate the Balance:</a:t>
            </a:r>
          </a:p>
          <a:p>
            <a:pPr marL="171450" indent="-171450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Google Sans"/>
              </a:rPr>
              <a:t>C</a:t>
            </a: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redit normal a/c: 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total credits.  - total debits</a:t>
            </a:r>
          </a:p>
          <a:p>
            <a:pPr marL="171450" indent="-171450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  <a:latin typeface="Google Sans"/>
              </a:rPr>
              <a:t>Debit </a:t>
            </a:r>
            <a:r>
              <a:rPr lang="en-GB" sz="1200" b="1" i="0" dirty="0">
                <a:solidFill>
                  <a:schemeClr val="bg1"/>
                </a:solidFill>
                <a:effectLst/>
                <a:latin typeface="Google Sans"/>
              </a:rPr>
              <a:t>normal a/c:</a:t>
            </a:r>
            <a:r>
              <a:rPr lang="en-GB" sz="1200" b="0" i="0" dirty="0">
                <a:solidFill>
                  <a:schemeClr val="bg1"/>
                </a:solidFill>
                <a:effectLst/>
                <a:latin typeface="Google Sans"/>
              </a:rPr>
              <a:t> Total debits - total credits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4535F3-EDFD-E1F5-21F1-2E52CFC16755}"/>
              </a:ext>
            </a:extLst>
          </p:cNvPr>
          <p:cNvSpPr txBox="1"/>
          <p:nvPr/>
        </p:nvSpPr>
        <p:spPr>
          <a:xfrm>
            <a:off x="269966" y="474345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ASSETS (1000–1999)</a:t>
            </a:r>
          </a:p>
          <a:p>
            <a:r>
              <a:rPr lang="en-GB" sz="1400" dirty="0"/>
              <a:t>│</a:t>
            </a:r>
          </a:p>
          <a:p>
            <a:r>
              <a:rPr lang="en-GB" sz="1400" dirty="0"/>
              <a:t>├── 1100 Wallet Accounts</a:t>
            </a:r>
          </a:p>
          <a:p>
            <a:r>
              <a:rPr lang="en-GB" sz="1400" dirty="0"/>
              <a:t>│   ├── 1101 Wallet – Available</a:t>
            </a:r>
          </a:p>
          <a:p>
            <a:r>
              <a:rPr lang="en-GB" sz="1400" dirty="0"/>
              <a:t>│   └── 1102 Wallet – Pending</a:t>
            </a:r>
          </a:p>
          <a:p>
            <a:r>
              <a:rPr lang="en-GB" sz="1400" dirty="0"/>
              <a:t>│</a:t>
            </a:r>
          </a:p>
          <a:p>
            <a:r>
              <a:rPr lang="en-GB" sz="1400" dirty="0"/>
              <a:t>└── 1200 Safeguarding Accounts</a:t>
            </a:r>
          </a:p>
          <a:p>
            <a:r>
              <a:rPr lang="en-GB" sz="1400" dirty="0"/>
              <a:t>    ├── 1201 Safeguarded Customer Funds</a:t>
            </a:r>
          </a:p>
          <a:p>
            <a:r>
              <a:rPr lang="en-GB" sz="1400" dirty="0"/>
              <a:t>    └── 1202 Operational Float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LIABILITIES (2000–2999)</a:t>
            </a:r>
          </a:p>
          <a:p>
            <a:r>
              <a:rPr lang="en-GB" sz="1400" dirty="0"/>
              <a:t>│</a:t>
            </a:r>
          </a:p>
          <a:p>
            <a:r>
              <a:rPr lang="en-GB" sz="1400" dirty="0"/>
              <a:t>└── 2100 Card Clearing</a:t>
            </a:r>
          </a:p>
          <a:p>
            <a:r>
              <a:rPr lang="en-GB" sz="1400" dirty="0"/>
              <a:t>    └── 2101 Merchant Clearing Payable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REVENUE (5000–5999)</a:t>
            </a:r>
          </a:p>
          <a:p>
            <a:r>
              <a:rPr lang="en-GB" sz="1400" dirty="0"/>
              <a:t>│</a:t>
            </a:r>
          </a:p>
          <a:p>
            <a:r>
              <a:rPr lang="en-GB" sz="1400" dirty="0"/>
              <a:t>├── 5001 FX Fee Revenue</a:t>
            </a:r>
          </a:p>
          <a:p>
            <a:r>
              <a:rPr lang="en-GB" sz="1400" dirty="0"/>
              <a:t>└── 5002 FX Spread Revenue</a:t>
            </a:r>
          </a:p>
          <a:p>
            <a:endParaRPr lang="en-GB" sz="1400" dirty="0"/>
          </a:p>
          <a:p>
            <a:endParaRPr lang="en-GB" sz="1400" dirty="0"/>
          </a:p>
          <a:p>
            <a:r>
              <a:rPr lang="en-GB" sz="1400" dirty="0"/>
              <a:t>EXPENSES / P&amp;L (6000–6999)</a:t>
            </a:r>
          </a:p>
          <a:p>
            <a:r>
              <a:rPr lang="en-GB" sz="1400" dirty="0"/>
              <a:t>│</a:t>
            </a:r>
          </a:p>
          <a:p>
            <a:r>
              <a:rPr lang="en-GB" sz="1400" dirty="0"/>
              <a:t>├── 6001 Realised FX Gain</a:t>
            </a:r>
          </a:p>
          <a:p>
            <a:r>
              <a:rPr lang="en-GB" sz="1400" dirty="0"/>
              <a:t>└── 6002 Realised FX Loss</a:t>
            </a:r>
          </a:p>
        </p:txBody>
      </p:sp>
    </p:spTree>
    <p:extLst>
      <p:ext uri="{BB962C8B-B14F-4D97-AF65-F5344CB8AC3E}">
        <p14:creationId xmlns:p14="http://schemas.microsoft.com/office/powerpoint/2010/main" val="1029816376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AnalogousFromRegularSeedRightStep">
      <a:dk1>
        <a:srgbClr val="000000"/>
      </a:dk1>
      <a:lt1>
        <a:srgbClr val="FFFFFF"/>
      </a:lt1>
      <a:dk2>
        <a:srgbClr val="1B2430"/>
      </a:dk2>
      <a:lt2>
        <a:srgbClr val="F3F0F0"/>
      </a:lt2>
      <a:accent1>
        <a:srgbClr val="45AFB0"/>
      </a:accent1>
      <a:accent2>
        <a:srgbClr val="3B7EB1"/>
      </a:accent2>
      <a:accent3>
        <a:srgbClr val="4D5FC3"/>
      </a:accent3>
      <a:accent4>
        <a:srgbClr val="5C3DB2"/>
      </a:accent4>
      <a:accent5>
        <a:srgbClr val="9D4DC3"/>
      </a:accent5>
      <a:accent6>
        <a:srgbClr val="B13BA6"/>
      </a:accent6>
      <a:hlink>
        <a:srgbClr val="BF413F"/>
      </a:hlink>
      <a:folHlink>
        <a:srgbClr val="7F7F7F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419989</TotalTime>
  <Words>1271</Words>
  <Application>Microsoft Macintosh PowerPoint</Application>
  <PresentationFormat>Widescreen</PresentationFormat>
  <Paragraphs>199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Gill Sans Nova</vt:lpstr>
      <vt:lpstr>Google Sans</vt:lpstr>
      <vt:lpstr>TropicVTI</vt:lpstr>
      <vt:lpstr>✅ Ledger Guiding principles</vt:lpstr>
      <vt:lpstr>Ledger design principles</vt:lpstr>
      <vt:lpstr>Leger Service</vt:lpstr>
      <vt:lpstr>PowerPoint Presentation</vt:lpstr>
      <vt:lpstr>Chart of Accounts</vt:lpstr>
      <vt:lpstr>Key ledger events - Payments</vt:lpstr>
      <vt:lpstr>Ledger journal entry scenario</vt:lpstr>
      <vt:lpstr>Ledger API - POST Customer Deposit transaction</vt:lpstr>
      <vt:lpstr>Ledger API  - POST Customer Withdrawal transaction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payment process</dc:title>
  <dc:creator>Hamid Lahooti</dc:creator>
  <cp:lastModifiedBy>no-reply</cp:lastModifiedBy>
  <cp:revision>666</cp:revision>
  <cp:lastPrinted>2022-04-28T06:37:59Z</cp:lastPrinted>
  <dcterms:created xsi:type="dcterms:W3CDTF">2022-04-22T06:49:27Z</dcterms:created>
  <dcterms:modified xsi:type="dcterms:W3CDTF">2026-01-07T17:16:55Z</dcterms:modified>
</cp:coreProperties>
</file>