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notesMasterIdLst>
    <p:notesMasterId r:id="rId7"/>
  </p:notesMasterIdLst>
  <p:sldIdLst>
    <p:sldId id="420" r:id="rId2"/>
    <p:sldId id="418" r:id="rId3"/>
    <p:sldId id="419" r:id="rId4"/>
    <p:sldId id="421" r:id="rId5"/>
    <p:sldId id="42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58310D1-520F-E340-9DC9-983DD70B5F84}">
          <p14:sldIdLst>
            <p14:sldId id="420"/>
            <p14:sldId id="418"/>
            <p14:sldId id="419"/>
            <p14:sldId id="421"/>
            <p14:sldId id="42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A2FD"/>
    <a:srgbClr val="B9AE30"/>
    <a:srgbClr val="B8AC2F"/>
    <a:srgbClr val="FDBCDA"/>
    <a:srgbClr val="FDD0E7"/>
    <a:srgbClr val="F8CEFD"/>
    <a:srgbClr val="A0C0E1"/>
    <a:srgbClr val="6BA9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40"/>
    <p:restoredTop sz="96827"/>
  </p:normalViewPr>
  <p:slideViewPr>
    <p:cSldViewPr snapToGrid="0" snapToObjects="1">
      <p:cViewPr>
        <p:scale>
          <a:sx n="270" d="100"/>
          <a:sy n="270" d="100"/>
        </p:scale>
        <p:origin x="744" y="-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CDEA56-BF30-2C49-AB77-0F56044B5805}" type="doc">
      <dgm:prSet loTypeId="urn:microsoft.com/office/officeart/2005/8/layout/orgChar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7461D92-108E-6745-B3D3-D06788D32B88}">
      <dgm:prSet phldrT="[Text]" custT="1"/>
      <dgm:spPr/>
      <dgm:t>
        <a:bodyPr/>
        <a:lstStyle/>
        <a:p>
          <a:r>
            <a:rPr lang="en-GB" sz="1200" dirty="0"/>
            <a:t>Elevate core Go Live effort</a:t>
          </a:r>
        </a:p>
      </dgm:t>
    </dgm:pt>
    <dgm:pt modelId="{02B61CA2-A64C-D949-8A02-460A9F697FE5}" type="parTrans" cxnId="{1977EE03-CDE1-9E4C-B33A-30A6FCA43303}">
      <dgm:prSet/>
      <dgm:spPr/>
      <dgm:t>
        <a:bodyPr/>
        <a:lstStyle/>
        <a:p>
          <a:endParaRPr lang="en-GB" sz="1200"/>
        </a:p>
      </dgm:t>
    </dgm:pt>
    <dgm:pt modelId="{C26BE336-75F5-7F48-99E9-CB6FCAB66279}" type="sibTrans" cxnId="{1977EE03-CDE1-9E4C-B33A-30A6FCA43303}">
      <dgm:prSet/>
      <dgm:spPr/>
      <dgm:t>
        <a:bodyPr/>
        <a:lstStyle/>
        <a:p>
          <a:endParaRPr lang="en-GB" sz="1200"/>
        </a:p>
      </dgm:t>
    </dgm:pt>
    <dgm:pt modelId="{DD26C7C9-6D2A-0C49-8636-B3DB2925318F}">
      <dgm:prSet phldrT="[Text]" custT="1"/>
      <dgm:spPr/>
      <dgm:t>
        <a:bodyPr/>
        <a:lstStyle/>
        <a:p>
          <a:r>
            <a:rPr lang="en-GB" sz="1200" dirty="0"/>
            <a:t>JIRA tasks</a:t>
          </a:r>
        </a:p>
      </dgm:t>
    </dgm:pt>
    <dgm:pt modelId="{E4ABB5FD-F12A-0E4E-8A98-B9CD41F47AEA}" type="parTrans" cxnId="{4B05D127-B09C-D44C-B8B6-BFE022D7BAD2}">
      <dgm:prSet/>
      <dgm:spPr/>
      <dgm:t>
        <a:bodyPr/>
        <a:lstStyle/>
        <a:p>
          <a:endParaRPr lang="en-GB" sz="1200"/>
        </a:p>
      </dgm:t>
    </dgm:pt>
    <dgm:pt modelId="{B72F7BCD-D40D-D141-A5AF-4A443CF66137}" type="sibTrans" cxnId="{4B05D127-B09C-D44C-B8B6-BFE022D7BAD2}">
      <dgm:prSet/>
      <dgm:spPr/>
      <dgm:t>
        <a:bodyPr/>
        <a:lstStyle/>
        <a:p>
          <a:endParaRPr lang="en-GB" sz="1200"/>
        </a:p>
      </dgm:t>
    </dgm:pt>
    <dgm:pt modelId="{1BDF6DBC-EA82-5D4A-9438-191B902C8282}">
      <dgm:prSet phldrT="[Text]" custT="1"/>
      <dgm:spPr/>
      <dgm:t>
        <a:bodyPr/>
        <a:lstStyle/>
        <a:p>
          <a:r>
            <a:rPr lang="en-GB" sz="1200" dirty="0"/>
            <a:t>Ledger</a:t>
          </a:r>
        </a:p>
      </dgm:t>
    </dgm:pt>
    <dgm:pt modelId="{FC9990D0-6E4D-C94F-80BB-D2E196FF5333}" type="parTrans" cxnId="{0DEA3241-0CE7-0342-8CE4-330B6D17385A}">
      <dgm:prSet/>
      <dgm:spPr/>
      <dgm:t>
        <a:bodyPr/>
        <a:lstStyle/>
        <a:p>
          <a:endParaRPr lang="en-GB" sz="1200"/>
        </a:p>
      </dgm:t>
    </dgm:pt>
    <dgm:pt modelId="{37BCA6AA-6D89-C945-A41C-B1E9C0821B80}" type="sibTrans" cxnId="{0DEA3241-0CE7-0342-8CE4-330B6D17385A}">
      <dgm:prSet/>
      <dgm:spPr/>
      <dgm:t>
        <a:bodyPr/>
        <a:lstStyle/>
        <a:p>
          <a:endParaRPr lang="en-GB" sz="1200"/>
        </a:p>
      </dgm:t>
    </dgm:pt>
    <dgm:pt modelId="{CD745814-CF5D-074C-97D9-F7428B6938FC}">
      <dgm:prSet custT="1"/>
      <dgm:spPr/>
      <dgm:t>
        <a:bodyPr/>
        <a:lstStyle/>
        <a:p>
          <a:r>
            <a:rPr lang="en-GB" sz="1200" dirty="0"/>
            <a:t>Bank Adapters</a:t>
          </a:r>
        </a:p>
      </dgm:t>
    </dgm:pt>
    <dgm:pt modelId="{0A997F5D-4778-3649-A7B7-48E97A74DF8D}" type="parTrans" cxnId="{0BB5C1C7-9E9A-5349-BE56-3AC3C5A30EA0}">
      <dgm:prSet/>
      <dgm:spPr/>
      <dgm:t>
        <a:bodyPr/>
        <a:lstStyle/>
        <a:p>
          <a:endParaRPr lang="en-GB" sz="1200"/>
        </a:p>
      </dgm:t>
    </dgm:pt>
    <dgm:pt modelId="{03CD13B7-2F13-694C-B3F9-6154B9B1D7A5}" type="sibTrans" cxnId="{0BB5C1C7-9E9A-5349-BE56-3AC3C5A30EA0}">
      <dgm:prSet/>
      <dgm:spPr/>
      <dgm:t>
        <a:bodyPr/>
        <a:lstStyle/>
        <a:p>
          <a:endParaRPr lang="en-GB" sz="1200"/>
        </a:p>
      </dgm:t>
    </dgm:pt>
    <dgm:pt modelId="{C85F9A34-C358-9B45-A975-B8A9636E7EE0}">
      <dgm:prSet custT="1"/>
      <dgm:spPr/>
      <dgm:t>
        <a:bodyPr/>
        <a:lstStyle/>
        <a:p>
          <a:r>
            <a:rPr lang="en-GB" sz="1200" dirty="0"/>
            <a:t>30 days</a:t>
          </a:r>
        </a:p>
      </dgm:t>
    </dgm:pt>
    <dgm:pt modelId="{AB84EB1A-C21C-3B43-9908-F4A4F4BCF1C1}" type="parTrans" cxnId="{4616D780-4DBD-6C4D-B723-A63544C645D3}">
      <dgm:prSet/>
      <dgm:spPr/>
      <dgm:t>
        <a:bodyPr/>
        <a:lstStyle/>
        <a:p>
          <a:endParaRPr lang="en-GB"/>
        </a:p>
      </dgm:t>
    </dgm:pt>
    <dgm:pt modelId="{E1FC6C8D-6010-B64E-9E0C-99A8BC130A33}" type="sibTrans" cxnId="{4616D780-4DBD-6C4D-B723-A63544C645D3}">
      <dgm:prSet/>
      <dgm:spPr/>
      <dgm:t>
        <a:bodyPr/>
        <a:lstStyle/>
        <a:p>
          <a:endParaRPr lang="en-GB"/>
        </a:p>
      </dgm:t>
    </dgm:pt>
    <dgm:pt modelId="{146EB58A-CD15-2C49-8354-CAFC35492C62}">
      <dgm:prSet custT="1"/>
      <dgm:spPr/>
      <dgm:t>
        <a:bodyPr/>
        <a:lstStyle/>
        <a:p>
          <a:r>
            <a:rPr lang="en-GB" sz="1200" dirty="0"/>
            <a:t>Card templates</a:t>
          </a:r>
        </a:p>
        <a:p>
          <a:r>
            <a:rPr lang="en-GB" sz="1200" dirty="0"/>
            <a:t>10 days</a:t>
          </a:r>
        </a:p>
      </dgm:t>
    </dgm:pt>
    <dgm:pt modelId="{EA3B47B8-0498-8C47-A811-D98AA9CBE84C}" type="parTrans" cxnId="{1BC13F55-01A4-2345-A218-6FA3935D7F86}">
      <dgm:prSet/>
      <dgm:spPr/>
      <dgm:t>
        <a:bodyPr/>
        <a:lstStyle/>
        <a:p>
          <a:endParaRPr lang="en-GB"/>
        </a:p>
      </dgm:t>
    </dgm:pt>
    <dgm:pt modelId="{145E708A-878F-204B-B69A-11C5CB9E3918}" type="sibTrans" cxnId="{1BC13F55-01A4-2345-A218-6FA3935D7F86}">
      <dgm:prSet/>
      <dgm:spPr/>
      <dgm:t>
        <a:bodyPr/>
        <a:lstStyle/>
        <a:p>
          <a:endParaRPr lang="en-GB"/>
        </a:p>
      </dgm:t>
    </dgm:pt>
    <dgm:pt modelId="{F7A3F522-8FFB-3247-A9C1-B7628498CF70}">
      <dgm:prSet custT="1"/>
      <dgm:spPr/>
      <dgm:t>
        <a:bodyPr/>
        <a:lstStyle/>
        <a:p>
          <a:r>
            <a:rPr lang="en-GB" sz="1200" dirty="0"/>
            <a:t>Authentication changes 10 days</a:t>
          </a:r>
        </a:p>
      </dgm:t>
    </dgm:pt>
    <dgm:pt modelId="{09E78245-A960-E34B-9A18-A470025AB46D}" type="parTrans" cxnId="{178DFC32-B00C-AD4A-A6BB-E78F551D13DF}">
      <dgm:prSet/>
      <dgm:spPr/>
      <dgm:t>
        <a:bodyPr/>
        <a:lstStyle/>
        <a:p>
          <a:endParaRPr lang="en-GB"/>
        </a:p>
      </dgm:t>
    </dgm:pt>
    <dgm:pt modelId="{0F5C6422-2116-F94D-AEB0-DDEB32F57AAB}" type="sibTrans" cxnId="{178DFC32-B00C-AD4A-A6BB-E78F551D13DF}">
      <dgm:prSet/>
      <dgm:spPr/>
      <dgm:t>
        <a:bodyPr/>
        <a:lstStyle/>
        <a:p>
          <a:endParaRPr lang="en-GB"/>
        </a:p>
      </dgm:t>
    </dgm:pt>
    <dgm:pt modelId="{07C0849B-93CC-4C40-B1BC-413107DEA114}">
      <dgm:prSet custT="1"/>
      <dgm:spPr/>
      <dgm:t>
        <a:bodyPr/>
        <a:lstStyle/>
        <a:p>
          <a:r>
            <a:rPr lang="en-GB" sz="1200" dirty="0"/>
            <a:t>Orchestrator</a:t>
          </a:r>
        </a:p>
      </dgm:t>
    </dgm:pt>
    <dgm:pt modelId="{001457C2-6990-5A4C-8181-2548F83D864F}" type="parTrans" cxnId="{2462F412-0E15-6240-B39E-05B4CD84767A}">
      <dgm:prSet/>
      <dgm:spPr/>
      <dgm:t>
        <a:bodyPr/>
        <a:lstStyle/>
        <a:p>
          <a:endParaRPr lang="en-GB"/>
        </a:p>
      </dgm:t>
    </dgm:pt>
    <dgm:pt modelId="{189A9CE3-E711-834A-B282-8652EB5FA5A6}" type="sibTrans" cxnId="{2462F412-0E15-6240-B39E-05B4CD84767A}">
      <dgm:prSet/>
      <dgm:spPr/>
      <dgm:t>
        <a:bodyPr/>
        <a:lstStyle/>
        <a:p>
          <a:endParaRPr lang="en-GB"/>
        </a:p>
      </dgm:t>
    </dgm:pt>
    <dgm:pt modelId="{D7CEC89D-34ED-FC43-9981-E1C25E8E01D3}">
      <dgm:prSet custT="1"/>
      <dgm:spPr/>
      <dgm:t>
        <a:bodyPr/>
        <a:lstStyle/>
        <a:p>
          <a:r>
            <a:rPr lang="en-GB" sz="1200" dirty="0"/>
            <a:t>Ledger changes</a:t>
          </a:r>
        </a:p>
        <a:p>
          <a:r>
            <a:rPr lang="en-GB" sz="1200" dirty="0"/>
            <a:t>6 days</a:t>
          </a:r>
        </a:p>
      </dgm:t>
    </dgm:pt>
    <dgm:pt modelId="{2B7A7206-AB96-654E-B25D-B4EFE144163D}" type="parTrans" cxnId="{E44227CE-64CD-FD4C-91C8-99C7B027BC49}">
      <dgm:prSet/>
      <dgm:spPr/>
      <dgm:t>
        <a:bodyPr/>
        <a:lstStyle/>
        <a:p>
          <a:endParaRPr lang="en-GB"/>
        </a:p>
      </dgm:t>
    </dgm:pt>
    <dgm:pt modelId="{733244C5-A8F8-0B45-A711-4AB7DE843016}" type="sibTrans" cxnId="{E44227CE-64CD-FD4C-91C8-99C7B027BC49}">
      <dgm:prSet/>
      <dgm:spPr/>
      <dgm:t>
        <a:bodyPr/>
        <a:lstStyle/>
        <a:p>
          <a:endParaRPr lang="en-GB"/>
        </a:p>
      </dgm:t>
    </dgm:pt>
    <dgm:pt modelId="{49D02EEE-17C4-724E-BCA0-6CBB82A7ABE2}">
      <dgm:prSet custT="1"/>
      <dgm:spPr/>
      <dgm:t>
        <a:bodyPr/>
        <a:lstStyle/>
        <a:p>
          <a:r>
            <a:rPr lang="en-GB" sz="1200" dirty="0"/>
            <a:t>Completion checks 5 days</a:t>
          </a:r>
        </a:p>
      </dgm:t>
    </dgm:pt>
    <dgm:pt modelId="{7A39E8B1-BD24-3D40-95F7-5E38939DF894}" type="parTrans" cxnId="{DB314C5F-FDDB-4348-8D2B-1647C866982A}">
      <dgm:prSet/>
      <dgm:spPr/>
      <dgm:t>
        <a:bodyPr/>
        <a:lstStyle/>
        <a:p>
          <a:endParaRPr lang="en-GB"/>
        </a:p>
      </dgm:t>
    </dgm:pt>
    <dgm:pt modelId="{EC24B964-D4CF-D74C-BDA2-2DCA5EE4C265}" type="sibTrans" cxnId="{DB314C5F-FDDB-4348-8D2B-1647C866982A}">
      <dgm:prSet/>
      <dgm:spPr/>
      <dgm:t>
        <a:bodyPr/>
        <a:lstStyle/>
        <a:p>
          <a:endParaRPr lang="en-GB"/>
        </a:p>
      </dgm:t>
    </dgm:pt>
    <dgm:pt modelId="{CA73299B-6225-D94C-A368-D661D85D595F}">
      <dgm:prSet custT="1"/>
      <dgm:spPr/>
      <dgm:t>
        <a:bodyPr/>
        <a:lstStyle/>
        <a:p>
          <a:r>
            <a:rPr lang="en-GB" sz="1200" dirty="0"/>
            <a:t>Reconciliation</a:t>
          </a:r>
        </a:p>
      </dgm:t>
    </dgm:pt>
    <dgm:pt modelId="{A9DA9C2C-F444-8547-94D9-EEEC07350E50}" type="parTrans" cxnId="{567881B4-ADA9-044C-AF0B-710AE0B3E1DB}">
      <dgm:prSet/>
      <dgm:spPr/>
      <dgm:t>
        <a:bodyPr/>
        <a:lstStyle/>
        <a:p>
          <a:endParaRPr lang="en-GB"/>
        </a:p>
      </dgm:t>
    </dgm:pt>
    <dgm:pt modelId="{66D17E02-4685-5B43-8729-CB6BC4D8C646}" type="sibTrans" cxnId="{567881B4-ADA9-044C-AF0B-710AE0B3E1DB}">
      <dgm:prSet/>
      <dgm:spPr/>
      <dgm:t>
        <a:bodyPr/>
        <a:lstStyle/>
        <a:p>
          <a:endParaRPr lang="en-GB"/>
        </a:p>
      </dgm:t>
    </dgm:pt>
    <dgm:pt modelId="{5C51FCC1-6425-E849-9A87-574120E30FF7}">
      <dgm:prSet custT="1"/>
      <dgm:spPr/>
      <dgm:t>
        <a:bodyPr/>
        <a:lstStyle/>
        <a:p>
          <a:r>
            <a:rPr lang="en-GB" sz="1200" dirty="0"/>
            <a:t>Asset based postings 5 days</a:t>
          </a:r>
        </a:p>
      </dgm:t>
    </dgm:pt>
    <dgm:pt modelId="{85D59327-E70C-1D4D-B513-B4563B627D53}" type="parTrans" cxnId="{0792C078-98CE-3640-BE19-2EC34B787F1F}">
      <dgm:prSet/>
      <dgm:spPr/>
      <dgm:t>
        <a:bodyPr/>
        <a:lstStyle/>
        <a:p>
          <a:endParaRPr lang="en-GB"/>
        </a:p>
      </dgm:t>
    </dgm:pt>
    <dgm:pt modelId="{96E91D10-D572-B444-A41C-606F37DD9207}" type="sibTrans" cxnId="{0792C078-98CE-3640-BE19-2EC34B787F1F}">
      <dgm:prSet/>
      <dgm:spPr/>
      <dgm:t>
        <a:bodyPr/>
        <a:lstStyle/>
        <a:p>
          <a:endParaRPr lang="en-GB"/>
        </a:p>
      </dgm:t>
    </dgm:pt>
    <dgm:pt modelId="{877797B9-6D51-5545-9EB0-00EDC6AA7E56}">
      <dgm:prSet custT="1"/>
      <dgm:spPr/>
      <dgm:t>
        <a:bodyPr/>
        <a:lstStyle/>
        <a:p>
          <a:r>
            <a:rPr lang="en-GB" sz="1200" dirty="0"/>
            <a:t>View-based balances 5 days</a:t>
          </a:r>
        </a:p>
      </dgm:t>
    </dgm:pt>
    <dgm:pt modelId="{F9C43322-4C23-A54F-B9B9-ED57D8567DC3}" type="parTrans" cxnId="{92A70D81-3CE6-754B-AA5A-827E34A0D384}">
      <dgm:prSet/>
      <dgm:spPr/>
      <dgm:t>
        <a:bodyPr/>
        <a:lstStyle/>
        <a:p>
          <a:endParaRPr lang="en-GB"/>
        </a:p>
      </dgm:t>
    </dgm:pt>
    <dgm:pt modelId="{72113354-6D0D-A941-A9AF-74BC9F46C517}" type="sibTrans" cxnId="{92A70D81-3CE6-754B-AA5A-827E34A0D384}">
      <dgm:prSet/>
      <dgm:spPr/>
      <dgm:t>
        <a:bodyPr/>
        <a:lstStyle/>
        <a:p>
          <a:endParaRPr lang="en-GB"/>
        </a:p>
      </dgm:t>
    </dgm:pt>
    <dgm:pt modelId="{4AB44ABA-5546-9644-9689-AB7647715181}">
      <dgm:prSet custT="1"/>
      <dgm:spPr/>
      <dgm:t>
        <a:bodyPr/>
        <a:lstStyle/>
        <a:p>
          <a:r>
            <a:rPr lang="en-GB" sz="1200" dirty="0"/>
            <a:t>Go Live</a:t>
          </a:r>
        </a:p>
      </dgm:t>
    </dgm:pt>
    <dgm:pt modelId="{223AE34D-81B6-574A-BE73-A8243DC68D53}" type="parTrans" cxnId="{7EB581EA-3834-4B47-8B75-3926D5D33437}">
      <dgm:prSet/>
      <dgm:spPr/>
      <dgm:t>
        <a:bodyPr/>
        <a:lstStyle/>
        <a:p>
          <a:endParaRPr lang="en-GB"/>
        </a:p>
      </dgm:t>
    </dgm:pt>
    <dgm:pt modelId="{B22F8562-4E9D-5C42-9838-361D358D1462}" type="sibTrans" cxnId="{7EB581EA-3834-4B47-8B75-3926D5D33437}">
      <dgm:prSet/>
      <dgm:spPr/>
      <dgm:t>
        <a:bodyPr/>
        <a:lstStyle/>
        <a:p>
          <a:endParaRPr lang="en-GB"/>
        </a:p>
      </dgm:t>
    </dgm:pt>
    <dgm:pt modelId="{9963627C-2B2E-1844-ADBC-B8E4B25EE33D}">
      <dgm:prSet custT="1"/>
      <dgm:spPr/>
      <dgm:t>
        <a:bodyPr/>
        <a:lstStyle/>
        <a:p>
          <a:r>
            <a:rPr lang="en-GB" sz="1200" dirty="0"/>
            <a:t>Infrastructure </a:t>
          </a:r>
        </a:p>
        <a:p>
          <a:r>
            <a:rPr lang="en-GB" sz="1200" dirty="0"/>
            <a:t>5 days</a:t>
          </a:r>
        </a:p>
      </dgm:t>
    </dgm:pt>
    <dgm:pt modelId="{85548E83-E9A9-DD44-B5A4-50F7505AD4B9}" type="parTrans" cxnId="{762CF639-7154-EE4D-8CAE-983A104E35B3}">
      <dgm:prSet/>
      <dgm:spPr/>
      <dgm:t>
        <a:bodyPr/>
        <a:lstStyle/>
        <a:p>
          <a:endParaRPr lang="en-GB"/>
        </a:p>
      </dgm:t>
    </dgm:pt>
    <dgm:pt modelId="{340E094E-0FB8-6C49-84F5-846CE5C85053}" type="sibTrans" cxnId="{762CF639-7154-EE4D-8CAE-983A104E35B3}">
      <dgm:prSet/>
      <dgm:spPr/>
      <dgm:t>
        <a:bodyPr/>
        <a:lstStyle/>
        <a:p>
          <a:endParaRPr lang="en-GB"/>
        </a:p>
      </dgm:t>
    </dgm:pt>
    <dgm:pt modelId="{04CAB169-05C0-5843-AD38-6E546C32D110}">
      <dgm:prSet custT="1"/>
      <dgm:spPr/>
      <dgm:t>
        <a:bodyPr/>
        <a:lstStyle/>
        <a:p>
          <a:r>
            <a:rPr lang="en-GB" sz="1200" dirty="0"/>
            <a:t>Adapters</a:t>
          </a:r>
        </a:p>
        <a:p>
          <a:r>
            <a:rPr lang="en-GB" sz="1200" dirty="0"/>
            <a:t>5 days</a:t>
          </a:r>
        </a:p>
      </dgm:t>
    </dgm:pt>
    <dgm:pt modelId="{56813F93-7FA0-5741-883E-60172260C755}" type="parTrans" cxnId="{249392AC-C1B4-764F-9B54-898E83931E1E}">
      <dgm:prSet/>
      <dgm:spPr/>
      <dgm:t>
        <a:bodyPr/>
        <a:lstStyle/>
        <a:p>
          <a:endParaRPr lang="en-GB"/>
        </a:p>
      </dgm:t>
    </dgm:pt>
    <dgm:pt modelId="{D0289D2B-8F7D-E94A-ABDC-5C58D3550F2A}" type="sibTrans" cxnId="{249392AC-C1B4-764F-9B54-898E83931E1E}">
      <dgm:prSet/>
      <dgm:spPr/>
      <dgm:t>
        <a:bodyPr/>
        <a:lstStyle/>
        <a:p>
          <a:endParaRPr lang="en-GB"/>
        </a:p>
      </dgm:t>
    </dgm:pt>
    <dgm:pt modelId="{9F0156E9-5EA0-274D-85B6-25E97D503AD4}">
      <dgm:prSet custT="1"/>
      <dgm:spPr/>
      <dgm:t>
        <a:bodyPr/>
        <a:lstStyle/>
        <a:p>
          <a:r>
            <a:rPr lang="en-GB" sz="1200" dirty="0"/>
            <a:t>IT Sec</a:t>
          </a:r>
        </a:p>
        <a:p>
          <a:r>
            <a:rPr lang="en-GB" sz="1200" dirty="0"/>
            <a:t>5 days</a:t>
          </a:r>
        </a:p>
      </dgm:t>
    </dgm:pt>
    <dgm:pt modelId="{22F09594-9D4C-8644-947B-49659A822765}" type="parTrans" cxnId="{CD9FD626-D34A-6A44-93EF-D29F88A87435}">
      <dgm:prSet/>
      <dgm:spPr/>
      <dgm:t>
        <a:bodyPr/>
        <a:lstStyle/>
        <a:p>
          <a:endParaRPr lang="en-GB"/>
        </a:p>
      </dgm:t>
    </dgm:pt>
    <dgm:pt modelId="{B82ADF72-2C4C-284A-955C-1F9DC33F8B59}" type="sibTrans" cxnId="{CD9FD626-D34A-6A44-93EF-D29F88A87435}">
      <dgm:prSet/>
      <dgm:spPr/>
      <dgm:t>
        <a:bodyPr/>
        <a:lstStyle/>
        <a:p>
          <a:endParaRPr lang="en-GB"/>
        </a:p>
      </dgm:t>
    </dgm:pt>
    <dgm:pt modelId="{3ED98FCE-CB91-3B48-AD12-D2851C9A1E32}">
      <dgm:prSet custT="1"/>
      <dgm:spPr/>
      <dgm:t>
        <a:bodyPr/>
        <a:lstStyle/>
        <a:p>
          <a:r>
            <a:rPr lang="en-GB" sz="1200" dirty="0"/>
            <a:t>Deployment</a:t>
          </a:r>
        </a:p>
        <a:p>
          <a:r>
            <a:rPr lang="en-GB" sz="1200" dirty="0"/>
            <a:t>2 days</a:t>
          </a:r>
        </a:p>
      </dgm:t>
    </dgm:pt>
    <dgm:pt modelId="{0D482237-8442-924F-A0B6-C3D49296AFE6}" type="parTrans" cxnId="{B1D49CF2-A88E-1C48-95BE-69F035261732}">
      <dgm:prSet/>
      <dgm:spPr/>
      <dgm:t>
        <a:bodyPr/>
        <a:lstStyle/>
        <a:p>
          <a:endParaRPr lang="en-GB"/>
        </a:p>
      </dgm:t>
    </dgm:pt>
    <dgm:pt modelId="{639C4C7C-30A1-084D-9CEB-0EDD60568555}" type="sibTrans" cxnId="{B1D49CF2-A88E-1C48-95BE-69F035261732}">
      <dgm:prSet/>
      <dgm:spPr/>
      <dgm:t>
        <a:bodyPr/>
        <a:lstStyle/>
        <a:p>
          <a:endParaRPr lang="en-GB"/>
        </a:p>
      </dgm:t>
    </dgm:pt>
    <dgm:pt modelId="{A415A727-749D-5148-8F06-9F0EB09438AB}">
      <dgm:prSet custT="1"/>
      <dgm:spPr/>
      <dgm:t>
        <a:bodyPr/>
        <a:lstStyle/>
        <a:p>
          <a:r>
            <a:rPr lang="en-GB" sz="1200" dirty="0"/>
            <a:t>SIT </a:t>
          </a:r>
        </a:p>
        <a:p>
          <a:r>
            <a:rPr lang="en-GB" sz="1200" dirty="0"/>
            <a:t>9 days</a:t>
          </a:r>
        </a:p>
      </dgm:t>
    </dgm:pt>
    <dgm:pt modelId="{411058A4-F058-1D41-8C7F-DBD80BE788E5}" type="parTrans" cxnId="{C8B766F9-A276-DE43-89A5-8A21DE035A84}">
      <dgm:prSet/>
      <dgm:spPr/>
      <dgm:t>
        <a:bodyPr/>
        <a:lstStyle/>
        <a:p>
          <a:endParaRPr lang="en-GB"/>
        </a:p>
      </dgm:t>
    </dgm:pt>
    <dgm:pt modelId="{4EB66B6F-B304-A64F-91D9-7B10D29CFDF3}" type="sibTrans" cxnId="{C8B766F9-A276-DE43-89A5-8A21DE035A84}">
      <dgm:prSet/>
      <dgm:spPr/>
      <dgm:t>
        <a:bodyPr/>
        <a:lstStyle/>
        <a:p>
          <a:endParaRPr lang="en-GB"/>
        </a:p>
      </dgm:t>
    </dgm:pt>
    <dgm:pt modelId="{9DA81910-6B14-CB40-8B3B-882CDAC2ACCD}">
      <dgm:prSet custT="1"/>
      <dgm:spPr/>
      <dgm:t>
        <a:bodyPr/>
        <a:lstStyle/>
        <a:p>
          <a:r>
            <a:rPr lang="en-GB" sz="1200" dirty="0"/>
            <a:t>UAT</a:t>
          </a:r>
        </a:p>
        <a:p>
          <a:r>
            <a:rPr lang="en-GB" sz="1200" dirty="0"/>
            <a:t>8</a:t>
          </a:r>
        </a:p>
      </dgm:t>
    </dgm:pt>
    <dgm:pt modelId="{7780E03E-2914-C24E-B118-14A9986513A6}" type="parTrans" cxnId="{1B50ED0D-AFDF-5E48-B29F-5EE45D4CB7C6}">
      <dgm:prSet/>
      <dgm:spPr/>
      <dgm:t>
        <a:bodyPr/>
        <a:lstStyle/>
        <a:p>
          <a:endParaRPr lang="en-GB"/>
        </a:p>
      </dgm:t>
    </dgm:pt>
    <dgm:pt modelId="{DCB9AC3A-9806-B54F-9437-8D05CD606F5B}" type="sibTrans" cxnId="{1B50ED0D-AFDF-5E48-B29F-5EE45D4CB7C6}">
      <dgm:prSet/>
      <dgm:spPr/>
      <dgm:t>
        <a:bodyPr/>
        <a:lstStyle/>
        <a:p>
          <a:endParaRPr lang="en-GB"/>
        </a:p>
      </dgm:t>
    </dgm:pt>
    <dgm:pt modelId="{E31B3AC7-BAA7-2142-A5BA-DE4EE0D0E855}">
      <dgm:prSet custT="1"/>
      <dgm:spPr/>
      <dgm:t>
        <a:bodyPr/>
        <a:lstStyle/>
        <a:p>
          <a:r>
            <a:rPr lang="en-GB" sz="1200" dirty="0"/>
            <a:t>CMS</a:t>
          </a:r>
        </a:p>
      </dgm:t>
    </dgm:pt>
    <dgm:pt modelId="{A7F69C00-2717-5846-AA78-E6766BBB50D3}" type="parTrans" cxnId="{B75D4D13-351B-404B-9CE5-9831C1850BF7}">
      <dgm:prSet/>
      <dgm:spPr/>
      <dgm:t>
        <a:bodyPr/>
        <a:lstStyle/>
        <a:p>
          <a:endParaRPr lang="en-GB"/>
        </a:p>
      </dgm:t>
    </dgm:pt>
    <dgm:pt modelId="{C6736D06-7150-7E40-9BE6-C1DA08E2FB1C}" type="sibTrans" cxnId="{B75D4D13-351B-404B-9CE5-9831C1850BF7}">
      <dgm:prSet/>
      <dgm:spPr/>
      <dgm:t>
        <a:bodyPr/>
        <a:lstStyle/>
        <a:p>
          <a:endParaRPr lang="en-GB"/>
        </a:p>
      </dgm:t>
    </dgm:pt>
    <dgm:pt modelId="{5B8C2E0D-4793-DC4B-A7C6-886F07BDF8EF}">
      <dgm:prSet custT="1"/>
      <dgm:spPr/>
      <dgm:t>
        <a:bodyPr/>
        <a:lstStyle/>
        <a:p>
          <a:r>
            <a:rPr lang="en-GB" sz="1200" dirty="0"/>
            <a:t>Support 15 days</a:t>
          </a:r>
        </a:p>
      </dgm:t>
    </dgm:pt>
    <dgm:pt modelId="{9510D10A-C402-DB44-B229-BEB788593A9F}" type="parTrans" cxnId="{AED6D46C-A9E6-7547-9080-20339370492E}">
      <dgm:prSet/>
      <dgm:spPr/>
      <dgm:t>
        <a:bodyPr/>
        <a:lstStyle/>
        <a:p>
          <a:endParaRPr lang="en-GB"/>
        </a:p>
      </dgm:t>
    </dgm:pt>
    <dgm:pt modelId="{FB1A2632-B852-4149-8C6F-2EAF482549D6}" type="sibTrans" cxnId="{AED6D46C-A9E6-7547-9080-20339370492E}">
      <dgm:prSet/>
      <dgm:spPr/>
      <dgm:t>
        <a:bodyPr/>
        <a:lstStyle/>
        <a:p>
          <a:endParaRPr lang="en-GB"/>
        </a:p>
      </dgm:t>
    </dgm:pt>
    <dgm:pt modelId="{E6720F80-114E-9049-9DFC-65EE99405812}" type="pres">
      <dgm:prSet presAssocID="{7FCDEA56-BF30-2C49-AB77-0F56044B580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2B6C32B-2DB1-1B4F-8C0E-F4E24A316906}" type="pres">
      <dgm:prSet presAssocID="{D7461D92-108E-6745-B3D3-D06788D32B88}" presName="hierRoot1" presStyleCnt="0">
        <dgm:presLayoutVars>
          <dgm:hierBranch val="init"/>
        </dgm:presLayoutVars>
      </dgm:prSet>
      <dgm:spPr/>
    </dgm:pt>
    <dgm:pt modelId="{A38AED5D-931B-B14B-A008-5A2D3A311CD6}" type="pres">
      <dgm:prSet presAssocID="{D7461D92-108E-6745-B3D3-D06788D32B88}" presName="rootComposite1" presStyleCnt="0"/>
      <dgm:spPr/>
    </dgm:pt>
    <dgm:pt modelId="{3C4E5ACF-4258-4947-9673-4F8D76CFD963}" type="pres">
      <dgm:prSet presAssocID="{D7461D92-108E-6745-B3D3-D06788D32B88}" presName="rootText1" presStyleLbl="node0" presStyleIdx="0" presStyleCnt="1">
        <dgm:presLayoutVars>
          <dgm:chPref val="3"/>
        </dgm:presLayoutVars>
      </dgm:prSet>
      <dgm:spPr/>
    </dgm:pt>
    <dgm:pt modelId="{9BE8D500-6D3E-A84C-84DA-FE21FAA2E63D}" type="pres">
      <dgm:prSet presAssocID="{D7461D92-108E-6745-B3D3-D06788D32B88}" presName="rootConnector1" presStyleLbl="node1" presStyleIdx="0" presStyleCnt="0"/>
      <dgm:spPr/>
    </dgm:pt>
    <dgm:pt modelId="{697A04A2-5237-574E-A7D6-A2E8192E353B}" type="pres">
      <dgm:prSet presAssocID="{D7461D92-108E-6745-B3D3-D06788D32B88}" presName="hierChild2" presStyleCnt="0"/>
      <dgm:spPr/>
    </dgm:pt>
    <dgm:pt modelId="{7FAEF140-C4D1-E649-AE46-4A16948405CF}" type="pres">
      <dgm:prSet presAssocID="{E4ABB5FD-F12A-0E4E-8A98-B9CD41F47AEA}" presName="Name37" presStyleLbl="parChTrans1D2" presStyleIdx="0" presStyleCnt="6"/>
      <dgm:spPr/>
    </dgm:pt>
    <dgm:pt modelId="{867635CE-F3F7-A24D-A23F-D525FAB6F8CF}" type="pres">
      <dgm:prSet presAssocID="{DD26C7C9-6D2A-0C49-8636-B3DB2925318F}" presName="hierRoot2" presStyleCnt="0">
        <dgm:presLayoutVars>
          <dgm:hierBranch val="init"/>
        </dgm:presLayoutVars>
      </dgm:prSet>
      <dgm:spPr/>
    </dgm:pt>
    <dgm:pt modelId="{B8C25255-C0DA-0142-ABA5-13546D3BDC5D}" type="pres">
      <dgm:prSet presAssocID="{DD26C7C9-6D2A-0C49-8636-B3DB2925318F}" presName="rootComposite" presStyleCnt="0"/>
      <dgm:spPr/>
    </dgm:pt>
    <dgm:pt modelId="{EEAA7F84-2A76-D749-B695-C744CBDEED9C}" type="pres">
      <dgm:prSet presAssocID="{DD26C7C9-6D2A-0C49-8636-B3DB2925318F}" presName="rootText" presStyleLbl="node2" presStyleIdx="0" presStyleCnt="6">
        <dgm:presLayoutVars>
          <dgm:chPref val="3"/>
        </dgm:presLayoutVars>
      </dgm:prSet>
      <dgm:spPr/>
    </dgm:pt>
    <dgm:pt modelId="{7DB11B45-69AC-1843-8333-1E9B3343CE0E}" type="pres">
      <dgm:prSet presAssocID="{DD26C7C9-6D2A-0C49-8636-B3DB2925318F}" presName="rootConnector" presStyleLbl="node2" presStyleIdx="0" presStyleCnt="6"/>
      <dgm:spPr/>
    </dgm:pt>
    <dgm:pt modelId="{8AC289E8-0600-F244-B5D5-D4C12B831A45}" type="pres">
      <dgm:prSet presAssocID="{DD26C7C9-6D2A-0C49-8636-B3DB2925318F}" presName="hierChild4" presStyleCnt="0"/>
      <dgm:spPr/>
    </dgm:pt>
    <dgm:pt modelId="{EDC862BE-6D4B-A94E-9FBF-40951E8F97E4}" type="pres">
      <dgm:prSet presAssocID="{AB84EB1A-C21C-3B43-9908-F4A4F4BCF1C1}" presName="Name37" presStyleLbl="parChTrans1D3" presStyleIdx="0" presStyleCnt="13"/>
      <dgm:spPr/>
    </dgm:pt>
    <dgm:pt modelId="{6C232FB2-D44B-2345-BD81-F63857281634}" type="pres">
      <dgm:prSet presAssocID="{C85F9A34-C358-9B45-A975-B8A9636E7EE0}" presName="hierRoot2" presStyleCnt="0">
        <dgm:presLayoutVars>
          <dgm:hierBranch val="init"/>
        </dgm:presLayoutVars>
      </dgm:prSet>
      <dgm:spPr/>
    </dgm:pt>
    <dgm:pt modelId="{41198664-5D46-0141-9873-03D599AF2209}" type="pres">
      <dgm:prSet presAssocID="{C85F9A34-C358-9B45-A975-B8A9636E7EE0}" presName="rootComposite" presStyleCnt="0"/>
      <dgm:spPr/>
    </dgm:pt>
    <dgm:pt modelId="{76311B89-B928-344F-B58D-446A0783C823}" type="pres">
      <dgm:prSet presAssocID="{C85F9A34-C358-9B45-A975-B8A9636E7EE0}" presName="rootText" presStyleLbl="node3" presStyleIdx="0" presStyleCnt="13">
        <dgm:presLayoutVars>
          <dgm:chPref val="3"/>
        </dgm:presLayoutVars>
      </dgm:prSet>
      <dgm:spPr/>
    </dgm:pt>
    <dgm:pt modelId="{60CC2CC8-3A3E-7741-B907-016CA41D7103}" type="pres">
      <dgm:prSet presAssocID="{C85F9A34-C358-9B45-A975-B8A9636E7EE0}" presName="rootConnector" presStyleLbl="node3" presStyleIdx="0" presStyleCnt="13"/>
      <dgm:spPr/>
    </dgm:pt>
    <dgm:pt modelId="{3D4BCAA9-6183-BE4F-A3BC-33BED8121A9F}" type="pres">
      <dgm:prSet presAssocID="{C85F9A34-C358-9B45-A975-B8A9636E7EE0}" presName="hierChild4" presStyleCnt="0"/>
      <dgm:spPr/>
    </dgm:pt>
    <dgm:pt modelId="{377D64BA-88C8-804D-A927-8C5A7D0A81A2}" type="pres">
      <dgm:prSet presAssocID="{C85F9A34-C358-9B45-A975-B8A9636E7EE0}" presName="hierChild5" presStyleCnt="0"/>
      <dgm:spPr/>
    </dgm:pt>
    <dgm:pt modelId="{1CCB1991-6183-CC4A-A6E5-64FD2C2A6F0D}" type="pres">
      <dgm:prSet presAssocID="{DD26C7C9-6D2A-0C49-8636-B3DB2925318F}" presName="hierChild5" presStyleCnt="0"/>
      <dgm:spPr/>
    </dgm:pt>
    <dgm:pt modelId="{CA105E49-5D23-7D4A-BE75-71A8C484423F}" type="pres">
      <dgm:prSet presAssocID="{FC9990D0-6E4D-C94F-80BB-D2E196FF5333}" presName="Name37" presStyleLbl="parChTrans1D2" presStyleIdx="1" presStyleCnt="6"/>
      <dgm:spPr/>
    </dgm:pt>
    <dgm:pt modelId="{6CD053DC-FE86-9947-9CB6-6BA41EBA6189}" type="pres">
      <dgm:prSet presAssocID="{1BDF6DBC-EA82-5D4A-9438-191B902C8282}" presName="hierRoot2" presStyleCnt="0">
        <dgm:presLayoutVars>
          <dgm:hierBranch val="init"/>
        </dgm:presLayoutVars>
      </dgm:prSet>
      <dgm:spPr/>
    </dgm:pt>
    <dgm:pt modelId="{4AEB1D83-93CE-264B-8EE3-9E544E683B8B}" type="pres">
      <dgm:prSet presAssocID="{1BDF6DBC-EA82-5D4A-9438-191B902C8282}" presName="rootComposite" presStyleCnt="0"/>
      <dgm:spPr/>
    </dgm:pt>
    <dgm:pt modelId="{EA200228-28A7-3C42-B7F6-3FC75D31EA74}" type="pres">
      <dgm:prSet presAssocID="{1BDF6DBC-EA82-5D4A-9438-191B902C8282}" presName="rootText" presStyleLbl="node2" presStyleIdx="1" presStyleCnt="6">
        <dgm:presLayoutVars>
          <dgm:chPref val="3"/>
        </dgm:presLayoutVars>
      </dgm:prSet>
      <dgm:spPr/>
    </dgm:pt>
    <dgm:pt modelId="{E1AE9416-BFA4-4E4A-A404-6BA1167E27DB}" type="pres">
      <dgm:prSet presAssocID="{1BDF6DBC-EA82-5D4A-9438-191B902C8282}" presName="rootConnector" presStyleLbl="node2" presStyleIdx="1" presStyleCnt="6"/>
      <dgm:spPr/>
    </dgm:pt>
    <dgm:pt modelId="{4DF080D5-6329-C146-846E-FF2BF461DF16}" type="pres">
      <dgm:prSet presAssocID="{1BDF6DBC-EA82-5D4A-9438-191B902C8282}" presName="hierChild4" presStyleCnt="0"/>
      <dgm:spPr/>
    </dgm:pt>
    <dgm:pt modelId="{5592F3B0-84FD-D349-B43D-A326FB9606EB}" type="pres">
      <dgm:prSet presAssocID="{EA3B47B8-0498-8C47-A811-D98AA9CBE84C}" presName="Name37" presStyleLbl="parChTrans1D3" presStyleIdx="1" presStyleCnt="13"/>
      <dgm:spPr/>
    </dgm:pt>
    <dgm:pt modelId="{5F881852-D0B4-924A-B2F0-D9BEB859F0D8}" type="pres">
      <dgm:prSet presAssocID="{146EB58A-CD15-2C49-8354-CAFC35492C62}" presName="hierRoot2" presStyleCnt="0">
        <dgm:presLayoutVars>
          <dgm:hierBranch val="init"/>
        </dgm:presLayoutVars>
      </dgm:prSet>
      <dgm:spPr/>
    </dgm:pt>
    <dgm:pt modelId="{D7ED91EB-232D-364E-94B3-53E9F17A6A78}" type="pres">
      <dgm:prSet presAssocID="{146EB58A-CD15-2C49-8354-CAFC35492C62}" presName="rootComposite" presStyleCnt="0"/>
      <dgm:spPr/>
    </dgm:pt>
    <dgm:pt modelId="{BCD8DC50-B818-D64A-8C7E-9C87FED28119}" type="pres">
      <dgm:prSet presAssocID="{146EB58A-CD15-2C49-8354-CAFC35492C62}" presName="rootText" presStyleLbl="node3" presStyleIdx="1" presStyleCnt="13">
        <dgm:presLayoutVars>
          <dgm:chPref val="3"/>
        </dgm:presLayoutVars>
      </dgm:prSet>
      <dgm:spPr/>
    </dgm:pt>
    <dgm:pt modelId="{AE8CAC6D-AF46-8F46-ACFE-423C73CF7082}" type="pres">
      <dgm:prSet presAssocID="{146EB58A-CD15-2C49-8354-CAFC35492C62}" presName="rootConnector" presStyleLbl="node3" presStyleIdx="1" presStyleCnt="13"/>
      <dgm:spPr/>
    </dgm:pt>
    <dgm:pt modelId="{6789919D-03C7-B94E-AD46-2ED2F541ECA8}" type="pres">
      <dgm:prSet presAssocID="{146EB58A-CD15-2C49-8354-CAFC35492C62}" presName="hierChild4" presStyleCnt="0"/>
      <dgm:spPr/>
    </dgm:pt>
    <dgm:pt modelId="{69E2F213-2F85-EC4A-899A-86A9F3265A05}" type="pres">
      <dgm:prSet presAssocID="{146EB58A-CD15-2C49-8354-CAFC35492C62}" presName="hierChild5" presStyleCnt="0"/>
      <dgm:spPr/>
    </dgm:pt>
    <dgm:pt modelId="{65D45B45-CC47-2346-8AE7-4F2220E5D5E9}" type="pres">
      <dgm:prSet presAssocID="{A9DA9C2C-F444-8547-94D9-EEEC07350E50}" presName="Name37" presStyleLbl="parChTrans1D3" presStyleIdx="2" presStyleCnt="13"/>
      <dgm:spPr/>
    </dgm:pt>
    <dgm:pt modelId="{6092E98F-B029-5F40-B520-8D982EA27F05}" type="pres">
      <dgm:prSet presAssocID="{CA73299B-6225-D94C-A368-D661D85D595F}" presName="hierRoot2" presStyleCnt="0">
        <dgm:presLayoutVars>
          <dgm:hierBranch val="init"/>
        </dgm:presLayoutVars>
      </dgm:prSet>
      <dgm:spPr/>
    </dgm:pt>
    <dgm:pt modelId="{CB40BE66-329E-2143-A1FE-2E658824C78E}" type="pres">
      <dgm:prSet presAssocID="{CA73299B-6225-D94C-A368-D661D85D595F}" presName="rootComposite" presStyleCnt="0"/>
      <dgm:spPr/>
    </dgm:pt>
    <dgm:pt modelId="{CD1764A4-2CC1-CE4A-9449-D1B680C42097}" type="pres">
      <dgm:prSet presAssocID="{CA73299B-6225-D94C-A368-D661D85D595F}" presName="rootText" presStyleLbl="node3" presStyleIdx="2" presStyleCnt="13">
        <dgm:presLayoutVars>
          <dgm:chPref val="3"/>
        </dgm:presLayoutVars>
      </dgm:prSet>
      <dgm:spPr/>
    </dgm:pt>
    <dgm:pt modelId="{0359F9CD-8DDA-AA40-85B8-4C868E2A0410}" type="pres">
      <dgm:prSet presAssocID="{CA73299B-6225-D94C-A368-D661D85D595F}" presName="rootConnector" presStyleLbl="node3" presStyleIdx="2" presStyleCnt="13"/>
      <dgm:spPr/>
    </dgm:pt>
    <dgm:pt modelId="{3FEE7579-6A6E-5A44-8EBD-FE8137E8358F}" type="pres">
      <dgm:prSet presAssocID="{CA73299B-6225-D94C-A368-D661D85D595F}" presName="hierChild4" presStyleCnt="0"/>
      <dgm:spPr/>
    </dgm:pt>
    <dgm:pt modelId="{F538319C-2D93-5049-A758-5C0EA185ECA7}" type="pres">
      <dgm:prSet presAssocID="{85D59327-E70C-1D4D-B513-B4563B627D53}" presName="Name37" presStyleLbl="parChTrans1D4" presStyleIdx="0" presStyleCnt="2"/>
      <dgm:spPr/>
    </dgm:pt>
    <dgm:pt modelId="{2AC4A081-DDE8-2B4C-82A8-84F32D3FA5A0}" type="pres">
      <dgm:prSet presAssocID="{5C51FCC1-6425-E849-9A87-574120E30FF7}" presName="hierRoot2" presStyleCnt="0">
        <dgm:presLayoutVars>
          <dgm:hierBranch val="init"/>
        </dgm:presLayoutVars>
      </dgm:prSet>
      <dgm:spPr/>
    </dgm:pt>
    <dgm:pt modelId="{DD7A718D-575A-E14A-ACEC-688566FC2DDC}" type="pres">
      <dgm:prSet presAssocID="{5C51FCC1-6425-E849-9A87-574120E30FF7}" presName="rootComposite" presStyleCnt="0"/>
      <dgm:spPr/>
    </dgm:pt>
    <dgm:pt modelId="{9F7C5696-E516-0749-AEE5-D1809E38EC81}" type="pres">
      <dgm:prSet presAssocID="{5C51FCC1-6425-E849-9A87-574120E30FF7}" presName="rootText" presStyleLbl="node4" presStyleIdx="0" presStyleCnt="2">
        <dgm:presLayoutVars>
          <dgm:chPref val="3"/>
        </dgm:presLayoutVars>
      </dgm:prSet>
      <dgm:spPr/>
    </dgm:pt>
    <dgm:pt modelId="{361CA48E-3EFE-8A49-993E-9A98F164121D}" type="pres">
      <dgm:prSet presAssocID="{5C51FCC1-6425-E849-9A87-574120E30FF7}" presName="rootConnector" presStyleLbl="node4" presStyleIdx="0" presStyleCnt="2"/>
      <dgm:spPr/>
    </dgm:pt>
    <dgm:pt modelId="{9534CB6A-497C-194A-84F1-A1A9208A4DFB}" type="pres">
      <dgm:prSet presAssocID="{5C51FCC1-6425-E849-9A87-574120E30FF7}" presName="hierChild4" presStyleCnt="0"/>
      <dgm:spPr/>
    </dgm:pt>
    <dgm:pt modelId="{1FACB863-22F3-8B4D-A063-235FE2A5D134}" type="pres">
      <dgm:prSet presAssocID="{5C51FCC1-6425-E849-9A87-574120E30FF7}" presName="hierChild5" presStyleCnt="0"/>
      <dgm:spPr/>
    </dgm:pt>
    <dgm:pt modelId="{A071EAAE-88AC-E642-8169-F176281BEED9}" type="pres">
      <dgm:prSet presAssocID="{F9C43322-4C23-A54F-B9B9-ED57D8567DC3}" presName="Name37" presStyleLbl="parChTrans1D4" presStyleIdx="1" presStyleCnt="2"/>
      <dgm:spPr/>
    </dgm:pt>
    <dgm:pt modelId="{E2C0F13D-77D4-B84D-A817-AAA79788036E}" type="pres">
      <dgm:prSet presAssocID="{877797B9-6D51-5545-9EB0-00EDC6AA7E56}" presName="hierRoot2" presStyleCnt="0">
        <dgm:presLayoutVars>
          <dgm:hierBranch val="init"/>
        </dgm:presLayoutVars>
      </dgm:prSet>
      <dgm:spPr/>
    </dgm:pt>
    <dgm:pt modelId="{70581655-93CE-704D-98CB-68E21AE0089A}" type="pres">
      <dgm:prSet presAssocID="{877797B9-6D51-5545-9EB0-00EDC6AA7E56}" presName="rootComposite" presStyleCnt="0"/>
      <dgm:spPr/>
    </dgm:pt>
    <dgm:pt modelId="{08D91AF1-99A0-9E45-B3A5-9463B379C61E}" type="pres">
      <dgm:prSet presAssocID="{877797B9-6D51-5545-9EB0-00EDC6AA7E56}" presName="rootText" presStyleLbl="node4" presStyleIdx="1" presStyleCnt="2">
        <dgm:presLayoutVars>
          <dgm:chPref val="3"/>
        </dgm:presLayoutVars>
      </dgm:prSet>
      <dgm:spPr/>
    </dgm:pt>
    <dgm:pt modelId="{0E801629-3907-2147-9128-7B5671A17770}" type="pres">
      <dgm:prSet presAssocID="{877797B9-6D51-5545-9EB0-00EDC6AA7E56}" presName="rootConnector" presStyleLbl="node4" presStyleIdx="1" presStyleCnt="2"/>
      <dgm:spPr/>
    </dgm:pt>
    <dgm:pt modelId="{9B9A76B9-66A6-6A41-93B9-1302354BB692}" type="pres">
      <dgm:prSet presAssocID="{877797B9-6D51-5545-9EB0-00EDC6AA7E56}" presName="hierChild4" presStyleCnt="0"/>
      <dgm:spPr/>
    </dgm:pt>
    <dgm:pt modelId="{39E1F941-2507-3B47-9728-4C3E22EC8CB0}" type="pres">
      <dgm:prSet presAssocID="{877797B9-6D51-5545-9EB0-00EDC6AA7E56}" presName="hierChild5" presStyleCnt="0"/>
      <dgm:spPr/>
    </dgm:pt>
    <dgm:pt modelId="{5AAA482E-7FA1-9844-BA71-736862DF67EF}" type="pres">
      <dgm:prSet presAssocID="{CA73299B-6225-D94C-A368-D661D85D595F}" presName="hierChild5" presStyleCnt="0"/>
      <dgm:spPr/>
    </dgm:pt>
    <dgm:pt modelId="{0110FA3A-6F02-1B45-8AE2-8BC9A6C25E22}" type="pres">
      <dgm:prSet presAssocID="{1BDF6DBC-EA82-5D4A-9438-191B902C8282}" presName="hierChild5" presStyleCnt="0"/>
      <dgm:spPr/>
    </dgm:pt>
    <dgm:pt modelId="{61882F1F-88D1-C84F-BA3B-3FF70A14288E}" type="pres">
      <dgm:prSet presAssocID="{0A997F5D-4778-3649-A7B7-48E97A74DF8D}" presName="Name37" presStyleLbl="parChTrans1D2" presStyleIdx="2" presStyleCnt="6"/>
      <dgm:spPr/>
    </dgm:pt>
    <dgm:pt modelId="{6A642AF2-80E4-B94D-8B75-1797419F28AC}" type="pres">
      <dgm:prSet presAssocID="{CD745814-CF5D-074C-97D9-F7428B6938FC}" presName="hierRoot2" presStyleCnt="0">
        <dgm:presLayoutVars>
          <dgm:hierBranch val="init"/>
        </dgm:presLayoutVars>
      </dgm:prSet>
      <dgm:spPr/>
    </dgm:pt>
    <dgm:pt modelId="{E3C7E8EC-6B6A-1A4C-BBED-E910D3865757}" type="pres">
      <dgm:prSet presAssocID="{CD745814-CF5D-074C-97D9-F7428B6938FC}" presName="rootComposite" presStyleCnt="0"/>
      <dgm:spPr/>
    </dgm:pt>
    <dgm:pt modelId="{4DC30D54-E40F-A442-AE97-7510883CDA21}" type="pres">
      <dgm:prSet presAssocID="{CD745814-CF5D-074C-97D9-F7428B6938FC}" presName="rootText" presStyleLbl="node2" presStyleIdx="2" presStyleCnt="6">
        <dgm:presLayoutVars>
          <dgm:chPref val="3"/>
        </dgm:presLayoutVars>
      </dgm:prSet>
      <dgm:spPr/>
    </dgm:pt>
    <dgm:pt modelId="{BC6754CE-7A49-134C-BED9-EC40CC5777F5}" type="pres">
      <dgm:prSet presAssocID="{CD745814-CF5D-074C-97D9-F7428B6938FC}" presName="rootConnector" presStyleLbl="node2" presStyleIdx="2" presStyleCnt="6"/>
      <dgm:spPr/>
    </dgm:pt>
    <dgm:pt modelId="{379B4452-6445-4F41-8F18-7EAFD25665B5}" type="pres">
      <dgm:prSet presAssocID="{CD745814-CF5D-074C-97D9-F7428B6938FC}" presName="hierChild4" presStyleCnt="0"/>
      <dgm:spPr/>
    </dgm:pt>
    <dgm:pt modelId="{E0CDC44E-AC30-A441-97AA-49F2C38EAEAA}" type="pres">
      <dgm:prSet presAssocID="{7A39E8B1-BD24-3D40-95F7-5E38939DF894}" presName="Name37" presStyleLbl="parChTrans1D3" presStyleIdx="3" presStyleCnt="13"/>
      <dgm:spPr/>
    </dgm:pt>
    <dgm:pt modelId="{B3F25BA2-E162-A64D-B931-8F6D485C0A6E}" type="pres">
      <dgm:prSet presAssocID="{49D02EEE-17C4-724E-BCA0-6CBB82A7ABE2}" presName="hierRoot2" presStyleCnt="0">
        <dgm:presLayoutVars>
          <dgm:hierBranch val="init"/>
        </dgm:presLayoutVars>
      </dgm:prSet>
      <dgm:spPr/>
    </dgm:pt>
    <dgm:pt modelId="{752ED391-A808-9941-9486-2E7324ED5915}" type="pres">
      <dgm:prSet presAssocID="{49D02EEE-17C4-724E-BCA0-6CBB82A7ABE2}" presName="rootComposite" presStyleCnt="0"/>
      <dgm:spPr/>
    </dgm:pt>
    <dgm:pt modelId="{4A8E439E-06B4-6141-9AE8-C779F1205D2C}" type="pres">
      <dgm:prSet presAssocID="{49D02EEE-17C4-724E-BCA0-6CBB82A7ABE2}" presName="rootText" presStyleLbl="node3" presStyleIdx="3" presStyleCnt="13">
        <dgm:presLayoutVars>
          <dgm:chPref val="3"/>
        </dgm:presLayoutVars>
      </dgm:prSet>
      <dgm:spPr/>
    </dgm:pt>
    <dgm:pt modelId="{411282DD-F7EC-424D-B076-1AC148882A6C}" type="pres">
      <dgm:prSet presAssocID="{49D02EEE-17C4-724E-BCA0-6CBB82A7ABE2}" presName="rootConnector" presStyleLbl="node3" presStyleIdx="3" presStyleCnt="13"/>
      <dgm:spPr/>
    </dgm:pt>
    <dgm:pt modelId="{238803F2-516C-4048-B6B7-515EAD07BB98}" type="pres">
      <dgm:prSet presAssocID="{49D02EEE-17C4-724E-BCA0-6CBB82A7ABE2}" presName="hierChild4" presStyleCnt="0"/>
      <dgm:spPr/>
    </dgm:pt>
    <dgm:pt modelId="{8BA2FD30-1FF5-024F-8A5F-787EA797B312}" type="pres">
      <dgm:prSet presAssocID="{49D02EEE-17C4-724E-BCA0-6CBB82A7ABE2}" presName="hierChild5" presStyleCnt="0"/>
      <dgm:spPr/>
    </dgm:pt>
    <dgm:pt modelId="{EEDA7F39-F54C-654B-9DAE-B06F1D08131C}" type="pres">
      <dgm:prSet presAssocID="{CD745814-CF5D-074C-97D9-F7428B6938FC}" presName="hierChild5" presStyleCnt="0"/>
      <dgm:spPr/>
    </dgm:pt>
    <dgm:pt modelId="{E7EC9038-1CB5-2B4F-9EEA-7EC6C942F263}" type="pres">
      <dgm:prSet presAssocID="{001457C2-6990-5A4C-8181-2548F83D864F}" presName="Name37" presStyleLbl="parChTrans1D2" presStyleIdx="3" presStyleCnt="6"/>
      <dgm:spPr/>
    </dgm:pt>
    <dgm:pt modelId="{8F8AC782-E298-314C-A6F2-23550BA1291C}" type="pres">
      <dgm:prSet presAssocID="{07C0849B-93CC-4C40-B1BC-413107DEA114}" presName="hierRoot2" presStyleCnt="0">
        <dgm:presLayoutVars>
          <dgm:hierBranch val="init"/>
        </dgm:presLayoutVars>
      </dgm:prSet>
      <dgm:spPr/>
    </dgm:pt>
    <dgm:pt modelId="{94DF4A27-5938-DC45-A63F-65DDFF8710D0}" type="pres">
      <dgm:prSet presAssocID="{07C0849B-93CC-4C40-B1BC-413107DEA114}" presName="rootComposite" presStyleCnt="0"/>
      <dgm:spPr/>
    </dgm:pt>
    <dgm:pt modelId="{F37D6381-17C3-7043-8C2D-15F2C93FA37A}" type="pres">
      <dgm:prSet presAssocID="{07C0849B-93CC-4C40-B1BC-413107DEA114}" presName="rootText" presStyleLbl="node2" presStyleIdx="3" presStyleCnt="6">
        <dgm:presLayoutVars>
          <dgm:chPref val="3"/>
        </dgm:presLayoutVars>
      </dgm:prSet>
      <dgm:spPr/>
    </dgm:pt>
    <dgm:pt modelId="{A720ADB9-2F11-5243-BD7D-CCF5F6C1EA06}" type="pres">
      <dgm:prSet presAssocID="{07C0849B-93CC-4C40-B1BC-413107DEA114}" presName="rootConnector" presStyleLbl="node2" presStyleIdx="3" presStyleCnt="6"/>
      <dgm:spPr/>
    </dgm:pt>
    <dgm:pt modelId="{85438EB8-8157-7443-B61F-2F50C5E7EBE7}" type="pres">
      <dgm:prSet presAssocID="{07C0849B-93CC-4C40-B1BC-413107DEA114}" presName="hierChild4" presStyleCnt="0"/>
      <dgm:spPr/>
    </dgm:pt>
    <dgm:pt modelId="{816602A9-0245-F74C-B17C-A998C82DA449}" type="pres">
      <dgm:prSet presAssocID="{09E78245-A960-E34B-9A18-A470025AB46D}" presName="Name37" presStyleLbl="parChTrans1D3" presStyleIdx="4" presStyleCnt="13"/>
      <dgm:spPr/>
    </dgm:pt>
    <dgm:pt modelId="{6AD4C735-2077-0040-B01C-53E05C84F890}" type="pres">
      <dgm:prSet presAssocID="{F7A3F522-8FFB-3247-A9C1-B7628498CF70}" presName="hierRoot2" presStyleCnt="0">
        <dgm:presLayoutVars>
          <dgm:hierBranch val="init"/>
        </dgm:presLayoutVars>
      </dgm:prSet>
      <dgm:spPr/>
    </dgm:pt>
    <dgm:pt modelId="{A6B33F76-C195-0C46-9A32-29DDEAB10593}" type="pres">
      <dgm:prSet presAssocID="{F7A3F522-8FFB-3247-A9C1-B7628498CF70}" presName="rootComposite" presStyleCnt="0"/>
      <dgm:spPr/>
    </dgm:pt>
    <dgm:pt modelId="{BF1B0D64-4CFC-0F49-BEB9-1B6EFB0A4F59}" type="pres">
      <dgm:prSet presAssocID="{F7A3F522-8FFB-3247-A9C1-B7628498CF70}" presName="rootText" presStyleLbl="node3" presStyleIdx="4" presStyleCnt="13">
        <dgm:presLayoutVars>
          <dgm:chPref val="3"/>
        </dgm:presLayoutVars>
      </dgm:prSet>
      <dgm:spPr/>
    </dgm:pt>
    <dgm:pt modelId="{5ED6C8AE-1975-4144-AEA7-31E174B0DDF6}" type="pres">
      <dgm:prSet presAssocID="{F7A3F522-8FFB-3247-A9C1-B7628498CF70}" presName="rootConnector" presStyleLbl="node3" presStyleIdx="4" presStyleCnt="13"/>
      <dgm:spPr/>
    </dgm:pt>
    <dgm:pt modelId="{3139EA89-2BD6-094B-94EF-9D81D2CB99B7}" type="pres">
      <dgm:prSet presAssocID="{F7A3F522-8FFB-3247-A9C1-B7628498CF70}" presName="hierChild4" presStyleCnt="0"/>
      <dgm:spPr/>
    </dgm:pt>
    <dgm:pt modelId="{72B56EB1-C047-D247-A684-94EDED41056A}" type="pres">
      <dgm:prSet presAssocID="{F7A3F522-8FFB-3247-A9C1-B7628498CF70}" presName="hierChild5" presStyleCnt="0"/>
      <dgm:spPr/>
    </dgm:pt>
    <dgm:pt modelId="{8D67AD30-29F1-BB41-B5DE-2833E8C110A2}" type="pres">
      <dgm:prSet presAssocID="{2B7A7206-AB96-654E-B25D-B4EFE144163D}" presName="Name37" presStyleLbl="parChTrans1D3" presStyleIdx="5" presStyleCnt="13"/>
      <dgm:spPr/>
    </dgm:pt>
    <dgm:pt modelId="{E5D348EB-5D12-5E44-9757-8747A22A9DFE}" type="pres">
      <dgm:prSet presAssocID="{D7CEC89D-34ED-FC43-9981-E1C25E8E01D3}" presName="hierRoot2" presStyleCnt="0">
        <dgm:presLayoutVars>
          <dgm:hierBranch val="init"/>
        </dgm:presLayoutVars>
      </dgm:prSet>
      <dgm:spPr/>
    </dgm:pt>
    <dgm:pt modelId="{1213C8E6-4D37-AD4F-A7FC-BC0630074CAC}" type="pres">
      <dgm:prSet presAssocID="{D7CEC89D-34ED-FC43-9981-E1C25E8E01D3}" presName="rootComposite" presStyleCnt="0"/>
      <dgm:spPr/>
    </dgm:pt>
    <dgm:pt modelId="{B84FA12F-43DA-5C4A-9468-1021EC43073C}" type="pres">
      <dgm:prSet presAssocID="{D7CEC89D-34ED-FC43-9981-E1C25E8E01D3}" presName="rootText" presStyleLbl="node3" presStyleIdx="5" presStyleCnt="13">
        <dgm:presLayoutVars>
          <dgm:chPref val="3"/>
        </dgm:presLayoutVars>
      </dgm:prSet>
      <dgm:spPr/>
    </dgm:pt>
    <dgm:pt modelId="{5E74766C-F9E8-E540-A2E9-97C049C32CCE}" type="pres">
      <dgm:prSet presAssocID="{D7CEC89D-34ED-FC43-9981-E1C25E8E01D3}" presName="rootConnector" presStyleLbl="node3" presStyleIdx="5" presStyleCnt="13"/>
      <dgm:spPr/>
    </dgm:pt>
    <dgm:pt modelId="{D83D9C0F-FB32-DB41-8CC7-A414827D7E36}" type="pres">
      <dgm:prSet presAssocID="{D7CEC89D-34ED-FC43-9981-E1C25E8E01D3}" presName="hierChild4" presStyleCnt="0"/>
      <dgm:spPr/>
    </dgm:pt>
    <dgm:pt modelId="{D7304502-95D1-0341-A854-46AEC0162B21}" type="pres">
      <dgm:prSet presAssocID="{D7CEC89D-34ED-FC43-9981-E1C25E8E01D3}" presName="hierChild5" presStyleCnt="0"/>
      <dgm:spPr/>
    </dgm:pt>
    <dgm:pt modelId="{1571E3EA-AB8C-B442-8B85-9063499B5CDB}" type="pres">
      <dgm:prSet presAssocID="{07C0849B-93CC-4C40-B1BC-413107DEA114}" presName="hierChild5" presStyleCnt="0"/>
      <dgm:spPr/>
    </dgm:pt>
    <dgm:pt modelId="{4ACB7803-C520-5B4C-883C-2F51CDA08399}" type="pres">
      <dgm:prSet presAssocID="{223AE34D-81B6-574A-BE73-A8243DC68D53}" presName="Name37" presStyleLbl="parChTrans1D2" presStyleIdx="4" presStyleCnt="6"/>
      <dgm:spPr/>
    </dgm:pt>
    <dgm:pt modelId="{7DA282A6-209C-FD4B-BEB6-DF9076675552}" type="pres">
      <dgm:prSet presAssocID="{4AB44ABA-5546-9644-9689-AB7647715181}" presName="hierRoot2" presStyleCnt="0">
        <dgm:presLayoutVars>
          <dgm:hierBranch val="init"/>
        </dgm:presLayoutVars>
      </dgm:prSet>
      <dgm:spPr/>
    </dgm:pt>
    <dgm:pt modelId="{36151BE7-689A-CB40-BDB0-80B04F58A38E}" type="pres">
      <dgm:prSet presAssocID="{4AB44ABA-5546-9644-9689-AB7647715181}" presName="rootComposite" presStyleCnt="0"/>
      <dgm:spPr/>
    </dgm:pt>
    <dgm:pt modelId="{2BC8E3D7-4111-2D4D-B210-0705007E967A}" type="pres">
      <dgm:prSet presAssocID="{4AB44ABA-5546-9644-9689-AB7647715181}" presName="rootText" presStyleLbl="node2" presStyleIdx="4" presStyleCnt="6">
        <dgm:presLayoutVars>
          <dgm:chPref val="3"/>
        </dgm:presLayoutVars>
      </dgm:prSet>
      <dgm:spPr/>
    </dgm:pt>
    <dgm:pt modelId="{D527A27A-938D-A04F-B7D7-D44CFDA84989}" type="pres">
      <dgm:prSet presAssocID="{4AB44ABA-5546-9644-9689-AB7647715181}" presName="rootConnector" presStyleLbl="node2" presStyleIdx="4" presStyleCnt="6"/>
      <dgm:spPr/>
    </dgm:pt>
    <dgm:pt modelId="{305A4D5C-7A1D-264F-85D5-CCBA2B88B985}" type="pres">
      <dgm:prSet presAssocID="{4AB44ABA-5546-9644-9689-AB7647715181}" presName="hierChild4" presStyleCnt="0"/>
      <dgm:spPr/>
    </dgm:pt>
    <dgm:pt modelId="{4E52E2BF-C0EE-9B4F-9DB9-DE595DFBF151}" type="pres">
      <dgm:prSet presAssocID="{411058A4-F058-1D41-8C7F-DBD80BE788E5}" presName="Name37" presStyleLbl="parChTrans1D3" presStyleIdx="6" presStyleCnt="13"/>
      <dgm:spPr/>
    </dgm:pt>
    <dgm:pt modelId="{3BC152F9-7FF8-364B-AE0A-C3357749FED4}" type="pres">
      <dgm:prSet presAssocID="{A415A727-749D-5148-8F06-9F0EB09438AB}" presName="hierRoot2" presStyleCnt="0">
        <dgm:presLayoutVars>
          <dgm:hierBranch val="init"/>
        </dgm:presLayoutVars>
      </dgm:prSet>
      <dgm:spPr/>
    </dgm:pt>
    <dgm:pt modelId="{ED1F72DB-F777-7844-AB26-5A0EF66A8B5C}" type="pres">
      <dgm:prSet presAssocID="{A415A727-749D-5148-8F06-9F0EB09438AB}" presName="rootComposite" presStyleCnt="0"/>
      <dgm:spPr/>
    </dgm:pt>
    <dgm:pt modelId="{D6170AD3-8B51-594A-85AF-827A06D5F5F1}" type="pres">
      <dgm:prSet presAssocID="{A415A727-749D-5148-8F06-9F0EB09438AB}" presName="rootText" presStyleLbl="node3" presStyleIdx="6" presStyleCnt="13">
        <dgm:presLayoutVars>
          <dgm:chPref val="3"/>
        </dgm:presLayoutVars>
      </dgm:prSet>
      <dgm:spPr/>
    </dgm:pt>
    <dgm:pt modelId="{7A4C9763-B8B3-CE41-A436-2469CA30907F}" type="pres">
      <dgm:prSet presAssocID="{A415A727-749D-5148-8F06-9F0EB09438AB}" presName="rootConnector" presStyleLbl="node3" presStyleIdx="6" presStyleCnt="13"/>
      <dgm:spPr/>
    </dgm:pt>
    <dgm:pt modelId="{4EB28B8C-A2A6-6147-A6F4-60E3161D02FC}" type="pres">
      <dgm:prSet presAssocID="{A415A727-749D-5148-8F06-9F0EB09438AB}" presName="hierChild4" presStyleCnt="0"/>
      <dgm:spPr/>
    </dgm:pt>
    <dgm:pt modelId="{12135068-E7C0-A945-8EAC-B8F304476715}" type="pres">
      <dgm:prSet presAssocID="{A415A727-749D-5148-8F06-9F0EB09438AB}" presName="hierChild5" presStyleCnt="0"/>
      <dgm:spPr/>
    </dgm:pt>
    <dgm:pt modelId="{2DF91255-BB54-F844-9266-94778338EAFC}" type="pres">
      <dgm:prSet presAssocID="{7780E03E-2914-C24E-B118-14A9986513A6}" presName="Name37" presStyleLbl="parChTrans1D3" presStyleIdx="7" presStyleCnt="13"/>
      <dgm:spPr/>
    </dgm:pt>
    <dgm:pt modelId="{B174A6E5-DD3A-964A-8DC8-0BA1694230A0}" type="pres">
      <dgm:prSet presAssocID="{9DA81910-6B14-CB40-8B3B-882CDAC2ACCD}" presName="hierRoot2" presStyleCnt="0">
        <dgm:presLayoutVars>
          <dgm:hierBranch val="init"/>
        </dgm:presLayoutVars>
      </dgm:prSet>
      <dgm:spPr/>
    </dgm:pt>
    <dgm:pt modelId="{43FB6EFC-939B-504E-AADD-46D83796CBEB}" type="pres">
      <dgm:prSet presAssocID="{9DA81910-6B14-CB40-8B3B-882CDAC2ACCD}" presName="rootComposite" presStyleCnt="0"/>
      <dgm:spPr/>
    </dgm:pt>
    <dgm:pt modelId="{6A54073A-91D7-C74D-9A52-83A7C37E1ECA}" type="pres">
      <dgm:prSet presAssocID="{9DA81910-6B14-CB40-8B3B-882CDAC2ACCD}" presName="rootText" presStyleLbl="node3" presStyleIdx="7" presStyleCnt="13">
        <dgm:presLayoutVars>
          <dgm:chPref val="3"/>
        </dgm:presLayoutVars>
      </dgm:prSet>
      <dgm:spPr/>
    </dgm:pt>
    <dgm:pt modelId="{C4CD0EA8-D247-7248-9BFB-B147071CF7FC}" type="pres">
      <dgm:prSet presAssocID="{9DA81910-6B14-CB40-8B3B-882CDAC2ACCD}" presName="rootConnector" presStyleLbl="node3" presStyleIdx="7" presStyleCnt="13"/>
      <dgm:spPr/>
    </dgm:pt>
    <dgm:pt modelId="{FB396554-0B71-1844-8452-C2628D016B9C}" type="pres">
      <dgm:prSet presAssocID="{9DA81910-6B14-CB40-8B3B-882CDAC2ACCD}" presName="hierChild4" presStyleCnt="0"/>
      <dgm:spPr/>
    </dgm:pt>
    <dgm:pt modelId="{DC1DFD7F-C46E-8E44-B6AE-90BE47126426}" type="pres">
      <dgm:prSet presAssocID="{9DA81910-6B14-CB40-8B3B-882CDAC2ACCD}" presName="hierChild5" presStyleCnt="0"/>
      <dgm:spPr/>
    </dgm:pt>
    <dgm:pt modelId="{34948C52-2556-4647-AFD5-D077A4E463DB}" type="pres">
      <dgm:prSet presAssocID="{85548E83-E9A9-DD44-B5A4-50F7505AD4B9}" presName="Name37" presStyleLbl="parChTrans1D3" presStyleIdx="8" presStyleCnt="13"/>
      <dgm:spPr/>
    </dgm:pt>
    <dgm:pt modelId="{B36AD9BC-691A-0342-B0AB-48DCA297B1D1}" type="pres">
      <dgm:prSet presAssocID="{9963627C-2B2E-1844-ADBC-B8E4B25EE33D}" presName="hierRoot2" presStyleCnt="0">
        <dgm:presLayoutVars>
          <dgm:hierBranch val="init"/>
        </dgm:presLayoutVars>
      </dgm:prSet>
      <dgm:spPr/>
    </dgm:pt>
    <dgm:pt modelId="{B1B31825-CDF3-6E4F-B8FF-B366AB1D491D}" type="pres">
      <dgm:prSet presAssocID="{9963627C-2B2E-1844-ADBC-B8E4B25EE33D}" presName="rootComposite" presStyleCnt="0"/>
      <dgm:spPr/>
    </dgm:pt>
    <dgm:pt modelId="{5D94AD0A-4EA3-294F-92AE-535EB8926EBA}" type="pres">
      <dgm:prSet presAssocID="{9963627C-2B2E-1844-ADBC-B8E4B25EE33D}" presName="rootText" presStyleLbl="node3" presStyleIdx="8" presStyleCnt="13">
        <dgm:presLayoutVars>
          <dgm:chPref val="3"/>
        </dgm:presLayoutVars>
      </dgm:prSet>
      <dgm:spPr/>
    </dgm:pt>
    <dgm:pt modelId="{19C95E37-15A6-F54B-80E1-9439ACB0F46B}" type="pres">
      <dgm:prSet presAssocID="{9963627C-2B2E-1844-ADBC-B8E4B25EE33D}" presName="rootConnector" presStyleLbl="node3" presStyleIdx="8" presStyleCnt="13"/>
      <dgm:spPr/>
    </dgm:pt>
    <dgm:pt modelId="{EC277E16-845A-A648-A6D2-468A0F5135D8}" type="pres">
      <dgm:prSet presAssocID="{9963627C-2B2E-1844-ADBC-B8E4B25EE33D}" presName="hierChild4" presStyleCnt="0"/>
      <dgm:spPr/>
    </dgm:pt>
    <dgm:pt modelId="{E9773972-08EB-FE4D-AB16-E28BD00D1268}" type="pres">
      <dgm:prSet presAssocID="{9963627C-2B2E-1844-ADBC-B8E4B25EE33D}" presName="hierChild5" presStyleCnt="0"/>
      <dgm:spPr/>
    </dgm:pt>
    <dgm:pt modelId="{24FC6C5F-48DF-8B48-AA25-A1BF270D4E96}" type="pres">
      <dgm:prSet presAssocID="{22F09594-9D4C-8644-947B-49659A822765}" presName="Name37" presStyleLbl="parChTrans1D3" presStyleIdx="9" presStyleCnt="13"/>
      <dgm:spPr/>
    </dgm:pt>
    <dgm:pt modelId="{8A3746D2-D9B8-6148-B221-64E3C104A540}" type="pres">
      <dgm:prSet presAssocID="{9F0156E9-5EA0-274D-85B6-25E97D503AD4}" presName="hierRoot2" presStyleCnt="0">
        <dgm:presLayoutVars>
          <dgm:hierBranch val="init"/>
        </dgm:presLayoutVars>
      </dgm:prSet>
      <dgm:spPr/>
    </dgm:pt>
    <dgm:pt modelId="{C791CDA8-0BC8-4440-AE49-73F76B015281}" type="pres">
      <dgm:prSet presAssocID="{9F0156E9-5EA0-274D-85B6-25E97D503AD4}" presName="rootComposite" presStyleCnt="0"/>
      <dgm:spPr/>
    </dgm:pt>
    <dgm:pt modelId="{002768B3-C30A-7548-99B6-A3E99190C5D0}" type="pres">
      <dgm:prSet presAssocID="{9F0156E9-5EA0-274D-85B6-25E97D503AD4}" presName="rootText" presStyleLbl="node3" presStyleIdx="9" presStyleCnt="13">
        <dgm:presLayoutVars>
          <dgm:chPref val="3"/>
        </dgm:presLayoutVars>
      </dgm:prSet>
      <dgm:spPr/>
    </dgm:pt>
    <dgm:pt modelId="{7F9DED62-23F8-B441-8C99-EBCA09A408BC}" type="pres">
      <dgm:prSet presAssocID="{9F0156E9-5EA0-274D-85B6-25E97D503AD4}" presName="rootConnector" presStyleLbl="node3" presStyleIdx="9" presStyleCnt="13"/>
      <dgm:spPr/>
    </dgm:pt>
    <dgm:pt modelId="{CEE467D4-821F-2844-A06F-FF3A7A2817B5}" type="pres">
      <dgm:prSet presAssocID="{9F0156E9-5EA0-274D-85B6-25E97D503AD4}" presName="hierChild4" presStyleCnt="0"/>
      <dgm:spPr/>
    </dgm:pt>
    <dgm:pt modelId="{580EA6F3-9EA3-8842-B531-C6D86FD83981}" type="pres">
      <dgm:prSet presAssocID="{9F0156E9-5EA0-274D-85B6-25E97D503AD4}" presName="hierChild5" presStyleCnt="0"/>
      <dgm:spPr/>
    </dgm:pt>
    <dgm:pt modelId="{313035D0-A95F-D54E-927F-4588903EB7A9}" type="pres">
      <dgm:prSet presAssocID="{56813F93-7FA0-5741-883E-60172260C755}" presName="Name37" presStyleLbl="parChTrans1D3" presStyleIdx="10" presStyleCnt="13"/>
      <dgm:spPr/>
    </dgm:pt>
    <dgm:pt modelId="{D47FBC37-39CD-B144-8481-6F1AB597A836}" type="pres">
      <dgm:prSet presAssocID="{04CAB169-05C0-5843-AD38-6E546C32D110}" presName="hierRoot2" presStyleCnt="0">
        <dgm:presLayoutVars>
          <dgm:hierBranch val="init"/>
        </dgm:presLayoutVars>
      </dgm:prSet>
      <dgm:spPr/>
    </dgm:pt>
    <dgm:pt modelId="{042F623B-7AB9-FA43-9F49-2C11427B8A90}" type="pres">
      <dgm:prSet presAssocID="{04CAB169-05C0-5843-AD38-6E546C32D110}" presName="rootComposite" presStyleCnt="0"/>
      <dgm:spPr/>
    </dgm:pt>
    <dgm:pt modelId="{C19558FF-13B9-4B49-8609-8A4C49D89E1C}" type="pres">
      <dgm:prSet presAssocID="{04CAB169-05C0-5843-AD38-6E546C32D110}" presName="rootText" presStyleLbl="node3" presStyleIdx="10" presStyleCnt="13">
        <dgm:presLayoutVars>
          <dgm:chPref val="3"/>
        </dgm:presLayoutVars>
      </dgm:prSet>
      <dgm:spPr/>
    </dgm:pt>
    <dgm:pt modelId="{617A4E1A-E5C3-004D-9735-CA2DE092708B}" type="pres">
      <dgm:prSet presAssocID="{04CAB169-05C0-5843-AD38-6E546C32D110}" presName="rootConnector" presStyleLbl="node3" presStyleIdx="10" presStyleCnt="13"/>
      <dgm:spPr/>
    </dgm:pt>
    <dgm:pt modelId="{3676DDEC-13FA-E04F-BA57-360EB83471FE}" type="pres">
      <dgm:prSet presAssocID="{04CAB169-05C0-5843-AD38-6E546C32D110}" presName="hierChild4" presStyleCnt="0"/>
      <dgm:spPr/>
    </dgm:pt>
    <dgm:pt modelId="{41DDD9BD-32ED-B54E-B106-A1E4C99F513C}" type="pres">
      <dgm:prSet presAssocID="{04CAB169-05C0-5843-AD38-6E546C32D110}" presName="hierChild5" presStyleCnt="0"/>
      <dgm:spPr/>
    </dgm:pt>
    <dgm:pt modelId="{94B232F8-816E-6845-8423-514521767067}" type="pres">
      <dgm:prSet presAssocID="{0D482237-8442-924F-A0B6-C3D49296AFE6}" presName="Name37" presStyleLbl="parChTrans1D3" presStyleIdx="11" presStyleCnt="13"/>
      <dgm:spPr/>
    </dgm:pt>
    <dgm:pt modelId="{6635F800-E7B0-2B4A-88C2-6101BCB54B4A}" type="pres">
      <dgm:prSet presAssocID="{3ED98FCE-CB91-3B48-AD12-D2851C9A1E32}" presName="hierRoot2" presStyleCnt="0">
        <dgm:presLayoutVars>
          <dgm:hierBranch val="init"/>
        </dgm:presLayoutVars>
      </dgm:prSet>
      <dgm:spPr/>
    </dgm:pt>
    <dgm:pt modelId="{51BA29D5-CDEA-F943-9921-8183DDA1569C}" type="pres">
      <dgm:prSet presAssocID="{3ED98FCE-CB91-3B48-AD12-D2851C9A1E32}" presName="rootComposite" presStyleCnt="0"/>
      <dgm:spPr/>
    </dgm:pt>
    <dgm:pt modelId="{11C310A9-1465-0747-A579-0E9987ECB1BE}" type="pres">
      <dgm:prSet presAssocID="{3ED98FCE-CB91-3B48-AD12-D2851C9A1E32}" presName="rootText" presStyleLbl="node3" presStyleIdx="11" presStyleCnt="13">
        <dgm:presLayoutVars>
          <dgm:chPref val="3"/>
        </dgm:presLayoutVars>
      </dgm:prSet>
      <dgm:spPr/>
    </dgm:pt>
    <dgm:pt modelId="{DA6D56E1-5910-0841-865E-094E113DF94D}" type="pres">
      <dgm:prSet presAssocID="{3ED98FCE-CB91-3B48-AD12-D2851C9A1E32}" presName="rootConnector" presStyleLbl="node3" presStyleIdx="11" presStyleCnt="13"/>
      <dgm:spPr/>
    </dgm:pt>
    <dgm:pt modelId="{8B3478B0-0B78-B543-B4D6-44F77BF0A5FD}" type="pres">
      <dgm:prSet presAssocID="{3ED98FCE-CB91-3B48-AD12-D2851C9A1E32}" presName="hierChild4" presStyleCnt="0"/>
      <dgm:spPr/>
    </dgm:pt>
    <dgm:pt modelId="{023E3065-FAAF-394E-B82E-27722B637A35}" type="pres">
      <dgm:prSet presAssocID="{3ED98FCE-CB91-3B48-AD12-D2851C9A1E32}" presName="hierChild5" presStyleCnt="0"/>
      <dgm:spPr/>
    </dgm:pt>
    <dgm:pt modelId="{04F72955-BC98-334D-AA7E-46240201479C}" type="pres">
      <dgm:prSet presAssocID="{4AB44ABA-5546-9644-9689-AB7647715181}" presName="hierChild5" presStyleCnt="0"/>
      <dgm:spPr/>
    </dgm:pt>
    <dgm:pt modelId="{7258400D-A60A-B646-979F-00BA8D150DF7}" type="pres">
      <dgm:prSet presAssocID="{A7F69C00-2717-5846-AA78-E6766BBB50D3}" presName="Name37" presStyleLbl="parChTrans1D2" presStyleIdx="5" presStyleCnt="6"/>
      <dgm:spPr/>
    </dgm:pt>
    <dgm:pt modelId="{D22A93E8-F69C-E040-83BE-7D98DEAE1F1A}" type="pres">
      <dgm:prSet presAssocID="{E31B3AC7-BAA7-2142-A5BA-DE4EE0D0E855}" presName="hierRoot2" presStyleCnt="0">
        <dgm:presLayoutVars>
          <dgm:hierBranch val="init"/>
        </dgm:presLayoutVars>
      </dgm:prSet>
      <dgm:spPr/>
    </dgm:pt>
    <dgm:pt modelId="{F152CC17-7717-1F46-B424-E31FD8D2069B}" type="pres">
      <dgm:prSet presAssocID="{E31B3AC7-BAA7-2142-A5BA-DE4EE0D0E855}" presName="rootComposite" presStyleCnt="0"/>
      <dgm:spPr/>
    </dgm:pt>
    <dgm:pt modelId="{460DFD24-2DCD-0E48-BA62-FB74B84B3DCE}" type="pres">
      <dgm:prSet presAssocID="{E31B3AC7-BAA7-2142-A5BA-DE4EE0D0E855}" presName="rootText" presStyleLbl="node2" presStyleIdx="5" presStyleCnt="6">
        <dgm:presLayoutVars>
          <dgm:chPref val="3"/>
        </dgm:presLayoutVars>
      </dgm:prSet>
      <dgm:spPr/>
    </dgm:pt>
    <dgm:pt modelId="{607DFE83-DCA9-394C-969B-325E859E0D14}" type="pres">
      <dgm:prSet presAssocID="{E31B3AC7-BAA7-2142-A5BA-DE4EE0D0E855}" presName="rootConnector" presStyleLbl="node2" presStyleIdx="5" presStyleCnt="6"/>
      <dgm:spPr/>
    </dgm:pt>
    <dgm:pt modelId="{C40CCA1F-1498-5743-AF86-FB0A3BA96147}" type="pres">
      <dgm:prSet presAssocID="{E31B3AC7-BAA7-2142-A5BA-DE4EE0D0E855}" presName="hierChild4" presStyleCnt="0"/>
      <dgm:spPr/>
    </dgm:pt>
    <dgm:pt modelId="{9EA4D3A8-08C9-8E47-8EE4-7F0FE07D7988}" type="pres">
      <dgm:prSet presAssocID="{9510D10A-C402-DB44-B229-BEB788593A9F}" presName="Name37" presStyleLbl="parChTrans1D3" presStyleIdx="12" presStyleCnt="13"/>
      <dgm:spPr/>
    </dgm:pt>
    <dgm:pt modelId="{88448356-3786-CA45-AD3C-EB86A9C6CD4B}" type="pres">
      <dgm:prSet presAssocID="{5B8C2E0D-4793-DC4B-A7C6-886F07BDF8EF}" presName="hierRoot2" presStyleCnt="0">
        <dgm:presLayoutVars>
          <dgm:hierBranch val="init"/>
        </dgm:presLayoutVars>
      </dgm:prSet>
      <dgm:spPr/>
    </dgm:pt>
    <dgm:pt modelId="{A06DAAB8-23F3-5C47-B64C-9A9ECFF4CD8E}" type="pres">
      <dgm:prSet presAssocID="{5B8C2E0D-4793-DC4B-A7C6-886F07BDF8EF}" presName="rootComposite" presStyleCnt="0"/>
      <dgm:spPr/>
    </dgm:pt>
    <dgm:pt modelId="{D94627D2-CDFB-B645-936B-D7AD968CC737}" type="pres">
      <dgm:prSet presAssocID="{5B8C2E0D-4793-DC4B-A7C6-886F07BDF8EF}" presName="rootText" presStyleLbl="node3" presStyleIdx="12" presStyleCnt="13" custLinFactNeighborX="-1564">
        <dgm:presLayoutVars>
          <dgm:chPref val="3"/>
        </dgm:presLayoutVars>
      </dgm:prSet>
      <dgm:spPr/>
    </dgm:pt>
    <dgm:pt modelId="{045FBD21-06F9-2843-B1F5-AAAB22C1B548}" type="pres">
      <dgm:prSet presAssocID="{5B8C2E0D-4793-DC4B-A7C6-886F07BDF8EF}" presName="rootConnector" presStyleLbl="node3" presStyleIdx="12" presStyleCnt="13"/>
      <dgm:spPr/>
    </dgm:pt>
    <dgm:pt modelId="{FFE0CAF8-140D-1B47-8A40-26F0EFB3671C}" type="pres">
      <dgm:prSet presAssocID="{5B8C2E0D-4793-DC4B-A7C6-886F07BDF8EF}" presName="hierChild4" presStyleCnt="0"/>
      <dgm:spPr/>
    </dgm:pt>
    <dgm:pt modelId="{D896501B-DEE6-4F40-B3DF-5C3B64FA522A}" type="pres">
      <dgm:prSet presAssocID="{5B8C2E0D-4793-DC4B-A7C6-886F07BDF8EF}" presName="hierChild5" presStyleCnt="0"/>
      <dgm:spPr/>
    </dgm:pt>
    <dgm:pt modelId="{EB7801C0-17CA-364A-A2AC-975A8F4A43A1}" type="pres">
      <dgm:prSet presAssocID="{E31B3AC7-BAA7-2142-A5BA-DE4EE0D0E855}" presName="hierChild5" presStyleCnt="0"/>
      <dgm:spPr/>
    </dgm:pt>
    <dgm:pt modelId="{CDD353E7-2BD3-7743-9924-CA77A11C5114}" type="pres">
      <dgm:prSet presAssocID="{D7461D92-108E-6745-B3D3-D06788D32B88}" presName="hierChild3" presStyleCnt="0"/>
      <dgm:spPr/>
    </dgm:pt>
  </dgm:ptLst>
  <dgm:cxnLst>
    <dgm:cxn modelId="{1977EE03-CDE1-9E4C-B33A-30A6FCA43303}" srcId="{7FCDEA56-BF30-2C49-AB77-0F56044B5805}" destId="{D7461D92-108E-6745-B3D3-D06788D32B88}" srcOrd="0" destOrd="0" parTransId="{02B61CA2-A64C-D949-8A02-460A9F697FE5}" sibTransId="{C26BE336-75F5-7F48-99E9-CB6FCAB66279}"/>
    <dgm:cxn modelId="{2DC09805-976B-634A-BBB6-319FFD7887D0}" type="presOf" srcId="{3ED98FCE-CB91-3B48-AD12-D2851C9A1E32}" destId="{DA6D56E1-5910-0841-865E-094E113DF94D}" srcOrd="1" destOrd="0" presId="urn:microsoft.com/office/officeart/2005/8/layout/orgChart1"/>
    <dgm:cxn modelId="{4E6E3607-FBCC-DA42-9120-6EBBC662CF7D}" type="presOf" srcId="{5C51FCC1-6425-E849-9A87-574120E30FF7}" destId="{361CA48E-3EFE-8A49-993E-9A98F164121D}" srcOrd="1" destOrd="0" presId="urn:microsoft.com/office/officeart/2005/8/layout/orgChart1"/>
    <dgm:cxn modelId="{422CAF0A-8B22-324E-BDDC-59D507B51B13}" type="presOf" srcId="{D7461D92-108E-6745-B3D3-D06788D32B88}" destId="{9BE8D500-6D3E-A84C-84DA-FE21FAA2E63D}" srcOrd="1" destOrd="0" presId="urn:microsoft.com/office/officeart/2005/8/layout/orgChart1"/>
    <dgm:cxn modelId="{23BC4D0B-EF71-5349-A862-78AFD8919E77}" type="presOf" srcId="{C85F9A34-C358-9B45-A975-B8A9636E7EE0}" destId="{60CC2CC8-3A3E-7741-B907-016CA41D7103}" srcOrd="1" destOrd="0" presId="urn:microsoft.com/office/officeart/2005/8/layout/orgChart1"/>
    <dgm:cxn modelId="{94998A0C-DAEA-5B4D-977E-25F866DF74D7}" type="presOf" srcId="{CD745814-CF5D-074C-97D9-F7428B6938FC}" destId="{4DC30D54-E40F-A442-AE97-7510883CDA21}" srcOrd="0" destOrd="0" presId="urn:microsoft.com/office/officeart/2005/8/layout/orgChart1"/>
    <dgm:cxn modelId="{E6F25A0D-A14F-D04F-A0AC-1E138D18CD1A}" type="presOf" srcId="{09E78245-A960-E34B-9A18-A470025AB46D}" destId="{816602A9-0245-F74C-B17C-A998C82DA449}" srcOrd="0" destOrd="0" presId="urn:microsoft.com/office/officeart/2005/8/layout/orgChart1"/>
    <dgm:cxn modelId="{1B50ED0D-AFDF-5E48-B29F-5EE45D4CB7C6}" srcId="{4AB44ABA-5546-9644-9689-AB7647715181}" destId="{9DA81910-6B14-CB40-8B3B-882CDAC2ACCD}" srcOrd="1" destOrd="0" parTransId="{7780E03E-2914-C24E-B118-14A9986513A6}" sibTransId="{DCB9AC3A-9806-B54F-9437-8D05CD606F5B}"/>
    <dgm:cxn modelId="{2462F412-0E15-6240-B39E-05B4CD84767A}" srcId="{D7461D92-108E-6745-B3D3-D06788D32B88}" destId="{07C0849B-93CC-4C40-B1BC-413107DEA114}" srcOrd="3" destOrd="0" parTransId="{001457C2-6990-5A4C-8181-2548F83D864F}" sibTransId="{189A9CE3-E711-834A-B282-8652EB5FA5A6}"/>
    <dgm:cxn modelId="{B75D4D13-351B-404B-9CE5-9831C1850BF7}" srcId="{D7461D92-108E-6745-B3D3-D06788D32B88}" destId="{E31B3AC7-BAA7-2142-A5BA-DE4EE0D0E855}" srcOrd="5" destOrd="0" parTransId="{A7F69C00-2717-5846-AA78-E6766BBB50D3}" sibTransId="{C6736D06-7150-7E40-9BE6-C1DA08E2FB1C}"/>
    <dgm:cxn modelId="{F1025F18-D699-8241-8553-B47A1D0396F2}" type="presOf" srcId="{85548E83-E9A9-DD44-B5A4-50F7505AD4B9}" destId="{34948C52-2556-4647-AFD5-D077A4E463DB}" srcOrd="0" destOrd="0" presId="urn:microsoft.com/office/officeart/2005/8/layout/orgChart1"/>
    <dgm:cxn modelId="{D3958723-5572-224C-AAF1-596ACDE10879}" type="presOf" srcId="{4AB44ABA-5546-9644-9689-AB7647715181}" destId="{D527A27A-938D-A04F-B7D7-D44CFDA84989}" srcOrd="1" destOrd="0" presId="urn:microsoft.com/office/officeart/2005/8/layout/orgChart1"/>
    <dgm:cxn modelId="{7EA08024-55C1-3E43-B924-89ABB1B6E7F3}" type="presOf" srcId="{146EB58A-CD15-2C49-8354-CAFC35492C62}" destId="{BCD8DC50-B818-D64A-8C7E-9C87FED28119}" srcOrd="0" destOrd="0" presId="urn:microsoft.com/office/officeart/2005/8/layout/orgChart1"/>
    <dgm:cxn modelId="{CD9FD626-D34A-6A44-93EF-D29F88A87435}" srcId="{4AB44ABA-5546-9644-9689-AB7647715181}" destId="{9F0156E9-5EA0-274D-85B6-25E97D503AD4}" srcOrd="3" destOrd="0" parTransId="{22F09594-9D4C-8644-947B-49659A822765}" sibTransId="{B82ADF72-2C4C-284A-955C-1F9DC33F8B59}"/>
    <dgm:cxn modelId="{4B05D127-B09C-D44C-B8B6-BFE022D7BAD2}" srcId="{D7461D92-108E-6745-B3D3-D06788D32B88}" destId="{DD26C7C9-6D2A-0C49-8636-B3DB2925318F}" srcOrd="0" destOrd="0" parTransId="{E4ABB5FD-F12A-0E4E-8A98-B9CD41F47AEA}" sibTransId="{B72F7BCD-D40D-D141-A5AF-4A443CF66137}"/>
    <dgm:cxn modelId="{FC85DA27-C826-4A4D-A87D-D216E8F38579}" type="presOf" srcId="{CA73299B-6225-D94C-A368-D661D85D595F}" destId="{CD1764A4-2CC1-CE4A-9449-D1B680C42097}" srcOrd="0" destOrd="0" presId="urn:microsoft.com/office/officeart/2005/8/layout/orgChart1"/>
    <dgm:cxn modelId="{35E1C729-DE4C-0E45-A409-807916F88665}" type="presOf" srcId="{223AE34D-81B6-574A-BE73-A8243DC68D53}" destId="{4ACB7803-C520-5B4C-883C-2F51CDA08399}" srcOrd="0" destOrd="0" presId="urn:microsoft.com/office/officeart/2005/8/layout/orgChart1"/>
    <dgm:cxn modelId="{AC8D7F2C-ED25-2A40-B983-7CF677C76723}" type="presOf" srcId="{07C0849B-93CC-4C40-B1BC-413107DEA114}" destId="{F37D6381-17C3-7043-8C2D-15F2C93FA37A}" srcOrd="0" destOrd="0" presId="urn:microsoft.com/office/officeart/2005/8/layout/orgChart1"/>
    <dgm:cxn modelId="{D7DE5A2F-A2F4-BF40-85BD-991DB81A0BD4}" type="presOf" srcId="{9963627C-2B2E-1844-ADBC-B8E4B25EE33D}" destId="{5D94AD0A-4EA3-294F-92AE-535EB8926EBA}" srcOrd="0" destOrd="0" presId="urn:microsoft.com/office/officeart/2005/8/layout/orgChart1"/>
    <dgm:cxn modelId="{6AB2652F-C99C-6649-AB4B-16B839CD43CF}" type="presOf" srcId="{2B7A7206-AB96-654E-B25D-B4EFE144163D}" destId="{8D67AD30-29F1-BB41-B5DE-2833E8C110A2}" srcOrd="0" destOrd="0" presId="urn:microsoft.com/office/officeart/2005/8/layout/orgChart1"/>
    <dgm:cxn modelId="{C63F982F-F9A3-A143-834D-B12EED4FC242}" type="presOf" srcId="{3ED98FCE-CB91-3B48-AD12-D2851C9A1E32}" destId="{11C310A9-1465-0747-A579-0E9987ECB1BE}" srcOrd="0" destOrd="0" presId="urn:microsoft.com/office/officeart/2005/8/layout/orgChart1"/>
    <dgm:cxn modelId="{27ACB832-30DD-2746-9081-C782350E1558}" type="presOf" srcId="{F7A3F522-8FFB-3247-A9C1-B7628498CF70}" destId="{BF1B0D64-4CFC-0F49-BEB9-1B6EFB0A4F59}" srcOrd="0" destOrd="0" presId="urn:microsoft.com/office/officeart/2005/8/layout/orgChart1"/>
    <dgm:cxn modelId="{2662EE32-0351-B74B-8F69-56865BAB1738}" type="presOf" srcId="{1BDF6DBC-EA82-5D4A-9438-191B902C8282}" destId="{E1AE9416-BFA4-4E4A-A404-6BA1167E27DB}" srcOrd="1" destOrd="0" presId="urn:microsoft.com/office/officeart/2005/8/layout/orgChart1"/>
    <dgm:cxn modelId="{178DFC32-B00C-AD4A-A6BB-E78F551D13DF}" srcId="{07C0849B-93CC-4C40-B1BC-413107DEA114}" destId="{F7A3F522-8FFB-3247-A9C1-B7628498CF70}" srcOrd="0" destOrd="0" parTransId="{09E78245-A960-E34B-9A18-A470025AB46D}" sibTransId="{0F5C6422-2116-F94D-AEB0-DDEB32F57AAB}"/>
    <dgm:cxn modelId="{7A004733-3428-7542-BDD5-49D3B8E7F8FC}" type="presOf" srcId="{E31B3AC7-BAA7-2142-A5BA-DE4EE0D0E855}" destId="{607DFE83-DCA9-394C-969B-325E859E0D14}" srcOrd="1" destOrd="0" presId="urn:microsoft.com/office/officeart/2005/8/layout/orgChart1"/>
    <dgm:cxn modelId="{762CF639-7154-EE4D-8CAE-983A104E35B3}" srcId="{4AB44ABA-5546-9644-9689-AB7647715181}" destId="{9963627C-2B2E-1844-ADBC-B8E4B25EE33D}" srcOrd="2" destOrd="0" parTransId="{85548E83-E9A9-DD44-B5A4-50F7505AD4B9}" sibTransId="{340E094E-0FB8-6C49-84F5-846CE5C85053}"/>
    <dgm:cxn modelId="{0DEA3241-0CE7-0342-8CE4-330B6D17385A}" srcId="{D7461D92-108E-6745-B3D3-D06788D32B88}" destId="{1BDF6DBC-EA82-5D4A-9438-191B902C8282}" srcOrd="1" destOrd="0" parTransId="{FC9990D0-6E4D-C94F-80BB-D2E196FF5333}" sibTransId="{37BCA6AA-6D89-C945-A41C-B1E9C0821B80}"/>
    <dgm:cxn modelId="{50989146-98E9-B947-8036-3AA43D6248BD}" type="presOf" srcId="{7A39E8B1-BD24-3D40-95F7-5E38939DF894}" destId="{E0CDC44E-AC30-A441-97AA-49F2C38EAEAA}" srcOrd="0" destOrd="0" presId="urn:microsoft.com/office/officeart/2005/8/layout/orgChart1"/>
    <dgm:cxn modelId="{2062A448-FC63-CE4A-B805-DB6FD3366247}" type="presOf" srcId="{56813F93-7FA0-5741-883E-60172260C755}" destId="{313035D0-A95F-D54E-927F-4588903EB7A9}" srcOrd="0" destOrd="0" presId="urn:microsoft.com/office/officeart/2005/8/layout/orgChart1"/>
    <dgm:cxn modelId="{929A4F4B-7460-2F4D-A2B7-7C155F0E4318}" type="presOf" srcId="{FC9990D0-6E4D-C94F-80BB-D2E196FF5333}" destId="{CA105E49-5D23-7D4A-BE75-71A8C484423F}" srcOrd="0" destOrd="0" presId="urn:microsoft.com/office/officeart/2005/8/layout/orgChart1"/>
    <dgm:cxn modelId="{3DBB954B-504A-634E-B305-C6C404A36E86}" type="presOf" srcId="{CD745814-CF5D-074C-97D9-F7428B6938FC}" destId="{BC6754CE-7A49-134C-BED9-EC40CC5777F5}" srcOrd="1" destOrd="0" presId="urn:microsoft.com/office/officeart/2005/8/layout/orgChart1"/>
    <dgm:cxn modelId="{FFA9084C-DD0A-E042-8583-3D143527B108}" type="presOf" srcId="{F9C43322-4C23-A54F-B9B9-ED57D8567DC3}" destId="{A071EAAE-88AC-E642-8169-F176281BEED9}" srcOrd="0" destOrd="0" presId="urn:microsoft.com/office/officeart/2005/8/layout/orgChart1"/>
    <dgm:cxn modelId="{1BC13F55-01A4-2345-A218-6FA3935D7F86}" srcId="{1BDF6DBC-EA82-5D4A-9438-191B902C8282}" destId="{146EB58A-CD15-2C49-8354-CAFC35492C62}" srcOrd="0" destOrd="0" parTransId="{EA3B47B8-0498-8C47-A811-D98AA9CBE84C}" sibTransId="{145E708A-878F-204B-B69A-11C5CB9E3918}"/>
    <dgm:cxn modelId="{A9614E55-AD1F-7E44-BFF0-D760C9226F8F}" type="presOf" srcId="{04CAB169-05C0-5843-AD38-6E546C32D110}" destId="{C19558FF-13B9-4B49-8609-8A4C49D89E1C}" srcOrd="0" destOrd="0" presId="urn:microsoft.com/office/officeart/2005/8/layout/orgChart1"/>
    <dgm:cxn modelId="{DB314C5F-FDDB-4348-8D2B-1647C866982A}" srcId="{CD745814-CF5D-074C-97D9-F7428B6938FC}" destId="{49D02EEE-17C4-724E-BCA0-6CBB82A7ABE2}" srcOrd="0" destOrd="0" parTransId="{7A39E8B1-BD24-3D40-95F7-5E38939DF894}" sibTransId="{EC24B964-D4CF-D74C-BDA2-2DCA5EE4C265}"/>
    <dgm:cxn modelId="{02FE5163-388C-A242-B660-31B153068BD8}" type="presOf" srcId="{F7A3F522-8FFB-3247-A9C1-B7628498CF70}" destId="{5ED6C8AE-1975-4144-AEA7-31E174B0DDF6}" srcOrd="1" destOrd="0" presId="urn:microsoft.com/office/officeart/2005/8/layout/orgChart1"/>
    <dgm:cxn modelId="{F25E5865-B553-744B-B357-CEC1B5C65DA4}" type="presOf" srcId="{9DA81910-6B14-CB40-8B3B-882CDAC2ACCD}" destId="{C4CD0EA8-D247-7248-9BFB-B147071CF7FC}" srcOrd="1" destOrd="0" presId="urn:microsoft.com/office/officeart/2005/8/layout/orgChart1"/>
    <dgm:cxn modelId="{A2129165-47B5-DD4E-9003-3CC99BEDFEB0}" type="presOf" srcId="{A415A727-749D-5148-8F06-9F0EB09438AB}" destId="{D6170AD3-8B51-594A-85AF-827A06D5F5F1}" srcOrd="0" destOrd="0" presId="urn:microsoft.com/office/officeart/2005/8/layout/orgChart1"/>
    <dgm:cxn modelId="{AED6D46C-A9E6-7547-9080-20339370492E}" srcId="{E31B3AC7-BAA7-2142-A5BA-DE4EE0D0E855}" destId="{5B8C2E0D-4793-DC4B-A7C6-886F07BDF8EF}" srcOrd="0" destOrd="0" parTransId="{9510D10A-C402-DB44-B229-BEB788593A9F}" sibTransId="{FB1A2632-B852-4149-8C6F-2EAF482549D6}"/>
    <dgm:cxn modelId="{8179206D-2794-FA49-92A0-75EE88D4800A}" type="presOf" srcId="{877797B9-6D51-5545-9EB0-00EDC6AA7E56}" destId="{08D91AF1-99A0-9E45-B3A5-9463B379C61E}" srcOrd="0" destOrd="0" presId="urn:microsoft.com/office/officeart/2005/8/layout/orgChart1"/>
    <dgm:cxn modelId="{EB466477-4CD6-F34E-BE43-A738B24A6123}" type="presOf" srcId="{001457C2-6990-5A4C-8181-2548F83D864F}" destId="{E7EC9038-1CB5-2B4F-9EEA-7EC6C942F263}" srcOrd="0" destOrd="0" presId="urn:microsoft.com/office/officeart/2005/8/layout/orgChart1"/>
    <dgm:cxn modelId="{73B18A78-CC55-AB44-9FA3-72FD27ABD952}" type="presOf" srcId="{1BDF6DBC-EA82-5D4A-9438-191B902C8282}" destId="{EA200228-28A7-3C42-B7F6-3FC75D31EA74}" srcOrd="0" destOrd="0" presId="urn:microsoft.com/office/officeart/2005/8/layout/orgChart1"/>
    <dgm:cxn modelId="{0792C078-98CE-3640-BE19-2EC34B787F1F}" srcId="{CA73299B-6225-D94C-A368-D661D85D595F}" destId="{5C51FCC1-6425-E849-9A87-574120E30FF7}" srcOrd="0" destOrd="0" parTransId="{85D59327-E70C-1D4D-B513-B4563B627D53}" sibTransId="{96E91D10-D572-B444-A41C-606F37DD9207}"/>
    <dgm:cxn modelId="{A8A5067C-D8EF-CC48-96CD-85C6DAF42EC7}" type="presOf" srcId="{85D59327-E70C-1D4D-B513-B4563B627D53}" destId="{F538319C-2D93-5049-A758-5C0EA185ECA7}" srcOrd="0" destOrd="0" presId="urn:microsoft.com/office/officeart/2005/8/layout/orgChart1"/>
    <dgm:cxn modelId="{4616D780-4DBD-6C4D-B723-A63544C645D3}" srcId="{DD26C7C9-6D2A-0C49-8636-B3DB2925318F}" destId="{C85F9A34-C358-9B45-A975-B8A9636E7EE0}" srcOrd="0" destOrd="0" parTransId="{AB84EB1A-C21C-3B43-9908-F4A4F4BCF1C1}" sibTransId="{E1FC6C8D-6010-B64E-9E0C-99A8BC130A33}"/>
    <dgm:cxn modelId="{92A70D81-3CE6-754B-AA5A-827E34A0D384}" srcId="{CA73299B-6225-D94C-A368-D661D85D595F}" destId="{877797B9-6D51-5545-9EB0-00EDC6AA7E56}" srcOrd="1" destOrd="0" parTransId="{F9C43322-4C23-A54F-B9B9-ED57D8567DC3}" sibTransId="{72113354-6D0D-A941-A9AF-74BC9F46C517}"/>
    <dgm:cxn modelId="{EB15F384-1E0D-5446-B169-62F528903361}" type="presOf" srcId="{4AB44ABA-5546-9644-9689-AB7647715181}" destId="{2BC8E3D7-4111-2D4D-B210-0705007E967A}" srcOrd="0" destOrd="0" presId="urn:microsoft.com/office/officeart/2005/8/layout/orgChart1"/>
    <dgm:cxn modelId="{3121B486-A534-B148-8E1B-95CF302A6495}" type="presOf" srcId="{0A997F5D-4778-3649-A7B7-48E97A74DF8D}" destId="{61882F1F-88D1-C84F-BA3B-3FF70A14288E}" srcOrd="0" destOrd="0" presId="urn:microsoft.com/office/officeart/2005/8/layout/orgChart1"/>
    <dgm:cxn modelId="{90FEEE8D-0C2D-FA46-A86C-CCE768CBDC54}" type="presOf" srcId="{9F0156E9-5EA0-274D-85B6-25E97D503AD4}" destId="{002768B3-C30A-7548-99B6-A3E99190C5D0}" srcOrd="0" destOrd="0" presId="urn:microsoft.com/office/officeart/2005/8/layout/orgChart1"/>
    <dgm:cxn modelId="{2DB5D68F-FE07-6840-AA9D-F5BC833EC165}" type="presOf" srcId="{49D02EEE-17C4-724E-BCA0-6CBB82A7ABE2}" destId="{4A8E439E-06B4-6141-9AE8-C779F1205D2C}" srcOrd="0" destOrd="0" presId="urn:microsoft.com/office/officeart/2005/8/layout/orgChart1"/>
    <dgm:cxn modelId="{FF9E1990-B996-BE47-92ED-BF54A8B1D5E7}" type="presOf" srcId="{C85F9A34-C358-9B45-A975-B8A9636E7EE0}" destId="{76311B89-B928-344F-B58D-446A0783C823}" srcOrd="0" destOrd="0" presId="urn:microsoft.com/office/officeart/2005/8/layout/orgChart1"/>
    <dgm:cxn modelId="{CFED2693-B984-2248-87ED-433E817B35A6}" type="presOf" srcId="{411058A4-F058-1D41-8C7F-DBD80BE788E5}" destId="{4E52E2BF-C0EE-9B4F-9DB9-DE595DFBF151}" srcOrd="0" destOrd="0" presId="urn:microsoft.com/office/officeart/2005/8/layout/orgChart1"/>
    <dgm:cxn modelId="{3A36F295-FC22-1B4C-9836-B45434CBBFA3}" type="presOf" srcId="{A415A727-749D-5148-8F06-9F0EB09438AB}" destId="{7A4C9763-B8B3-CE41-A436-2469CA30907F}" srcOrd="1" destOrd="0" presId="urn:microsoft.com/office/officeart/2005/8/layout/orgChart1"/>
    <dgm:cxn modelId="{9686B597-8B4B-6246-9DF1-317DFF239600}" type="presOf" srcId="{5B8C2E0D-4793-DC4B-A7C6-886F07BDF8EF}" destId="{D94627D2-CDFB-B645-936B-D7AD968CC737}" srcOrd="0" destOrd="0" presId="urn:microsoft.com/office/officeart/2005/8/layout/orgChart1"/>
    <dgm:cxn modelId="{65E52E9C-D530-C34B-9C27-DC8F54A6669F}" type="presOf" srcId="{D7CEC89D-34ED-FC43-9981-E1C25E8E01D3}" destId="{5E74766C-F9E8-E540-A2E9-97C049C32CCE}" srcOrd="1" destOrd="0" presId="urn:microsoft.com/office/officeart/2005/8/layout/orgChart1"/>
    <dgm:cxn modelId="{8078D59D-E5FE-C941-9C54-E1CB7C613DF9}" type="presOf" srcId="{04CAB169-05C0-5843-AD38-6E546C32D110}" destId="{617A4E1A-E5C3-004D-9735-CA2DE092708B}" srcOrd="1" destOrd="0" presId="urn:microsoft.com/office/officeart/2005/8/layout/orgChart1"/>
    <dgm:cxn modelId="{F9D392A0-DE73-A845-8AF8-F38EBA37CB82}" type="presOf" srcId="{E4ABB5FD-F12A-0E4E-8A98-B9CD41F47AEA}" destId="{7FAEF140-C4D1-E649-AE46-4A16948405CF}" srcOrd="0" destOrd="0" presId="urn:microsoft.com/office/officeart/2005/8/layout/orgChart1"/>
    <dgm:cxn modelId="{9CA939AC-54E7-634C-9229-B6FAB86984C4}" type="presOf" srcId="{9510D10A-C402-DB44-B229-BEB788593A9F}" destId="{9EA4D3A8-08C9-8E47-8EE4-7F0FE07D7988}" srcOrd="0" destOrd="0" presId="urn:microsoft.com/office/officeart/2005/8/layout/orgChart1"/>
    <dgm:cxn modelId="{249392AC-C1B4-764F-9B54-898E83931E1E}" srcId="{4AB44ABA-5546-9644-9689-AB7647715181}" destId="{04CAB169-05C0-5843-AD38-6E546C32D110}" srcOrd="4" destOrd="0" parTransId="{56813F93-7FA0-5741-883E-60172260C755}" sibTransId="{D0289D2B-8F7D-E94A-ABDC-5C58D3550F2A}"/>
    <dgm:cxn modelId="{E5E2FAAD-D7F8-414F-ACF0-B952A00482E5}" type="presOf" srcId="{A7F69C00-2717-5846-AA78-E6766BBB50D3}" destId="{7258400D-A60A-B646-979F-00BA8D150DF7}" srcOrd="0" destOrd="0" presId="urn:microsoft.com/office/officeart/2005/8/layout/orgChart1"/>
    <dgm:cxn modelId="{B1A399B3-E873-7D44-B153-FBBA6449A0E3}" type="presOf" srcId="{DD26C7C9-6D2A-0C49-8636-B3DB2925318F}" destId="{EEAA7F84-2A76-D749-B695-C744CBDEED9C}" srcOrd="0" destOrd="0" presId="urn:microsoft.com/office/officeart/2005/8/layout/orgChart1"/>
    <dgm:cxn modelId="{567881B4-ADA9-044C-AF0B-710AE0B3E1DB}" srcId="{1BDF6DBC-EA82-5D4A-9438-191B902C8282}" destId="{CA73299B-6225-D94C-A368-D661D85D595F}" srcOrd="1" destOrd="0" parTransId="{A9DA9C2C-F444-8547-94D9-EEEC07350E50}" sibTransId="{66D17E02-4685-5B43-8729-CB6BC4D8C646}"/>
    <dgm:cxn modelId="{189BA0B4-4270-CE46-BA3A-CA75F7E62677}" type="presOf" srcId="{D7461D92-108E-6745-B3D3-D06788D32B88}" destId="{3C4E5ACF-4258-4947-9673-4F8D76CFD963}" srcOrd="0" destOrd="0" presId="urn:microsoft.com/office/officeart/2005/8/layout/orgChart1"/>
    <dgm:cxn modelId="{79E450B5-3B56-7148-9468-2E93C6253DCF}" type="presOf" srcId="{9DA81910-6B14-CB40-8B3B-882CDAC2ACCD}" destId="{6A54073A-91D7-C74D-9A52-83A7C37E1ECA}" srcOrd="0" destOrd="0" presId="urn:microsoft.com/office/officeart/2005/8/layout/orgChart1"/>
    <dgm:cxn modelId="{1A8859B9-7FFE-514A-92A4-19136EF22FA2}" type="presOf" srcId="{5C51FCC1-6425-E849-9A87-574120E30FF7}" destId="{9F7C5696-E516-0749-AEE5-D1809E38EC81}" srcOrd="0" destOrd="0" presId="urn:microsoft.com/office/officeart/2005/8/layout/orgChart1"/>
    <dgm:cxn modelId="{FB67C6BA-2DD8-634E-B91F-2E9218737520}" type="presOf" srcId="{07C0849B-93CC-4C40-B1BC-413107DEA114}" destId="{A720ADB9-2F11-5243-BD7D-CCF5F6C1EA06}" srcOrd="1" destOrd="0" presId="urn:microsoft.com/office/officeart/2005/8/layout/orgChart1"/>
    <dgm:cxn modelId="{4DDFA3BF-F355-C146-A4BA-C40CFBD4E198}" type="presOf" srcId="{877797B9-6D51-5545-9EB0-00EDC6AA7E56}" destId="{0E801629-3907-2147-9128-7B5671A17770}" srcOrd="1" destOrd="0" presId="urn:microsoft.com/office/officeart/2005/8/layout/orgChart1"/>
    <dgm:cxn modelId="{C77281C2-0840-BF45-838C-590371613F2B}" type="presOf" srcId="{DD26C7C9-6D2A-0C49-8636-B3DB2925318F}" destId="{7DB11B45-69AC-1843-8333-1E9B3343CE0E}" srcOrd="1" destOrd="0" presId="urn:microsoft.com/office/officeart/2005/8/layout/orgChart1"/>
    <dgm:cxn modelId="{908106C7-BDAC-8A42-BD74-697C805A91FE}" type="presOf" srcId="{CA73299B-6225-D94C-A368-D661D85D595F}" destId="{0359F9CD-8DDA-AA40-85B8-4C868E2A0410}" srcOrd="1" destOrd="0" presId="urn:microsoft.com/office/officeart/2005/8/layout/orgChart1"/>
    <dgm:cxn modelId="{0BB5C1C7-9E9A-5349-BE56-3AC3C5A30EA0}" srcId="{D7461D92-108E-6745-B3D3-D06788D32B88}" destId="{CD745814-CF5D-074C-97D9-F7428B6938FC}" srcOrd="2" destOrd="0" parTransId="{0A997F5D-4778-3649-A7B7-48E97A74DF8D}" sibTransId="{03CD13B7-2F13-694C-B3F9-6154B9B1D7A5}"/>
    <dgm:cxn modelId="{D981D2CB-42D4-704F-B6F9-59D5F9151543}" type="presOf" srcId="{EA3B47B8-0498-8C47-A811-D98AA9CBE84C}" destId="{5592F3B0-84FD-D349-B43D-A326FB9606EB}" srcOrd="0" destOrd="0" presId="urn:microsoft.com/office/officeart/2005/8/layout/orgChart1"/>
    <dgm:cxn modelId="{3A3000CC-EBD5-1041-AF1F-EE1E3C0FA088}" type="presOf" srcId="{9F0156E9-5EA0-274D-85B6-25E97D503AD4}" destId="{7F9DED62-23F8-B441-8C99-EBCA09A408BC}" srcOrd="1" destOrd="0" presId="urn:microsoft.com/office/officeart/2005/8/layout/orgChart1"/>
    <dgm:cxn modelId="{866658CC-A2C1-B345-B0C7-E5ABC6C6E108}" type="presOf" srcId="{AB84EB1A-C21C-3B43-9908-F4A4F4BCF1C1}" destId="{EDC862BE-6D4B-A94E-9FBF-40951E8F97E4}" srcOrd="0" destOrd="0" presId="urn:microsoft.com/office/officeart/2005/8/layout/orgChart1"/>
    <dgm:cxn modelId="{E57419CD-AD4C-EF41-9BBB-17E2CE823BA9}" type="presOf" srcId="{49D02EEE-17C4-724E-BCA0-6CBB82A7ABE2}" destId="{411282DD-F7EC-424D-B076-1AC148882A6C}" srcOrd="1" destOrd="0" presId="urn:microsoft.com/office/officeart/2005/8/layout/orgChart1"/>
    <dgm:cxn modelId="{E44227CE-64CD-FD4C-91C8-99C7B027BC49}" srcId="{07C0849B-93CC-4C40-B1BC-413107DEA114}" destId="{D7CEC89D-34ED-FC43-9981-E1C25E8E01D3}" srcOrd="1" destOrd="0" parTransId="{2B7A7206-AB96-654E-B25D-B4EFE144163D}" sibTransId="{733244C5-A8F8-0B45-A711-4AB7DE843016}"/>
    <dgm:cxn modelId="{590EA4D0-1A81-7046-B31F-5652072FC87A}" type="presOf" srcId="{A9DA9C2C-F444-8547-94D9-EEEC07350E50}" destId="{65D45B45-CC47-2346-8AE7-4F2220E5D5E9}" srcOrd="0" destOrd="0" presId="urn:microsoft.com/office/officeart/2005/8/layout/orgChart1"/>
    <dgm:cxn modelId="{3BE091D5-28B1-924B-8DD4-0059103E2DC5}" type="presOf" srcId="{7780E03E-2914-C24E-B118-14A9986513A6}" destId="{2DF91255-BB54-F844-9266-94778338EAFC}" srcOrd="0" destOrd="0" presId="urn:microsoft.com/office/officeart/2005/8/layout/orgChart1"/>
    <dgm:cxn modelId="{AEE4ABD5-AAD8-6A48-A5C7-82631D201ED9}" type="presOf" srcId="{0D482237-8442-924F-A0B6-C3D49296AFE6}" destId="{94B232F8-816E-6845-8423-514521767067}" srcOrd="0" destOrd="0" presId="urn:microsoft.com/office/officeart/2005/8/layout/orgChart1"/>
    <dgm:cxn modelId="{DA65B5DF-9A95-BA46-BE82-EF83EA9D3673}" type="presOf" srcId="{7FCDEA56-BF30-2C49-AB77-0F56044B5805}" destId="{E6720F80-114E-9049-9DFC-65EE99405812}" srcOrd="0" destOrd="0" presId="urn:microsoft.com/office/officeart/2005/8/layout/orgChart1"/>
    <dgm:cxn modelId="{A9C787E2-F7C3-9140-9845-7C7FD6DC1155}" type="presOf" srcId="{22F09594-9D4C-8644-947B-49659A822765}" destId="{24FC6C5F-48DF-8B48-AA25-A1BF270D4E96}" srcOrd="0" destOrd="0" presId="urn:microsoft.com/office/officeart/2005/8/layout/orgChart1"/>
    <dgm:cxn modelId="{3225E0E3-0373-AB4B-8F43-A89F2E2C108B}" type="presOf" srcId="{D7CEC89D-34ED-FC43-9981-E1C25E8E01D3}" destId="{B84FA12F-43DA-5C4A-9468-1021EC43073C}" srcOrd="0" destOrd="0" presId="urn:microsoft.com/office/officeart/2005/8/layout/orgChart1"/>
    <dgm:cxn modelId="{98ABA2E6-D2CD-3D4D-A9E8-2D228D4CE1F2}" type="presOf" srcId="{146EB58A-CD15-2C49-8354-CAFC35492C62}" destId="{AE8CAC6D-AF46-8F46-ACFE-423C73CF7082}" srcOrd="1" destOrd="0" presId="urn:microsoft.com/office/officeart/2005/8/layout/orgChart1"/>
    <dgm:cxn modelId="{F55CFEE8-4DE9-BF46-9796-B4637C77C785}" type="presOf" srcId="{E31B3AC7-BAA7-2142-A5BA-DE4EE0D0E855}" destId="{460DFD24-2DCD-0E48-BA62-FB74B84B3DCE}" srcOrd="0" destOrd="0" presId="urn:microsoft.com/office/officeart/2005/8/layout/orgChart1"/>
    <dgm:cxn modelId="{7EB581EA-3834-4B47-8B75-3926D5D33437}" srcId="{D7461D92-108E-6745-B3D3-D06788D32B88}" destId="{4AB44ABA-5546-9644-9689-AB7647715181}" srcOrd="4" destOrd="0" parTransId="{223AE34D-81B6-574A-BE73-A8243DC68D53}" sibTransId="{B22F8562-4E9D-5C42-9838-361D358D1462}"/>
    <dgm:cxn modelId="{B1D49CF2-A88E-1C48-95BE-69F035261732}" srcId="{4AB44ABA-5546-9644-9689-AB7647715181}" destId="{3ED98FCE-CB91-3B48-AD12-D2851C9A1E32}" srcOrd="5" destOrd="0" parTransId="{0D482237-8442-924F-A0B6-C3D49296AFE6}" sibTransId="{639C4C7C-30A1-084D-9CEB-0EDD60568555}"/>
    <dgm:cxn modelId="{988C97F4-3C7A-6843-B9D6-2AE27DA52E47}" type="presOf" srcId="{5B8C2E0D-4793-DC4B-A7C6-886F07BDF8EF}" destId="{045FBD21-06F9-2843-B1F5-AAAB22C1B548}" srcOrd="1" destOrd="0" presId="urn:microsoft.com/office/officeart/2005/8/layout/orgChart1"/>
    <dgm:cxn modelId="{C8B766F9-A276-DE43-89A5-8A21DE035A84}" srcId="{4AB44ABA-5546-9644-9689-AB7647715181}" destId="{A415A727-749D-5148-8F06-9F0EB09438AB}" srcOrd="0" destOrd="0" parTransId="{411058A4-F058-1D41-8C7F-DBD80BE788E5}" sibTransId="{4EB66B6F-B304-A64F-91D9-7B10D29CFDF3}"/>
    <dgm:cxn modelId="{393935FE-556C-C841-9391-7B724F719725}" type="presOf" srcId="{9963627C-2B2E-1844-ADBC-B8E4B25EE33D}" destId="{19C95E37-15A6-F54B-80E1-9439ACB0F46B}" srcOrd="1" destOrd="0" presId="urn:microsoft.com/office/officeart/2005/8/layout/orgChart1"/>
    <dgm:cxn modelId="{2A092203-BA27-8A4C-AC14-F69CB825FEA8}" type="presParOf" srcId="{E6720F80-114E-9049-9DFC-65EE99405812}" destId="{12B6C32B-2DB1-1B4F-8C0E-F4E24A316906}" srcOrd="0" destOrd="0" presId="urn:microsoft.com/office/officeart/2005/8/layout/orgChart1"/>
    <dgm:cxn modelId="{AB0763D8-64E4-6F4E-A8A8-4F0B40CBF1E6}" type="presParOf" srcId="{12B6C32B-2DB1-1B4F-8C0E-F4E24A316906}" destId="{A38AED5D-931B-B14B-A008-5A2D3A311CD6}" srcOrd="0" destOrd="0" presId="urn:microsoft.com/office/officeart/2005/8/layout/orgChart1"/>
    <dgm:cxn modelId="{71601265-6B4D-8B40-B3DF-63EA0640D7B6}" type="presParOf" srcId="{A38AED5D-931B-B14B-A008-5A2D3A311CD6}" destId="{3C4E5ACF-4258-4947-9673-4F8D76CFD963}" srcOrd="0" destOrd="0" presId="urn:microsoft.com/office/officeart/2005/8/layout/orgChart1"/>
    <dgm:cxn modelId="{351C553D-CCA4-7C40-8080-8457A6FD48FF}" type="presParOf" srcId="{A38AED5D-931B-B14B-A008-5A2D3A311CD6}" destId="{9BE8D500-6D3E-A84C-84DA-FE21FAA2E63D}" srcOrd="1" destOrd="0" presId="urn:microsoft.com/office/officeart/2005/8/layout/orgChart1"/>
    <dgm:cxn modelId="{2102D836-0D7D-364E-B952-C70668325B29}" type="presParOf" srcId="{12B6C32B-2DB1-1B4F-8C0E-F4E24A316906}" destId="{697A04A2-5237-574E-A7D6-A2E8192E353B}" srcOrd="1" destOrd="0" presId="urn:microsoft.com/office/officeart/2005/8/layout/orgChart1"/>
    <dgm:cxn modelId="{423F8A13-024F-B64C-A623-039ECE5B8F3F}" type="presParOf" srcId="{697A04A2-5237-574E-A7D6-A2E8192E353B}" destId="{7FAEF140-C4D1-E649-AE46-4A16948405CF}" srcOrd="0" destOrd="0" presId="urn:microsoft.com/office/officeart/2005/8/layout/orgChart1"/>
    <dgm:cxn modelId="{5017CB90-AAAC-4241-939E-983C8523E0F5}" type="presParOf" srcId="{697A04A2-5237-574E-A7D6-A2E8192E353B}" destId="{867635CE-F3F7-A24D-A23F-D525FAB6F8CF}" srcOrd="1" destOrd="0" presId="urn:microsoft.com/office/officeart/2005/8/layout/orgChart1"/>
    <dgm:cxn modelId="{9DD8025F-E5C0-2D49-9DE6-FB69AA29B5F8}" type="presParOf" srcId="{867635CE-F3F7-A24D-A23F-D525FAB6F8CF}" destId="{B8C25255-C0DA-0142-ABA5-13546D3BDC5D}" srcOrd="0" destOrd="0" presId="urn:microsoft.com/office/officeart/2005/8/layout/orgChart1"/>
    <dgm:cxn modelId="{37263CF0-B6A8-8B44-B405-BC65BCC243A1}" type="presParOf" srcId="{B8C25255-C0DA-0142-ABA5-13546D3BDC5D}" destId="{EEAA7F84-2A76-D749-B695-C744CBDEED9C}" srcOrd="0" destOrd="0" presId="urn:microsoft.com/office/officeart/2005/8/layout/orgChart1"/>
    <dgm:cxn modelId="{9A81AD5C-BD48-A244-B0C5-A15C098F7FFF}" type="presParOf" srcId="{B8C25255-C0DA-0142-ABA5-13546D3BDC5D}" destId="{7DB11B45-69AC-1843-8333-1E9B3343CE0E}" srcOrd="1" destOrd="0" presId="urn:microsoft.com/office/officeart/2005/8/layout/orgChart1"/>
    <dgm:cxn modelId="{370A81CC-E338-A144-A469-EF5034D3D346}" type="presParOf" srcId="{867635CE-F3F7-A24D-A23F-D525FAB6F8CF}" destId="{8AC289E8-0600-F244-B5D5-D4C12B831A45}" srcOrd="1" destOrd="0" presId="urn:microsoft.com/office/officeart/2005/8/layout/orgChart1"/>
    <dgm:cxn modelId="{ED54DA99-76F6-A546-A8A5-3F398FF9D2D4}" type="presParOf" srcId="{8AC289E8-0600-F244-B5D5-D4C12B831A45}" destId="{EDC862BE-6D4B-A94E-9FBF-40951E8F97E4}" srcOrd="0" destOrd="0" presId="urn:microsoft.com/office/officeart/2005/8/layout/orgChart1"/>
    <dgm:cxn modelId="{3A60D2CC-A71A-4F42-838E-92D635557FD1}" type="presParOf" srcId="{8AC289E8-0600-F244-B5D5-D4C12B831A45}" destId="{6C232FB2-D44B-2345-BD81-F63857281634}" srcOrd="1" destOrd="0" presId="urn:microsoft.com/office/officeart/2005/8/layout/orgChart1"/>
    <dgm:cxn modelId="{65A64AC4-479E-C54D-8A00-8B5471558A83}" type="presParOf" srcId="{6C232FB2-D44B-2345-BD81-F63857281634}" destId="{41198664-5D46-0141-9873-03D599AF2209}" srcOrd="0" destOrd="0" presId="urn:microsoft.com/office/officeart/2005/8/layout/orgChart1"/>
    <dgm:cxn modelId="{C33475F0-1F9D-324C-AE52-5587666C3CDF}" type="presParOf" srcId="{41198664-5D46-0141-9873-03D599AF2209}" destId="{76311B89-B928-344F-B58D-446A0783C823}" srcOrd="0" destOrd="0" presId="urn:microsoft.com/office/officeart/2005/8/layout/orgChart1"/>
    <dgm:cxn modelId="{F313EBFC-19C5-544F-8DC6-45740674AA58}" type="presParOf" srcId="{41198664-5D46-0141-9873-03D599AF2209}" destId="{60CC2CC8-3A3E-7741-B907-016CA41D7103}" srcOrd="1" destOrd="0" presId="urn:microsoft.com/office/officeart/2005/8/layout/orgChart1"/>
    <dgm:cxn modelId="{1CB441E3-9A92-8248-A54C-B843983418BE}" type="presParOf" srcId="{6C232FB2-D44B-2345-BD81-F63857281634}" destId="{3D4BCAA9-6183-BE4F-A3BC-33BED8121A9F}" srcOrd="1" destOrd="0" presId="urn:microsoft.com/office/officeart/2005/8/layout/orgChart1"/>
    <dgm:cxn modelId="{3A0B4145-BE2D-C64B-BA34-B96D33D2861D}" type="presParOf" srcId="{6C232FB2-D44B-2345-BD81-F63857281634}" destId="{377D64BA-88C8-804D-A927-8C5A7D0A81A2}" srcOrd="2" destOrd="0" presId="urn:microsoft.com/office/officeart/2005/8/layout/orgChart1"/>
    <dgm:cxn modelId="{6DC37127-3097-0D4E-96D0-9335768C2F36}" type="presParOf" srcId="{867635CE-F3F7-A24D-A23F-D525FAB6F8CF}" destId="{1CCB1991-6183-CC4A-A6E5-64FD2C2A6F0D}" srcOrd="2" destOrd="0" presId="urn:microsoft.com/office/officeart/2005/8/layout/orgChart1"/>
    <dgm:cxn modelId="{F7CB85D3-B265-1444-952D-6B886FB9BAAD}" type="presParOf" srcId="{697A04A2-5237-574E-A7D6-A2E8192E353B}" destId="{CA105E49-5D23-7D4A-BE75-71A8C484423F}" srcOrd="2" destOrd="0" presId="urn:microsoft.com/office/officeart/2005/8/layout/orgChart1"/>
    <dgm:cxn modelId="{6C1BA982-CEDE-374C-BC8D-3CF16E5D6040}" type="presParOf" srcId="{697A04A2-5237-574E-A7D6-A2E8192E353B}" destId="{6CD053DC-FE86-9947-9CB6-6BA41EBA6189}" srcOrd="3" destOrd="0" presId="urn:microsoft.com/office/officeart/2005/8/layout/orgChart1"/>
    <dgm:cxn modelId="{CA4E21EE-78CE-3249-9274-D90AE4AFE41D}" type="presParOf" srcId="{6CD053DC-FE86-9947-9CB6-6BA41EBA6189}" destId="{4AEB1D83-93CE-264B-8EE3-9E544E683B8B}" srcOrd="0" destOrd="0" presId="urn:microsoft.com/office/officeart/2005/8/layout/orgChart1"/>
    <dgm:cxn modelId="{978FB975-82F1-5544-A660-1C8C48E468D7}" type="presParOf" srcId="{4AEB1D83-93CE-264B-8EE3-9E544E683B8B}" destId="{EA200228-28A7-3C42-B7F6-3FC75D31EA74}" srcOrd="0" destOrd="0" presId="urn:microsoft.com/office/officeart/2005/8/layout/orgChart1"/>
    <dgm:cxn modelId="{53064DE7-8AE0-0C47-8ADC-97505E3C26D7}" type="presParOf" srcId="{4AEB1D83-93CE-264B-8EE3-9E544E683B8B}" destId="{E1AE9416-BFA4-4E4A-A404-6BA1167E27DB}" srcOrd="1" destOrd="0" presId="urn:microsoft.com/office/officeart/2005/8/layout/orgChart1"/>
    <dgm:cxn modelId="{9BC0F6A0-58AB-C045-A2B8-91C95ED12DD5}" type="presParOf" srcId="{6CD053DC-FE86-9947-9CB6-6BA41EBA6189}" destId="{4DF080D5-6329-C146-846E-FF2BF461DF16}" srcOrd="1" destOrd="0" presId="urn:microsoft.com/office/officeart/2005/8/layout/orgChart1"/>
    <dgm:cxn modelId="{81D7B930-CB5D-A849-96CF-3B4D848D577F}" type="presParOf" srcId="{4DF080D5-6329-C146-846E-FF2BF461DF16}" destId="{5592F3B0-84FD-D349-B43D-A326FB9606EB}" srcOrd="0" destOrd="0" presId="urn:microsoft.com/office/officeart/2005/8/layout/orgChart1"/>
    <dgm:cxn modelId="{4648E441-08FE-754F-A1AA-CC9CE9CC5D25}" type="presParOf" srcId="{4DF080D5-6329-C146-846E-FF2BF461DF16}" destId="{5F881852-D0B4-924A-B2F0-D9BEB859F0D8}" srcOrd="1" destOrd="0" presId="urn:microsoft.com/office/officeart/2005/8/layout/orgChart1"/>
    <dgm:cxn modelId="{84B3342E-1AA1-A54C-A593-F1CE704CF22C}" type="presParOf" srcId="{5F881852-D0B4-924A-B2F0-D9BEB859F0D8}" destId="{D7ED91EB-232D-364E-94B3-53E9F17A6A78}" srcOrd="0" destOrd="0" presId="urn:microsoft.com/office/officeart/2005/8/layout/orgChart1"/>
    <dgm:cxn modelId="{3C76DED8-83DA-654D-9055-7F95F51122A5}" type="presParOf" srcId="{D7ED91EB-232D-364E-94B3-53E9F17A6A78}" destId="{BCD8DC50-B818-D64A-8C7E-9C87FED28119}" srcOrd="0" destOrd="0" presId="urn:microsoft.com/office/officeart/2005/8/layout/orgChart1"/>
    <dgm:cxn modelId="{A2C95BB0-D7A8-B243-B07C-55B0A8998BE9}" type="presParOf" srcId="{D7ED91EB-232D-364E-94B3-53E9F17A6A78}" destId="{AE8CAC6D-AF46-8F46-ACFE-423C73CF7082}" srcOrd="1" destOrd="0" presId="urn:microsoft.com/office/officeart/2005/8/layout/orgChart1"/>
    <dgm:cxn modelId="{7E26EA6A-72A5-9A4A-B61D-1F842588CE92}" type="presParOf" srcId="{5F881852-D0B4-924A-B2F0-D9BEB859F0D8}" destId="{6789919D-03C7-B94E-AD46-2ED2F541ECA8}" srcOrd="1" destOrd="0" presId="urn:microsoft.com/office/officeart/2005/8/layout/orgChart1"/>
    <dgm:cxn modelId="{28CF147F-9C99-FB48-B44C-9822B3A8E5F1}" type="presParOf" srcId="{5F881852-D0B4-924A-B2F0-D9BEB859F0D8}" destId="{69E2F213-2F85-EC4A-899A-86A9F3265A05}" srcOrd="2" destOrd="0" presId="urn:microsoft.com/office/officeart/2005/8/layout/orgChart1"/>
    <dgm:cxn modelId="{D8BD0546-EE2F-C542-82BD-6818A8DBA880}" type="presParOf" srcId="{4DF080D5-6329-C146-846E-FF2BF461DF16}" destId="{65D45B45-CC47-2346-8AE7-4F2220E5D5E9}" srcOrd="2" destOrd="0" presId="urn:microsoft.com/office/officeart/2005/8/layout/orgChart1"/>
    <dgm:cxn modelId="{3E1E974D-062F-C244-8BA8-1F7B5D9AF2FF}" type="presParOf" srcId="{4DF080D5-6329-C146-846E-FF2BF461DF16}" destId="{6092E98F-B029-5F40-B520-8D982EA27F05}" srcOrd="3" destOrd="0" presId="urn:microsoft.com/office/officeart/2005/8/layout/orgChart1"/>
    <dgm:cxn modelId="{9AE8A03B-EDF5-A643-9862-EA2D0D60BE8F}" type="presParOf" srcId="{6092E98F-B029-5F40-B520-8D982EA27F05}" destId="{CB40BE66-329E-2143-A1FE-2E658824C78E}" srcOrd="0" destOrd="0" presId="urn:microsoft.com/office/officeart/2005/8/layout/orgChart1"/>
    <dgm:cxn modelId="{B6904567-31DF-1442-8433-4190922D44CD}" type="presParOf" srcId="{CB40BE66-329E-2143-A1FE-2E658824C78E}" destId="{CD1764A4-2CC1-CE4A-9449-D1B680C42097}" srcOrd="0" destOrd="0" presId="urn:microsoft.com/office/officeart/2005/8/layout/orgChart1"/>
    <dgm:cxn modelId="{DBBC6654-B62B-C24A-AA3D-419AE9792567}" type="presParOf" srcId="{CB40BE66-329E-2143-A1FE-2E658824C78E}" destId="{0359F9CD-8DDA-AA40-85B8-4C868E2A0410}" srcOrd="1" destOrd="0" presId="urn:microsoft.com/office/officeart/2005/8/layout/orgChart1"/>
    <dgm:cxn modelId="{725B325C-DE2A-494D-80CE-B9730C68C3B3}" type="presParOf" srcId="{6092E98F-B029-5F40-B520-8D982EA27F05}" destId="{3FEE7579-6A6E-5A44-8EBD-FE8137E8358F}" srcOrd="1" destOrd="0" presId="urn:microsoft.com/office/officeart/2005/8/layout/orgChart1"/>
    <dgm:cxn modelId="{D119E153-960C-1C45-9C4C-140D99CAF39B}" type="presParOf" srcId="{3FEE7579-6A6E-5A44-8EBD-FE8137E8358F}" destId="{F538319C-2D93-5049-A758-5C0EA185ECA7}" srcOrd="0" destOrd="0" presId="urn:microsoft.com/office/officeart/2005/8/layout/orgChart1"/>
    <dgm:cxn modelId="{F14FB340-8CD0-BF41-A7AF-DEE0BC8DD5ED}" type="presParOf" srcId="{3FEE7579-6A6E-5A44-8EBD-FE8137E8358F}" destId="{2AC4A081-DDE8-2B4C-82A8-84F32D3FA5A0}" srcOrd="1" destOrd="0" presId="urn:microsoft.com/office/officeart/2005/8/layout/orgChart1"/>
    <dgm:cxn modelId="{002B392E-DFF3-614E-A33C-6B0D30C809F5}" type="presParOf" srcId="{2AC4A081-DDE8-2B4C-82A8-84F32D3FA5A0}" destId="{DD7A718D-575A-E14A-ACEC-688566FC2DDC}" srcOrd="0" destOrd="0" presId="urn:microsoft.com/office/officeart/2005/8/layout/orgChart1"/>
    <dgm:cxn modelId="{B6E2EEF1-E423-7247-B9FB-C6C9CE82B053}" type="presParOf" srcId="{DD7A718D-575A-E14A-ACEC-688566FC2DDC}" destId="{9F7C5696-E516-0749-AEE5-D1809E38EC81}" srcOrd="0" destOrd="0" presId="urn:microsoft.com/office/officeart/2005/8/layout/orgChart1"/>
    <dgm:cxn modelId="{7631DD43-FDD7-F04C-8395-21FCD7447FE8}" type="presParOf" srcId="{DD7A718D-575A-E14A-ACEC-688566FC2DDC}" destId="{361CA48E-3EFE-8A49-993E-9A98F164121D}" srcOrd="1" destOrd="0" presId="urn:microsoft.com/office/officeart/2005/8/layout/orgChart1"/>
    <dgm:cxn modelId="{5A602E0F-0EFF-C14F-AB6B-021BF3B4CFDE}" type="presParOf" srcId="{2AC4A081-DDE8-2B4C-82A8-84F32D3FA5A0}" destId="{9534CB6A-497C-194A-84F1-A1A9208A4DFB}" srcOrd="1" destOrd="0" presId="urn:microsoft.com/office/officeart/2005/8/layout/orgChart1"/>
    <dgm:cxn modelId="{43B9ED52-A51D-4144-A5F6-8879B2567EEE}" type="presParOf" srcId="{2AC4A081-DDE8-2B4C-82A8-84F32D3FA5A0}" destId="{1FACB863-22F3-8B4D-A063-235FE2A5D134}" srcOrd="2" destOrd="0" presId="urn:microsoft.com/office/officeart/2005/8/layout/orgChart1"/>
    <dgm:cxn modelId="{D7455CD5-25C4-F24A-8126-50837ED8E406}" type="presParOf" srcId="{3FEE7579-6A6E-5A44-8EBD-FE8137E8358F}" destId="{A071EAAE-88AC-E642-8169-F176281BEED9}" srcOrd="2" destOrd="0" presId="urn:microsoft.com/office/officeart/2005/8/layout/orgChart1"/>
    <dgm:cxn modelId="{ADD876F3-55CC-064D-BE11-862EA011BC8A}" type="presParOf" srcId="{3FEE7579-6A6E-5A44-8EBD-FE8137E8358F}" destId="{E2C0F13D-77D4-B84D-A817-AAA79788036E}" srcOrd="3" destOrd="0" presId="urn:microsoft.com/office/officeart/2005/8/layout/orgChart1"/>
    <dgm:cxn modelId="{1BC4D7EF-9A37-6B42-86C9-DB49B9F7BF4F}" type="presParOf" srcId="{E2C0F13D-77D4-B84D-A817-AAA79788036E}" destId="{70581655-93CE-704D-98CB-68E21AE0089A}" srcOrd="0" destOrd="0" presId="urn:microsoft.com/office/officeart/2005/8/layout/orgChart1"/>
    <dgm:cxn modelId="{A0D8E149-F4FA-6548-B10E-6BE02291CD1A}" type="presParOf" srcId="{70581655-93CE-704D-98CB-68E21AE0089A}" destId="{08D91AF1-99A0-9E45-B3A5-9463B379C61E}" srcOrd="0" destOrd="0" presId="urn:microsoft.com/office/officeart/2005/8/layout/orgChart1"/>
    <dgm:cxn modelId="{560BF27B-97A1-4548-B3CE-FE389F25B339}" type="presParOf" srcId="{70581655-93CE-704D-98CB-68E21AE0089A}" destId="{0E801629-3907-2147-9128-7B5671A17770}" srcOrd="1" destOrd="0" presId="urn:microsoft.com/office/officeart/2005/8/layout/orgChart1"/>
    <dgm:cxn modelId="{282AA4D9-6C5A-7647-8742-15C91AF94F07}" type="presParOf" srcId="{E2C0F13D-77D4-B84D-A817-AAA79788036E}" destId="{9B9A76B9-66A6-6A41-93B9-1302354BB692}" srcOrd="1" destOrd="0" presId="urn:microsoft.com/office/officeart/2005/8/layout/orgChart1"/>
    <dgm:cxn modelId="{45CB5F5F-C435-5142-9E8A-A162513CEDC9}" type="presParOf" srcId="{E2C0F13D-77D4-B84D-A817-AAA79788036E}" destId="{39E1F941-2507-3B47-9728-4C3E22EC8CB0}" srcOrd="2" destOrd="0" presId="urn:microsoft.com/office/officeart/2005/8/layout/orgChart1"/>
    <dgm:cxn modelId="{9FFDF1D2-9D51-1F4D-AEFB-E50E3F59DD9F}" type="presParOf" srcId="{6092E98F-B029-5F40-B520-8D982EA27F05}" destId="{5AAA482E-7FA1-9844-BA71-736862DF67EF}" srcOrd="2" destOrd="0" presId="urn:microsoft.com/office/officeart/2005/8/layout/orgChart1"/>
    <dgm:cxn modelId="{D1DF1774-DE34-8A45-92BE-8504142177F5}" type="presParOf" srcId="{6CD053DC-FE86-9947-9CB6-6BA41EBA6189}" destId="{0110FA3A-6F02-1B45-8AE2-8BC9A6C25E22}" srcOrd="2" destOrd="0" presId="urn:microsoft.com/office/officeart/2005/8/layout/orgChart1"/>
    <dgm:cxn modelId="{5B25017E-7BCA-7949-8188-A6AD3DAA37B7}" type="presParOf" srcId="{697A04A2-5237-574E-A7D6-A2E8192E353B}" destId="{61882F1F-88D1-C84F-BA3B-3FF70A14288E}" srcOrd="4" destOrd="0" presId="urn:microsoft.com/office/officeart/2005/8/layout/orgChart1"/>
    <dgm:cxn modelId="{8E966FDA-E3AC-B744-ABD5-08347A8986C0}" type="presParOf" srcId="{697A04A2-5237-574E-A7D6-A2E8192E353B}" destId="{6A642AF2-80E4-B94D-8B75-1797419F28AC}" srcOrd="5" destOrd="0" presId="urn:microsoft.com/office/officeart/2005/8/layout/orgChart1"/>
    <dgm:cxn modelId="{5F42B5B4-73DA-E240-9D10-72481090BA6C}" type="presParOf" srcId="{6A642AF2-80E4-B94D-8B75-1797419F28AC}" destId="{E3C7E8EC-6B6A-1A4C-BBED-E910D3865757}" srcOrd="0" destOrd="0" presId="urn:microsoft.com/office/officeart/2005/8/layout/orgChart1"/>
    <dgm:cxn modelId="{170CF42B-529A-1240-AB48-9A9F96837462}" type="presParOf" srcId="{E3C7E8EC-6B6A-1A4C-BBED-E910D3865757}" destId="{4DC30D54-E40F-A442-AE97-7510883CDA21}" srcOrd="0" destOrd="0" presId="urn:microsoft.com/office/officeart/2005/8/layout/orgChart1"/>
    <dgm:cxn modelId="{B7281418-C15F-BA48-B6C5-66CBB31E1111}" type="presParOf" srcId="{E3C7E8EC-6B6A-1A4C-BBED-E910D3865757}" destId="{BC6754CE-7A49-134C-BED9-EC40CC5777F5}" srcOrd="1" destOrd="0" presId="urn:microsoft.com/office/officeart/2005/8/layout/orgChart1"/>
    <dgm:cxn modelId="{EE69528A-C600-814E-B7EC-4A47C32D2B13}" type="presParOf" srcId="{6A642AF2-80E4-B94D-8B75-1797419F28AC}" destId="{379B4452-6445-4F41-8F18-7EAFD25665B5}" srcOrd="1" destOrd="0" presId="urn:microsoft.com/office/officeart/2005/8/layout/orgChart1"/>
    <dgm:cxn modelId="{E39E24A6-4E36-7A4A-AC16-897A73F3E70B}" type="presParOf" srcId="{379B4452-6445-4F41-8F18-7EAFD25665B5}" destId="{E0CDC44E-AC30-A441-97AA-49F2C38EAEAA}" srcOrd="0" destOrd="0" presId="urn:microsoft.com/office/officeart/2005/8/layout/orgChart1"/>
    <dgm:cxn modelId="{6F754607-C360-5F4F-A2FC-DB0F6E407B4F}" type="presParOf" srcId="{379B4452-6445-4F41-8F18-7EAFD25665B5}" destId="{B3F25BA2-E162-A64D-B931-8F6D485C0A6E}" srcOrd="1" destOrd="0" presId="urn:microsoft.com/office/officeart/2005/8/layout/orgChart1"/>
    <dgm:cxn modelId="{2976C8AC-6F45-1846-8A2D-F9A6F6D954D7}" type="presParOf" srcId="{B3F25BA2-E162-A64D-B931-8F6D485C0A6E}" destId="{752ED391-A808-9941-9486-2E7324ED5915}" srcOrd="0" destOrd="0" presId="urn:microsoft.com/office/officeart/2005/8/layout/orgChart1"/>
    <dgm:cxn modelId="{2A30811A-CC80-2B4A-9E8C-F259B8335AAE}" type="presParOf" srcId="{752ED391-A808-9941-9486-2E7324ED5915}" destId="{4A8E439E-06B4-6141-9AE8-C779F1205D2C}" srcOrd="0" destOrd="0" presId="urn:microsoft.com/office/officeart/2005/8/layout/orgChart1"/>
    <dgm:cxn modelId="{0BB2D549-8246-8947-A483-919778BFE29B}" type="presParOf" srcId="{752ED391-A808-9941-9486-2E7324ED5915}" destId="{411282DD-F7EC-424D-B076-1AC148882A6C}" srcOrd="1" destOrd="0" presId="urn:microsoft.com/office/officeart/2005/8/layout/orgChart1"/>
    <dgm:cxn modelId="{1441E896-04E2-FD40-ADC3-938157925F78}" type="presParOf" srcId="{B3F25BA2-E162-A64D-B931-8F6D485C0A6E}" destId="{238803F2-516C-4048-B6B7-515EAD07BB98}" srcOrd="1" destOrd="0" presId="urn:microsoft.com/office/officeart/2005/8/layout/orgChart1"/>
    <dgm:cxn modelId="{E7FA7396-FA53-A54E-B43B-E3C261357A80}" type="presParOf" srcId="{B3F25BA2-E162-A64D-B931-8F6D485C0A6E}" destId="{8BA2FD30-1FF5-024F-8A5F-787EA797B312}" srcOrd="2" destOrd="0" presId="urn:microsoft.com/office/officeart/2005/8/layout/orgChart1"/>
    <dgm:cxn modelId="{91058312-B87E-054B-9A5B-728E756BF925}" type="presParOf" srcId="{6A642AF2-80E4-B94D-8B75-1797419F28AC}" destId="{EEDA7F39-F54C-654B-9DAE-B06F1D08131C}" srcOrd="2" destOrd="0" presId="urn:microsoft.com/office/officeart/2005/8/layout/orgChart1"/>
    <dgm:cxn modelId="{F1983CA3-3F70-AD41-BA72-BB671CC3CE87}" type="presParOf" srcId="{697A04A2-5237-574E-A7D6-A2E8192E353B}" destId="{E7EC9038-1CB5-2B4F-9EEA-7EC6C942F263}" srcOrd="6" destOrd="0" presId="urn:microsoft.com/office/officeart/2005/8/layout/orgChart1"/>
    <dgm:cxn modelId="{ECAF4D36-B4A3-A84F-AD89-1926783B5B00}" type="presParOf" srcId="{697A04A2-5237-574E-A7D6-A2E8192E353B}" destId="{8F8AC782-E298-314C-A6F2-23550BA1291C}" srcOrd="7" destOrd="0" presId="urn:microsoft.com/office/officeart/2005/8/layout/orgChart1"/>
    <dgm:cxn modelId="{9572B880-81DB-0642-BACE-8916F218F7C7}" type="presParOf" srcId="{8F8AC782-E298-314C-A6F2-23550BA1291C}" destId="{94DF4A27-5938-DC45-A63F-65DDFF8710D0}" srcOrd="0" destOrd="0" presId="urn:microsoft.com/office/officeart/2005/8/layout/orgChart1"/>
    <dgm:cxn modelId="{03251275-AEBE-274F-8944-B13D51E5FAC6}" type="presParOf" srcId="{94DF4A27-5938-DC45-A63F-65DDFF8710D0}" destId="{F37D6381-17C3-7043-8C2D-15F2C93FA37A}" srcOrd="0" destOrd="0" presId="urn:microsoft.com/office/officeart/2005/8/layout/orgChart1"/>
    <dgm:cxn modelId="{460B8756-8D1E-0E4D-B280-1A741F0F93EB}" type="presParOf" srcId="{94DF4A27-5938-DC45-A63F-65DDFF8710D0}" destId="{A720ADB9-2F11-5243-BD7D-CCF5F6C1EA06}" srcOrd="1" destOrd="0" presId="urn:microsoft.com/office/officeart/2005/8/layout/orgChart1"/>
    <dgm:cxn modelId="{8A1CCB12-9554-A145-80C7-CF7131A8F949}" type="presParOf" srcId="{8F8AC782-E298-314C-A6F2-23550BA1291C}" destId="{85438EB8-8157-7443-B61F-2F50C5E7EBE7}" srcOrd="1" destOrd="0" presId="urn:microsoft.com/office/officeart/2005/8/layout/orgChart1"/>
    <dgm:cxn modelId="{9A26F7C7-E2AD-974A-B742-BE3CA0D416B8}" type="presParOf" srcId="{85438EB8-8157-7443-B61F-2F50C5E7EBE7}" destId="{816602A9-0245-F74C-B17C-A998C82DA449}" srcOrd="0" destOrd="0" presId="urn:microsoft.com/office/officeart/2005/8/layout/orgChart1"/>
    <dgm:cxn modelId="{899535E8-4F3C-FA4A-A57B-87CA71A8EDDE}" type="presParOf" srcId="{85438EB8-8157-7443-B61F-2F50C5E7EBE7}" destId="{6AD4C735-2077-0040-B01C-53E05C84F890}" srcOrd="1" destOrd="0" presId="urn:microsoft.com/office/officeart/2005/8/layout/orgChart1"/>
    <dgm:cxn modelId="{3A968D74-523A-C948-94F3-6BDA8371B28C}" type="presParOf" srcId="{6AD4C735-2077-0040-B01C-53E05C84F890}" destId="{A6B33F76-C195-0C46-9A32-29DDEAB10593}" srcOrd="0" destOrd="0" presId="urn:microsoft.com/office/officeart/2005/8/layout/orgChart1"/>
    <dgm:cxn modelId="{FEE18FC5-6179-8A44-8E8B-CDCA54797EAA}" type="presParOf" srcId="{A6B33F76-C195-0C46-9A32-29DDEAB10593}" destId="{BF1B0D64-4CFC-0F49-BEB9-1B6EFB0A4F59}" srcOrd="0" destOrd="0" presId="urn:microsoft.com/office/officeart/2005/8/layout/orgChart1"/>
    <dgm:cxn modelId="{FFB8E243-46B4-AD40-8519-F56CB4412F53}" type="presParOf" srcId="{A6B33F76-C195-0C46-9A32-29DDEAB10593}" destId="{5ED6C8AE-1975-4144-AEA7-31E174B0DDF6}" srcOrd="1" destOrd="0" presId="urn:microsoft.com/office/officeart/2005/8/layout/orgChart1"/>
    <dgm:cxn modelId="{699729A5-464F-6142-80D8-7379E7E978E0}" type="presParOf" srcId="{6AD4C735-2077-0040-B01C-53E05C84F890}" destId="{3139EA89-2BD6-094B-94EF-9D81D2CB99B7}" srcOrd="1" destOrd="0" presId="urn:microsoft.com/office/officeart/2005/8/layout/orgChart1"/>
    <dgm:cxn modelId="{F88FF6F5-1068-2046-AFFB-F079CAFD7EFE}" type="presParOf" srcId="{6AD4C735-2077-0040-B01C-53E05C84F890}" destId="{72B56EB1-C047-D247-A684-94EDED41056A}" srcOrd="2" destOrd="0" presId="urn:microsoft.com/office/officeart/2005/8/layout/orgChart1"/>
    <dgm:cxn modelId="{6F779648-E26A-A141-8240-1DF781BD860A}" type="presParOf" srcId="{85438EB8-8157-7443-B61F-2F50C5E7EBE7}" destId="{8D67AD30-29F1-BB41-B5DE-2833E8C110A2}" srcOrd="2" destOrd="0" presId="urn:microsoft.com/office/officeart/2005/8/layout/orgChart1"/>
    <dgm:cxn modelId="{F2F2A9FA-1E46-0E45-B7FE-2BED51F68C40}" type="presParOf" srcId="{85438EB8-8157-7443-B61F-2F50C5E7EBE7}" destId="{E5D348EB-5D12-5E44-9757-8747A22A9DFE}" srcOrd="3" destOrd="0" presId="urn:microsoft.com/office/officeart/2005/8/layout/orgChart1"/>
    <dgm:cxn modelId="{42AF4730-0782-5C44-B81E-1AF31534BF59}" type="presParOf" srcId="{E5D348EB-5D12-5E44-9757-8747A22A9DFE}" destId="{1213C8E6-4D37-AD4F-A7FC-BC0630074CAC}" srcOrd="0" destOrd="0" presId="urn:microsoft.com/office/officeart/2005/8/layout/orgChart1"/>
    <dgm:cxn modelId="{D7E943CF-FD43-0A4C-9E2F-89BB57CAB9BC}" type="presParOf" srcId="{1213C8E6-4D37-AD4F-A7FC-BC0630074CAC}" destId="{B84FA12F-43DA-5C4A-9468-1021EC43073C}" srcOrd="0" destOrd="0" presId="urn:microsoft.com/office/officeart/2005/8/layout/orgChart1"/>
    <dgm:cxn modelId="{2B6350DC-4FD7-CD4F-9A2B-7BC424468F14}" type="presParOf" srcId="{1213C8E6-4D37-AD4F-A7FC-BC0630074CAC}" destId="{5E74766C-F9E8-E540-A2E9-97C049C32CCE}" srcOrd="1" destOrd="0" presId="urn:microsoft.com/office/officeart/2005/8/layout/orgChart1"/>
    <dgm:cxn modelId="{0AF60BA1-0D71-544B-9E58-5B6126996F3C}" type="presParOf" srcId="{E5D348EB-5D12-5E44-9757-8747A22A9DFE}" destId="{D83D9C0F-FB32-DB41-8CC7-A414827D7E36}" srcOrd="1" destOrd="0" presId="urn:microsoft.com/office/officeart/2005/8/layout/orgChart1"/>
    <dgm:cxn modelId="{42AE21BD-7DC4-584E-9090-CF05613EB60D}" type="presParOf" srcId="{E5D348EB-5D12-5E44-9757-8747A22A9DFE}" destId="{D7304502-95D1-0341-A854-46AEC0162B21}" srcOrd="2" destOrd="0" presId="urn:microsoft.com/office/officeart/2005/8/layout/orgChart1"/>
    <dgm:cxn modelId="{659A8C2C-7395-4943-BB4B-E80472D1096B}" type="presParOf" srcId="{8F8AC782-E298-314C-A6F2-23550BA1291C}" destId="{1571E3EA-AB8C-B442-8B85-9063499B5CDB}" srcOrd="2" destOrd="0" presId="urn:microsoft.com/office/officeart/2005/8/layout/orgChart1"/>
    <dgm:cxn modelId="{A9C985D0-725A-964C-951F-C52BD25C0C23}" type="presParOf" srcId="{697A04A2-5237-574E-A7D6-A2E8192E353B}" destId="{4ACB7803-C520-5B4C-883C-2F51CDA08399}" srcOrd="8" destOrd="0" presId="urn:microsoft.com/office/officeart/2005/8/layout/orgChart1"/>
    <dgm:cxn modelId="{D4733A2A-428D-DB4D-8669-AD1F11B11662}" type="presParOf" srcId="{697A04A2-5237-574E-A7D6-A2E8192E353B}" destId="{7DA282A6-209C-FD4B-BEB6-DF9076675552}" srcOrd="9" destOrd="0" presId="urn:microsoft.com/office/officeart/2005/8/layout/orgChart1"/>
    <dgm:cxn modelId="{2680E3AE-BBC3-B34F-88FA-B8843A88629F}" type="presParOf" srcId="{7DA282A6-209C-FD4B-BEB6-DF9076675552}" destId="{36151BE7-689A-CB40-BDB0-80B04F58A38E}" srcOrd="0" destOrd="0" presId="urn:microsoft.com/office/officeart/2005/8/layout/orgChart1"/>
    <dgm:cxn modelId="{595562E7-3730-F54F-B689-74712B3E885A}" type="presParOf" srcId="{36151BE7-689A-CB40-BDB0-80B04F58A38E}" destId="{2BC8E3D7-4111-2D4D-B210-0705007E967A}" srcOrd="0" destOrd="0" presId="urn:microsoft.com/office/officeart/2005/8/layout/orgChart1"/>
    <dgm:cxn modelId="{E45654E3-7AC8-9C46-9A79-B78BF64C8D84}" type="presParOf" srcId="{36151BE7-689A-CB40-BDB0-80B04F58A38E}" destId="{D527A27A-938D-A04F-B7D7-D44CFDA84989}" srcOrd="1" destOrd="0" presId="urn:microsoft.com/office/officeart/2005/8/layout/orgChart1"/>
    <dgm:cxn modelId="{C331B209-B235-0E4F-B9C2-4722A9E4F7C9}" type="presParOf" srcId="{7DA282A6-209C-FD4B-BEB6-DF9076675552}" destId="{305A4D5C-7A1D-264F-85D5-CCBA2B88B985}" srcOrd="1" destOrd="0" presId="urn:microsoft.com/office/officeart/2005/8/layout/orgChart1"/>
    <dgm:cxn modelId="{9754CEA0-CF38-0248-97E5-12EB348B0B4B}" type="presParOf" srcId="{305A4D5C-7A1D-264F-85D5-CCBA2B88B985}" destId="{4E52E2BF-C0EE-9B4F-9DB9-DE595DFBF151}" srcOrd="0" destOrd="0" presId="urn:microsoft.com/office/officeart/2005/8/layout/orgChart1"/>
    <dgm:cxn modelId="{AAB07629-2327-D944-AF32-9EF624886A65}" type="presParOf" srcId="{305A4D5C-7A1D-264F-85D5-CCBA2B88B985}" destId="{3BC152F9-7FF8-364B-AE0A-C3357749FED4}" srcOrd="1" destOrd="0" presId="urn:microsoft.com/office/officeart/2005/8/layout/orgChart1"/>
    <dgm:cxn modelId="{65052637-462C-9846-90A9-0FDED4AC6A2D}" type="presParOf" srcId="{3BC152F9-7FF8-364B-AE0A-C3357749FED4}" destId="{ED1F72DB-F777-7844-AB26-5A0EF66A8B5C}" srcOrd="0" destOrd="0" presId="urn:microsoft.com/office/officeart/2005/8/layout/orgChart1"/>
    <dgm:cxn modelId="{BF67143F-5A69-9546-A02E-ED8C922B2BA3}" type="presParOf" srcId="{ED1F72DB-F777-7844-AB26-5A0EF66A8B5C}" destId="{D6170AD3-8B51-594A-85AF-827A06D5F5F1}" srcOrd="0" destOrd="0" presId="urn:microsoft.com/office/officeart/2005/8/layout/orgChart1"/>
    <dgm:cxn modelId="{FBA803F4-95B7-A648-A947-C8CC2E31C666}" type="presParOf" srcId="{ED1F72DB-F777-7844-AB26-5A0EF66A8B5C}" destId="{7A4C9763-B8B3-CE41-A436-2469CA30907F}" srcOrd="1" destOrd="0" presId="urn:microsoft.com/office/officeart/2005/8/layout/orgChart1"/>
    <dgm:cxn modelId="{BB350134-E6AB-0C47-B549-51498D2FBB2D}" type="presParOf" srcId="{3BC152F9-7FF8-364B-AE0A-C3357749FED4}" destId="{4EB28B8C-A2A6-6147-A6F4-60E3161D02FC}" srcOrd="1" destOrd="0" presId="urn:microsoft.com/office/officeart/2005/8/layout/orgChart1"/>
    <dgm:cxn modelId="{32A42D0C-D800-2E4A-9455-BCBABC505745}" type="presParOf" srcId="{3BC152F9-7FF8-364B-AE0A-C3357749FED4}" destId="{12135068-E7C0-A945-8EAC-B8F304476715}" srcOrd="2" destOrd="0" presId="urn:microsoft.com/office/officeart/2005/8/layout/orgChart1"/>
    <dgm:cxn modelId="{223FFDF1-5B39-064B-B7E4-27FC1CEDCE89}" type="presParOf" srcId="{305A4D5C-7A1D-264F-85D5-CCBA2B88B985}" destId="{2DF91255-BB54-F844-9266-94778338EAFC}" srcOrd="2" destOrd="0" presId="urn:microsoft.com/office/officeart/2005/8/layout/orgChart1"/>
    <dgm:cxn modelId="{3630E202-A37F-084F-9482-33149AA9B10C}" type="presParOf" srcId="{305A4D5C-7A1D-264F-85D5-CCBA2B88B985}" destId="{B174A6E5-DD3A-964A-8DC8-0BA1694230A0}" srcOrd="3" destOrd="0" presId="urn:microsoft.com/office/officeart/2005/8/layout/orgChart1"/>
    <dgm:cxn modelId="{DBAB44A0-61A5-7043-BB88-27C3691F140F}" type="presParOf" srcId="{B174A6E5-DD3A-964A-8DC8-0BA1694230A0}" destId="{43FB6EFC-939B-504E-AADD-46D83796CBEB}" srcOrd="0" destOrd="0" presId="urn:microsoft.com/office/officeart/2005/8/layout/orgChart1"/>
    <dgm:cxn modelId="{C2241787-A45B-F84F-AABD-1D27F4FA9048}" type="presParOf" srcId="{43FB6EFC-939B-504E-AADD-46D83796CBEB}" destId="{6A54073A-91D7-C74D-9A52-83A7C37E1ECA}" srcOrd="0" destOrd="0" presId="urn:microsoft.com/office/officeart/2005/8/layout/orgChart1"/>
    <dgm:cxn modelId="{B5E1D5EB-020C-0348-A155-A8B91F6E45B9}" type="presParOf" srcId="{43FB6EFC-939B-504E-AADD-46D83796CBEB}" destId="{C4CD0EA8-D247-7248-9BFB-B147071CF7FC}" srcOrd="1" destOrd="0" presId="urn:microsoft.com/office/officeart/2005/8/layout/orgChart1"/>
    <dgm:cxn modelId="{C0BE24C6-D601-0346-87E6-86CF69A502FC}" type="presParOf" srcId="{B174A6E5-DD3A-964A-8DC8-0BA1694230A0}" destId="{FB396554-0B71-1844-8452-C2628D016B9C}" srcOrd="1" destOrd="0" presId="urn:microsoft.com/office/officeart/2005/8/layout/orgChart1"/>
    <dgm:cxn modelId="{6A97A4FB-7EB7-6448-948E-8720F5AA7EF8}" type="presParOf" srcId="{B174A6E5-DD3A-964A-8DC8-0BA1694230A0}" destId="{DC1DFD7F-C46E-8E44-B6AE-90BE47126426}" srcOrd="2" destOrd="0" presId="urn:microsoft.com/office/officeart/2005/8/layout/orgChart1"/>
    <dgm:cxn modelId="{26FCCCB0-E8EE-2949-9397-B96273E9B9D6}" type="presParOf" srcId="{305A4D5C-7A1D-264F-85D5-CCBA2B88B985}" destId="{34948C52-2556-4647-AFD5-D077A4E463DB}" srcOrd="4" destOrd="0" presId="urn:microsoft.com/office/officeart/2005/8/layout/orgChart1"/>
    <dgm:cxn modelId="{B494425C-FF2F-1448-97F3-BB55C2ADCE28}" type="presParOf" srcId="{305A4D5C-7A1D-264F-85D5-CCBA2B88B985}" destId="{B36AD9BC-691A-0342-B0AB-48DCA297B1D1}" srcOrd="5" destOrd="0" presId="urn:microsoft.com/office/officeart/2005/8/layout/orgChart1"/>
    <dgm:cxn modelId="{8DBF9D6C-70D9-9342-9CB6-2A13CB752C2B}" type="presParOf" srcId="{B36AD9BC-691A-0342-B0AB-48DCA297B1D1}" destId="{B1B31825-CDF3-6E4F-B8FF-B366AB1D491D}" srcOrd="0" destOrd="0" presId="urn:microsoft.com/office/officeart/2005/8/layout/orgChart1"/>
    <dgm:cxn modelId="{C136D618-5319-9D4D-B4E2-5985A02073F7}" type="presParOf" srcId="{B1B31825-CDF3-6E4F-B8FF-B366AB1D491D}" destId="{5D94AD0A-4EA3-294F-92AE-535EB8926EBA}" srcOrd="0" destOrd="0" presId="urn:microsoft.com/office/officeart/2005/8/layout/orgChart1"/>
    <dgm:cxn modelId="{DA3B0165-EBAA-5E43-AFF8-8C25407DAEFF}" type="presParOf" srcId="{B1B31825-CDF3-6E4F-B8FF-B366AB1D491D}" destId="{19C95E37-15A6-F54B-80E1-9439ACB0F46B}" srcOrd="1" destOrd="0" presId="urn:microsoft.com/office/officeart/2005/8/layout/orgChart1"/>
    <dgm:cxn modelId="{DC2F14E0-4749-AB41-9A86-E06E78BA90CF}" type="presParOf" srcId="{B36AD9BC-691A-0342-B0AB-48DCA297B1D1}" destId="{EC277E16-845A-A648-A6D2-468A0F5135D8}" srcOrd="1" destOrd="0" presId="urn:microsoft.com/office/officeart/2005/8/layout/orgChart1"/>
    <dgm:cxn modelId="{66A530EF-EF7F-A645-B9F3-93C40E4DD6D7}" type="presParOf" srcId="{B36AD9BC-691A-0342-B0AB-48DCA297B1D1}" destId="{E9773972-08EB-FE4D-AB16-E28BD00D1268}" srcOrd="2" destOrd="0" presId="urn:microsoft.com/office/officeart/2005/8/layout/orgChart1"/>
    <dgm:cxn modelId="{F3350BE4-A9FA-8843-A4BA-682A335C8D55}" type="presParOf" srcId="{305A4D5C-7A1D-264F-85D5-CCBA2B88B985}" destId="{24FC6C5F-48DF-8B48-AA25-A1BF270D4E96}" srcOrd="6" destOrd="0" presId="urn:microsoft.com/office/officeart/2005/8/layout/orgChart1"/>
    <dgm:cxn modelId="{5960D980-C075-DF42-B88B-FBAD64455613}" type="presParOf" srcId="{305A4D5C-7A1D-264F-85D5-CCBA2B88B985}" destId="{8A3746D2-D9B8-6148-B221-64E3C104A540}" srcOrd="7" destOrd="0" presId="urn:microsoft.com/office/officeart/2005/8/layout/orgChart1"/>
    <dgm:cxn modelId="{2C968116-C8BA-5043-811B-07AB381379B9}" type="presParOf" srcId="{8A3746D2-D9B8-6148-B221-64E3C104A540}" destId="{C791CDA8-0BC8-4440-AE49-73F76B015281}" srcOrd="0" destOrd="0" presId="urn:microsoft.com/office/officeart/2005/8/layout/orgChart1"/>
    <dgm:cxn modelId="{A519C4D4-6DB9-4648-BC68-1441FDF04B01}" type="presParOf" srcId="{C791CDA8-0BC8-4440-AE49-73F76B015281}" destId="{002768B3-C30A-7548-99B6-A3E99190C5D0}" srcOrd="0" destOrd="0" presId="urn:microsoft.com/office/officeart/2005/8/layout/orgChart1"/>
    <dgm:cxn modelId="{17AB4151-8D1B-FB45-8DFF-977F959CF5F1}" type="presParOf" srcId="{C791CDA8-0BC8-4440-AE49-73F76B015281}" destId="{7F9DED62-23F8-B441-8C99-EBCA09A408BC}" srcOrd="1" destOrd="0" presId="urn:microsoft.com/office/officeart/2005/8/layout/orgChart1"/>
    <dgm:cxn modelId="{C1029873-0F71-1843-BEA0-7218E1C014E2}" type="presParOf" srcId="{8A3746D2-D9B8-6148-B221-64E3C104A540}" destId="{CEE467D4-821F-2844-A06F-FF3A7A2817B5}" srcOrd="1" destOrd="0" presId="urn:microsoft.com/office/officeart/2005/8/layout/orgChart1"/>
    <dgm:cxn modelId="{C661212E-6666-F548-959D-2363834181CA}" type="presParOf" srcId="{8A3746D2-D9B8-6148-B221-64E3C104A540}" destId="{580EA6F3-9EA3-8842-B531-C6D86FD83981}" srcOrd="2" destOrd="0" presId="urn:microsoft.com/office/officeart/2005/8/layout/orgChart1"/>
    <dgm:cxn modelId="{4429420D-2608-7A46-B3E1-7C3DEBF82E48}" type="presParOf" srcId="{305A4D5C-7A1D-264F-85D5-CCBA2B88B985}" destId="{313035D0-A95F-D54E-927F-4588903EB7A9}" srcOrd="8" destOrd="0" presId="urn:microsoft.com/office/officeart/2005/8/layout/orgChart1"/>
    <dgm:cxn modelId="{E96412B4-DA40-6542-8DC3-371E9B61CC87}" type="presParOf" srcId="{305A4D5C-7A1D-264F-85D5-CCBA2B88B985}" destId="{D47FBC37-39CD-B144-8481-6F1AB597A836}" srcOrd="9" destOrd="0" presId="urn:microsoft.com/office/officeart/2005/8/layout/orgChart1"/>
    <dgm:cxn modelId="{276F4300-3202-6249-81FB-29B018445AC4}" type="presParOf" srcId="{D47FBC37-39CD-B144-8481-6F1AB597A836}" destId="{042F623B-7AB9-FA43-9F49-2C11427B8A90}" srcOrd="0" destOrd="0" presId="urn:microsoft.com/office/officeart/2005/8/layout/orgChart1"/>
    <dgm:cxn modelId="{DD932918-772B-4D48-A21F-7D9F47C7AF74}" type="presParOf" srcId="{042F623B-7AB9-FA43-9F49-2C11427B8A90}" destId="{C19558FF-13B9-4B49-8609-8A4C49D89E1C}" srcOrd="0" destOrd="0" presId="urn:microsoft.com/office/officeart/2005/8/layout/orgChart1"/>
    <dgm:cxn modelId="{1CC05623-0EE3-0F4E-943E-C1558B0D8257}" type="presParOf" srcId="{042F623B-7AB9-FA43-9F49-2C11427B8A90}" destId="{617A4E1A-E5C3-004D-9735-CA2DE092708B}" srcOrd="1" destOrd="0" presId="urn:microsoft.com/office/officeart/2005/8/layout/orgChart1"/>
    <dgm:cxn modelId="{A0EF5818-B562-B346-AB18-C242616B8873}" type="presParOf" srcId="{D47FBC37-39CD-B144-8481-6F1AB597A836}" destId="{3676DDEC-13FA-E04F-BA57-360EB83471FE}" srcOrd="1" destOrd="0" presId="urn:microsoft.com/office/officeart/2005/8/layout/orgChart1"/>
    <dgm:cxn modelId="{D8BBED0A-D731-DD43-8E1C-69ADF0BA5C50}" type="presParOf" srcId="{D47FBC37-39CD-B144-8481-6F1AB597A836}" destId="{41DDD9BD-32ED-B54E-B106-A1E4C99F513C}" srcOrd="2" destOrd="0" presId="urn:microsoft.com/office/officeart/2005/8/layout/orgChart1"/>
    <dgm:cxn modelId="{0BDBCD68-90D9-6547-9257-AE850D374905}" type="presParOf" srcId="{305A4D5C-7A1D-264F-85D5-CCBA2B88B985}" destId="{94B232F8-816E-6845-8423-514521767067}" srcOrd="10" destOrd="0" presId="urn:microsoft.com/office/officeart/2005/8/layout/orgChart1"/>
    <dgm:cxn modelId="{20524766-BD05-7A41-8E93-D7CEF3513196}" type="presParOf" srcId="{305A4D5C-7A1D-264F-85D5-CCBA2B88B985}" destId="{6635F800-E7B0-2B4A-88C2-6101BCB54B4A}" srcOrd="11" destOrd="0" presId="urn:microsoft.com/office/officeart/2005/8/layout/orgChart1"/>
    <dgm:cxn modelId="{2189C2E2-E367-3646-9579-B88D67953AD8}" type="presParOf" srcId="{6635F800-E7B0-2B4A-88C2-6101BCB54B4A}" destId="{51BA29D5-CDEA-F943-9921-8183DDA1569C}" srcOrd="0" destOrd="0" presId="urn:microsoft.com/office/officeart/2005/8/layout/orgChart1"/>
    <dgm:cxn modelId="{ACD9858C-F619-2A44-8EEE-A5ED4B29BF80}" type="presParOf" srcId="{51BA29D5-CDEA-F943-9921-8183DDA1569C}" destId="{11C310A9-1465-0747-A579-0E9987ECB1BE}" srcOrd="0" destOrd="0" presId="urn:microsoft.com/office/officeart/2005/8/layout/orgChart1"/>
    <dgm:cxn modelId="{48690CA9-5307-EC40-95F4-EE9DAA39FBA0}" type="presParOf" srcId="{51BA29D5-CDEA-F943-9921-8183DDA1569C}" destId="{DA6D56E1-5910-0841-865E-094E113DF94D}" srcOrd="1" destOrd="0" presId="urn:microsoft.com/office/officeart/2005/8/layout/orgChart1"/>
    <dgm:cxn modelId="{7F9AF1CF-7F00-8A45-A672-BC822DB2E9B4}" type="presParOf" srcId="{6635F800-E7B0-2B4A-88C2-6101BCB54B4A}" destId="{8B3478B0-0B78-B543-B4D6-44F77BF0A5FD}" srcOrd="1" destOrd="0" presId="urn:microsoft.com/office/officeart/2005/8/layout/orgChart1"/>
    <dgm:cxn modelId="{3D8B6E9A-7712-7D48-A860-471D18149CC3}" type="presParOf" srcId="{6635F800-E7B0-2B4A-88C2-6101BCB54B4A}" destId="{023E3065-FAAF-394E-B82E-27722B637A35}" srcOrd="2" destOrd="0" presId="urn:microsoft.com/office/officeart/2005/8/layout/orgChart1"/>
    <dgm:cxn modelId="{ED3ECF75-2922-1347-B96E-08B9F978313F}" type="presParOf" srcId="{7DA282A6-209C-FD4B-BEB6-DF9076675552}" destId="{04F72955-BC98-334D-AA7E-46240201479C}" srcOrd="2" destOrd="0" presId="urn:microsoft.com/office/officeart/2005/8/layout/orgChart1"/>
    <dgm:cxn modelId="{DB7F943C-20BA-024F-A672-A63E7A1ACE1B}" type="presParOf" srcId="{697A04A2-5237-574E-A7D6-A2E8192E353B}" destId="{7258400D-A60A-B646-979F-00BA8D150DF7}" srcOrd="10" destOrd="0" presId="urn:microsoft.com/office/officeart/2005/8/layout/orgChart1"/>
    <dgm:cxn modelId="{0B97D3B7-9C2C-974E-BEE5-6B31FC5B762D}" type="presParOf" srcId="{697A04A2-5237-574E-A7D6-A2E8192E353B}" destId="{D22A93E8-F69C-E040-83BE-7D98DEAE1F1A}" srcOrd="11" destOrd="0" presId="urn:microsoft.com/office/officeart/2005/8/layout/orgChart1"/>
    <dgm:cxn modelId="{DFDDA467-88C6-4E41-A34F-ADC3CC00F1B2}" type="presParOf" srcId="{D22A93E8-F69C-E040-83BE-7D98DEAE1F1A}" destId="{F152CC17-7717-1F46-B424-E31FD8D2069B}" srcOrd="0" destOrd="0" presId="urn:microsoft.com/office/officeart/2005/8/layout/orgChart1"/>
    <dgm:cxn modelId="{858CAE34-56DD-9E4E-A74F-B7EC188606A7}" type="presParOf" srcId="{F152CC17-7717-1F46-B424-E31FD8D2069B}" destId="{460DFD24-2DCD-0E48-BA62-FB74B84B3DCE}" srcOrd="0" destOrd="0" presId="urn:microsoft.com/office/officeart/2005/8/layout/orgChart1"/>
    <dgm:cxn modelId="{654CFAB7-78C9-A848-AE45-E6AFE951FC7B}" type="presParOf" srcId="{F152CC17-7717-1F46-B424-E31FD8D2069B}" destId="{607DFE83-DCA9-394C-969B-325E859E0D14}" srcOrd="1" destOrd="0" presId="urn:microsoft.com/office/officeart/2005/8/layout/orgChart1"/>
    <dgm:cxn modelId="{562C0F7A-028C-944F-8C50-4ECCD88E1D5A}" type="presParOf" srcId="{D22A93E8-F69C-E040-83BE-7D98DEAE1F1A}" destId="{C40CCA1F-1498-5743-AF86-FB0A3BA96147}" srcOrd="1" destOrd="0" presId="urn:microsoft.com/office/officeart/2005/8/layout/orgChart1"/>
    <dgm:cxn modelId="{34FE1EEF-9AD9-2C42-A0B3-FEE337BB1BB7}" type="presParOf" srcId="{C40CCA1F-1498-5743-AF86-FB0A3BA96147}" destId="{9EA4D3A8-08C9-8E47-8EE4-7F0FE07D7988}" srcOrd="0" destOrd="0" presId="urn:microsoft.com/office/officeart/2005/8/layout/orgChart1"/>
    <dgm:cxn modelId="{2E51D5CD-803C-944E-9E96-62110A8558BC}" type="presParOf" srcId="{C40CCA1F-1498-5743-AF86-FB0A3BA96147}" destId="{88448356-3786-CA45-AD3C-EB86A9C6CD4B}" srcOrd="1" destOrd="0" presId="urn:microsoft.com/office/officeart/2005/8/layout/orgChart1"/>
    <dgm:cxn modelId="{913E38EA-587D-5B46-BB26-631BDC47F1F4}" type="presParOf" srcId="{88448356-3786-CA45-AD3C-EB86A9C6CD4B}" destId="{A06DAAB8-23F3-5C47-B64C-9A9ECFF4CD8E}" srcOrd="0" destOrd="0" presId="urn:microsoft.com/office/officeart/2005/8/layout/orgChart1"/>
    <dgm:cxn modelId="{4C2829F9-061E-7B4A-BA79-B9FA46F766BB}" type="presParOf" srcId="{A06DAAB8-23F3-5C47-B64C-9A9ECFF4CD8E}" destId="{D94627D2-CDFB-B645-936B-D7AD968CC737}" srcOrd="0" destOrd="0" presId="urn:microsoft.com/office/officeart/2005/8/layout/orgChart1"/>
    <dgm:cxn modelId="{B95B19CA-BE9B-E04E-86BD-42AFABD69566}" type="presParOf" srcId="{A06DAAB8-23F3-5C47-B64C-9A9ECFF4CD8E}" destId="{045FBD21-06F9-2843-B1F5-AAAB22C1B548}" srcOrd="1" destOrd="0" presId="urn:microsoft.com/office/officeart/2005/8/layout/orgChart1"/>
    <dgm:cxn modelId="{8C9121D3-948B-634D-8B5F-CF87B125B894}" type="presParOf" srcId="{88448356-3786-CA45-AD3C-EB86A9C6CD4B}" destId="{FFE0CAF8-140D-1B47-8A40-26F0EFB3671C}" srcOrd="1" destOrd="0" presId="urn:microsoft.com/office/officeart/2005/8/layout/orgChart1"/>
    <dgm:cxn modelId="{57480B46-97B3-C14D-ACDE-B8CFBC3CB0FB}" type="presParOf" srcId="{88448356-3786-CA45-AD3C-EB86A9C6CD4B}" destId="{D896501B-DEE6-4F40-B3DF-5C3B64FA522A}" srcOrd="2" destOrd="0" presId="urn:microsoft.com/office/officeart/2005/8/layout/orgChart1"/>
    <dgm:cxn modelId="{299BC893-629A-124D-B673-3172555304BF}" type="presParOf" srcId="{D22A93E8-F69C-E040-83BE-7D98DEAE1F1A}" destId="{EB7801C0-17CA-364A-A2AC-975A8F4A43A1}" srcOrd="2" destOrd="0" presId="urn:microsoft.com/office/officeart/2005/8/layout/orgChart1"/>
    <dgm:cxn modelId="{785E400C-A074-EF4D-BA5D-EB1A363296B0}" type="presParOf" srcId="{12B6C32B-2DB1-1B4F-8C0E-F4E24A316906}" destId="{CDD353E7-2BD3-7743-9924-CA77A11C511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CDEA56-BF30-2C49-AB77-0F56044B5805}" type="doc">
      <dgm:prSet loTypeId="urn:microsoft.com/office/officeart/2005/8/layout/orgChar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7461D92-108E-6745-B3D3-D06788D32B88}">
      <dgm:prSet phldrT="[Text]" custT="1"/>
      <dgm:spPr/>
      <dgm:t>
        <a:bodyPr/>
        <a:lstStyle/>
        <a:p>
          <a:r>
            <a:rPr lang="en-GB" sz="1200" dirty="0"/>
            <a:t>MT</a:t>
          </a:r>
        </a:p>
      </dgm:t>
    </dgm:pt>
    <dgm:pt modelId="{02B61CA2-A64C-D949-8A02-460A9F697FE5}" type="parTrans" cxnId="{1977EE03-CDE1-9E4C-B33A-30A6FCA43303}">
      <dgm:prSet/>
      <dgm:spPr/>
      <dgm:t>
        <a:bodyPr/>
        <a:lstStyle/>
        <a:p>
          <a:endParaRPr lang="en-GB" sz="1200"/>
        </a:p>
      </dgm:t>
    </dgm:pt>
    <dgm:pt modelId="{C26BE336-75F5-7F48-99E9-CB6FCAB66279}" type="sibTrans" cxnId="{1977EE03-CDE1-9E4C-B33A-30A6FCA43303}">
      <dgm:prSet/>
      <dgm:spPr/>
      <dgm:t>
        <a:bodyPr/>
        <a:lstStyle/>
        <a:p>
          <a:endParaRPr lang="en-GB" sz="1200"/>
        </a:p>
      </dgm:t>
    </dgm:pt>
    <dgm:pt modelId="{DD26C7C9-6D2A-0C49-8636-B3DB2925318F}">
      <dgm:prSet phldrT="[Text]" custT="1"/>
      <dgm:spPr/>
      <dgm:t>
        <a:bodyPr/>
        <a:lstStyle/>
        <a:p>
          <a:r>
            <a:rPr lang="en-GB" sz="1200" dirty="0"/>
            <a:t>Design 5 days</a:t>
          </a:r>
        </a:p>
      </dgm:t>
    </dgm:pt>
    <dgm:pt modelId="{E4ABB5FD-F12A-0E4E-8A98-B9CD41F47AEA}" type="parTrans" cxnId="{4B05D127-B09C-D44C-B8B6-BFE022D7BAD2}">
      <dgm:prSet/>
      <dgm:spPr/>
      <dgm:t>
        <a:bodyPr/>
        <a:lstStyle/>
        <a:p>
          <a:endParaRPr lang="en-GB" sz="1200"/>
        </a:p>
      </dgm:t>
    </dgm:pt>
    <dgm:pt modelId="{B72F7BCD-D40D-D141-A5AF-4A443CF66137}" type="sibTrans" cxnId="{4B05D127-B09C-D44C-B8B6-BFE022D7BAD2}">
      <dgm:prSet/>
      <dgm:spPr/>
      <dgm:t>
        <a:bodyPr/>
        <a:lstStyle/>
        <a:p>
          <a:endParaRPr lang="en-GB" sz="1200"/>
        </a:p>
      </dgm:t>
    </dgm:pt>
    <dgm:pt modelId="{1BDF6DBC-EA82-5D4A-9438-191B902C8282}">
      <dgm:prSet phldrT="[Text]" custT="1"/>
      <dgm:spPr/>
      <dgm:t>
        <a:bodyPr/>
        <a:lstStyle/>
        <a:p>
          <a:r>
            <a:rPr lang="en-GB" sz="1200" dirty="0"/>
            <a:t>Tenant Identity Model – 5 days</a:t>
          </a:r>
        </a:p>
      </dgm:t>
    </dgm:pt>
    <dgm:pt modelId="{FC9990D0-6E4D-C94F-80BB-D2E196FF5333}" type="parTrans" cxnId="{0DEA3241-0CE7-0342-8CE4-330B6D17385A}">
      <dgm:prSet/>
      <dgm:spPr/>
      <dgm:t>
        <a:bodyPr/>
        <a:lstStyle/>
        <a:p>
          <a:endParaRPr lang="en-GB" sz="1200"/>
        </a:p>
      </dgm:t>
    </dgm:pt>
    <dgm:pt modelId="{37BCA6AA-6D89-C945-A41C-B1E9C0821B80}" type="sibTrans" cxnId="{0DEA3241-0CE7-0342-8CE4-330B6D17385A}">
      <dgm:prSet/>
      <dgm:spPr/>
      <dgm:t>
        <a:bodyPr/>
        <a:lstStyle/>
        <a:p>
          <a:endParaRPr lang="en-GB" sz="1200"/>
        </a:p>
      </dgm:t>
    </dgm:pt>
    <dgm:pt modelId="{CD745814-CF5D-074C-97D9-F7428B6938FC}">
      <dgm:prSet custT="1"/>
      <dgm:spPr/>
      <dgm:t>
        <a:bodyPr/>
        <a:lstStyle/>
        <a:p>
          <a:r>
            <a:rPr lang="en-GB" sz="1200" dirty="0"/>
            <a:t>Tenant-based Auth – 7 days</a:t>
          </a:r>
        </a:p>
      </dgm:t>
    </dgm:pt>
    <dgm:pt modelId="{0A997F5D-4778-3649-A7B7-48E97A74DF8D}" type="parTrans" cxnId="{0BB5C1C7-9E9A-5349-BE56-3AC3C5A30EA0}">
      <dgm:prSet/>
      <dgm:spPr/>
      <dgm:t>
        <a:bodyPr/>
        <a:lstStyle/>
        <a:p>
          <a:endParaRPr lang="en-GB" sz="1200"/>
        </a:p>
      </dgm:t>
    </dgm:pt>
    <dgm:pt modelId="{03CD13B7-2F13-694C-B3F9-6154B9B1D7A5}" type="sibTrans" cxnId="{0BB5C1C7-9E9A-5349-BE56-3AC3C5A30EA0}">
      <dgm:prSet/>
      <dgm:spPr/>
      <dgm:t>
        <a:bodyPr/>
        <a:lstStyle/>
        <a:p>
          <a:endParaRPr lang="en-GB" sz="1200"/>
        </a:p>
      </dgm:t>
    </dgm:pt>
    <dgm:pt modelId="{07C0849B-93CC-4C40-B1BC-413107DEA114}">
      <dgm:prSet custT="1"/>
      <dgm:spPr/>
      <dgm:t>
        <a:bodyPr/>
        <a:lstStyle/>
        <a:p>
          <a:r>
            <a:rPr lang="en-GB" sz="1200" dirty="0"/>
            <a:t>Tenant based schema – 20 days</a:t>
          </a:r>
        </a:p>
      </dgm:t>
    </dgm:pt>
    <dgm:pt modelId="{001457C2-6990-5A4C-8181-2548F83D864F}" type="parTrans" cxnId="{2462F412-0E15-6240-B39E-05B4CD84767A}">
      <dgm:prSet/>
      <dgm:spPr/>
      <dgm:t>
        <a:bodyPr/>
        <a:lstStyle/>
        <a:p>
          <a:endParaRPr lang="en-GB" sz="1200"/>
        </a:p>
      </dgm:t>
    </dgm:pt>
    <dgm:pt modelId="{189A9CE3-E711-834A-B282-8652EB5FA5A6}" type="sibTrans" cxnId="{2462F412-0E15-6240-B39E-05B4CD84767A}">
      <dgm:prSet/>
      <dgm:spPr/>
      <dgm:t>
        <a:bodyPr/>
        <a:lstStyle/>
        <a:p>
          <a:endParaRPr lang="en-GB" sz="1200"/>
        </a:p>
      </dgm:t>
    </dgm:pt>
    <dgm:pt modelId="{91601921-F036-1E4A-AEA1-6EBFB44E467A}">
      <dgm:prSet custT="1"/>
      <dgm:spPr/>
      <dgm:t>
        <a:bodyPr/>
        <a:lstStyle/>
        <a:p>
          <a:r>
            <a:rPr lang="en-GB" sz="1200" dirty="0"/>
            <a:t>Tenant isolation – 14 days</a:t>
          </a:r>
        </a:p>
      </dgm:t>
    </dgm:pt>
    <dgm:pt modelId="{38BC9596-59E4-0840-B54F-18FC485F99C2}" type="parTrans" cxnId="{0FE805D2-E8B7-D64D-8732-E22A51FDB4FC}">
      <dgm:prSet/>
      <dgm:spPr/>
      <dgm:t>
        <a:bodyPr/>
        <a:lstStyle/>
        <a:p>
          <a:endParaRPr lang="en-GB" sz="1200"/>
        </a:p>
      </dgm:t>
    </dgm:pt>
    <dgm:pt modelId="{0A64F605-C881-8A42-94D2-79BE651AA3E7}" type="sibTrans" cxnId="{0FE805D2-E8B7-D64D-8732-E22A51FDB4FC}">
      <dgm:prSet/>
      <dgm:spPr/>
      <dgm:t>
        <a:bodyPr/>
        <a:lstStyle/>
        <a:p>
          <a:endParaRPr lang="en-GB" sz="1200"/>
        </a:p>
      </dgm:t>
    </dgm:pt>
    <dgm:pt modelId="{C41B0311-E4CE-6C43-AA8D-82F1D89D1E4C}">
      <dgm:prSet custT="1"/>
      <dgm:spPr/>
      <dgm:t>
        <a:bodyPr/>
        <a:lstStyle/>
        <a:p>
          <a:r>
            <a:rPr lang="en-GB" sz="1200" dirty="0"/>
            <a:t>Readiness Testing 7 days</a:t>
          </a:r>
        </a:p>
      </dgm:t>
    </dgm:pt>
    <dgm:pt modelId="{9328FB38-ED1C-3648-9A7A-1596FEF0FB2A}" type="parTrans" cxnId="{DF3667D5-D192-D848-A6D7-36EF3EBAB0D3}">
      <dgm:prSet/>
      <dgm:spPr/>
      <dgm:t>
        <a:bodyPr/>
        <a:lstStyle/>
        <a:p>
          <a:endParaRPr lang="en-GB" sz="1200"/>
        </a:p>
      </dgm:t>
    </dgm:pt>
    <dgm:pt modelId="{28D1A473-AB9F-DC41-8498-F66691DB00AC}" type="sibTrans" cxnId="{DF3667D5-D192-D848-A6D7-36EF3EBAB0D3}">
      <dgm:prSet/>
      <dgm:spPr/>
      <dgm:t>
        <a:bodyPr/>
        <a:lstStyle/>
        <a:p>
          <a:endParaRPr lang="en-GB" sz="1200"/>
        </a:p>
      </dgm:t>
    </dgm:pt>
    <dgm:pt modelId="{392E75C6-AEE2-D945-9C1E-9538A178425F}">
      <dgm:prSet custT="1"/>
      <dgm:spPr/>
      <dgm:t>
        <a:bodyPr/>
        <a:lstStyle/>
        <a:p>
          <a:r>
            <a:rPr lang="en-GB" sz="1200" dirty="0"/>
            <a:t>Multi-tenancy+ White-Labelling</a:t>
          </a:r>
        </a:p>
      </dgm:t>
    </dgm:pt>
    <dgm:pt modelId="{24277804-9A4D-D741-BBB0-0426500DA993}" type="parTrans" cxnId="{FAF3356A-E80F-4342-96B1-165733CB1098}">
      <dgm:prSet/>
      <dgm:spPr/>
      <dgm:t>
        <a:bodyPr/>
        <a:lstStyle/>
        <a:p>
          <a:endParaRPr lang="en-GB" sz="1200"/>
        </a:p>
      </dgm:t>
    </dgm:pt>
    <dgm:pt modelId="{B8D7325C-0F44-E740-8C81-CB19C63BB13A}" type="sibTrans" cxnId="{FAF3356A-E80F-4342-96B1-165733CB1098}">
      <dgm:prSet/>
      <dgm:spPr/>
      <dgm:t>
        <a:bodyPr/>
        <a:lstStyle/>
        <a:p>
          <a:endParaRPr lang="en-GB" sz="1200"/>
        </a:p>
      </dgm:t>
    </dgm:pt>
    <dgm:pt modelId="{B15A12ED-F5FA-D742-AFE8-BA9A6DA2D941}">
      <dgm:prSet custT="1"/>
      <dgm:spPr/>
      <dgm:t>
        <a:bodyPr/>
        <a:lstStyle/>
        <a:p>
          <a:r>
            <a:rPr lang="en-GB" sz="1200" dirty="0"/>
            <a:t>WL</a:t>
          </a:r>
        </a:p>
      </dgm:t>
    </dgm:pt>
    <dgm:pt modelId="{AA3E257B-849E-DC4F-8F71-CF5E7B1AB073}" type="parTrans" cxnId="{AC31954A-5A50-414D-860F-AB2C316AEC9A}">
      <dgm:prSet/>
      <dgm:spPr/>
      <dgm:t>
        <a:bodyPr/>
        <a:lstStyle/>
        <a:p>
          <a:endParaRPr lang="en-GB" sz="1200"/>
        </a:p>
      </dgm:t>
    </dgm:pt>
    <dgm:pt modelId="{8AF4BA24-2B92-3546-92E6-D1330BFD7182}" type="sibTrans" cxnId="{AC31954A-5A50-414D-860F-AB2C316AEC9A}">
      <dgm:prSet/>
      <dgm:spPr/>
      <dgm:t>
        <a:bodyPr/>
        <a:lstStyle/>
        <a:p>
          <a:endParaRPr lang="en-GB" sz="1200"/>
        </a:p>
      </dgm:t>
    </dgm:pt>
    <dgm:pt modelId="{B3FBB458-33A2-EB47-A964-D93037ABCB4B}">
      <dgm:prSet custT="1"/>
      <dgm:spPr/>
      <dgm:t>
        <a:bodyPr/>
        <a:lstStyle/>
        <a:p>
          <a:r>
            <a:rPr lang="en-GB" sz="1200" dirty="0"/>
            <a:t>Brand Layer</a:t>
          </a:r>
        </a:p>
      </dgm:t>
    </dgm:pt>
    <dgm:pt modelId="{FEBE03E8-0EF3-3F4E-A845-AE65778D8FA0}" type="parTrans" cxnId="{9DFA7473-6827-194A-9911-96BB9955E740}">
      <dgm:prSet/>
      <dgm:spPr/>
      <dgm:t>
        <a:bodyPr/>
        <a:lstStyle/>
        <a:p>
          <a:endParaRPr lang="en-GB" sz="1200"/>
        </a:p>
      </dgm:t>
    </dgm:pt>
    <dgm:pt modelId="{172E26FB-F6EE-BB4E-880C-160AB45BB04E}" type="sibTrans" cxnId="{9DFA7473-6827-194A-9911-96BB9955E740}">
      <dgm:prSet/>
      <dgm:spPr/>
      <dgm:t>
        <a:bodyPr/>
        <a:lstStyle/>
        <a:p>
          <a:endParaRPr lang="en-GB" sz="1200"/>
        </a:p>
      </dgm:t>
    </dgm:pt>
    <dgm:pt modelId="{E154B065-08C3-5C47-8B85-81E5F322C9B9}">
      <dgm:prSet custT="1"/>
      <dgm:spPr/>
      <dgm:t>
        <a:bodyPr/>
        <a:lstStyle/>
        <a:p>
          <a:r>
            <a:rPr lang="en-GB" sz="1200" dirty="0"/>
            <a:t>UI</a:t>
          </a:r>
        </a:p>
      </dgm:t>
    </dgm:pt>
    <dgm:pt modelId="{9C1B1020-6240-DC4C-A4F6-4193821B2B9D}" type="parTrans" cxnId="{079E9108-E410-2D4E-907D-FC80A8440E7E}">
      <dgm:prSet/>
      <dgm:spPr/>
      <dgm:t>
        <a:bodyPr/>
        <a:lstStyle/>
        <a:p>
          <a:endParaRPr lang="en-GB" sz="1200"/>
        </a:p>
      </dgm:t>
    </dgm:pt>
    <dgm:pt modelId="{4A52444A-8544-5944-A26B-758C87EE728E}" type="sibTrans" cxnId="{079E9108-E410-2D4E-907D-FC80A8440E7E}">
      <dgm:prSet/>
      <dgm:spPr/>
      <dgm:t>
        <a:bodyPr/>
        <a:lstStyle/>
        <a:p>
          <a:endParaRPr lang="en-GB" sz="1200"/>
        </a:p>
      </dgm:t>
    </dgm:pt>
    <dgm:pt modelId="{135476FA-456E-174A-8699-E93B7A18E877}">
      <dgm:prSet custT="1"/>
      <dgm:spPr/>
      <dgm:t>
        <a:bodyPr/>
        <a:lstStyle/>
        <a:p>
          <a:r>
            <a:rPr lang="en-GB" sz="1200" dirty="0"/>
            <a:t>Comms – 6 days</a:t>
          </a:r>
        </a:p>
      </dgm:t>
    </dgm:pt>
    <dgm:pt modelId="{347E67C0-12A3-7D48-B837-4FDD7A8439FC}" type="parTrans" cxnId="{33584967-5559-D64A-83D4-73486A87E983}">
      <dgm:prSet/>
      <dgm:spPr/>
      <dgm:t>
        <a:bodyPr/>
        <a:lstStyle/>
        <a:p>
          <a:endParaRPr lang="en-GB" sz="1200"/>
        </a:p>
      </dgm:t>
    </dgm:pt>
    <dgm:pt modelId="{98CB7D52-6587-C64A-A4A9-A816C19C5C91}" type="sibTrans" cxnId="{33584967-5559-D64A-83D4-73486A87E983}">
      <dgm:prSet/>
      <dgm:spPr/>
      <dgm:t>
        <a:bodyPr/>
        <a:lstStyle/>
        <a:p>
          <a:endParaRPr lang="en-GB" sz="1200"/>
        </a:p>
      </dgm:t>
    </dgm:pt>
    <dgm:pt modelId="{3FEDE605-F025-014F-BB1B-F54541777DAC}">
      <dgm:prSet custT="1"/>
      <dgm:spPr/>
      <dgm:t>
        <a:bodyPr/>
        <a:lstStyle/>
        <a:p>
          <a:r>
            <a:rPr lang="en-GB" sz="1200" dirty="0"/>
            <a:t>Packaging – 6 days</a:t>
          </a:r>
        </a:p>
      </dgm:t>
    </dgm:pt>
    <dgm:pt modelId="{9D478C7E-C6D4-F740-832B-B6695FCB5618}" type="parTrans" cxnId="{95814DF0-9CA1-934B-9FB2-87073CE78867}">
      <dgm:prSet/>
      <dgm:spPr/>
      <dgm:t>
        <a:bodyPr/>
        <a:lstStyle/>
        <a:p>
          <a:endParaRPr lang="en-GB" sz="1200"/>
        </a:p>
      </dgm:t>
    </dgm:pt>
    <dgm:pt modelId="{3FDCCB65-62C2-1A44-BB35-883B30480A73}" type="sibTrans" cxnId="{95814DF0-9CA1-934B-9FB2-87073CE78867}">
      <dgm:prSet/>
      <dgm:spPr/>
      <dgm:t>
        <a:bodyPr/>
        <a:lstStyle/>
        <a:p>
          <a:endParaRPr lang="en-GB" sz="1200"/>
        </a:p>
      </dgm:t>
    </dgm:pt>
    <dgm:pt modelId="{13532A8C-06AB-5F41-98BE-5FAA875E396C}">
      <dgm:prSet custT="1"/>
      <dgm:spPr/>
      <dgm:t>
        <a:bodyPr/>
        <a:lstStyle/>
        <a:p>
          <a:r>
            <a:rPr lang="en-GB" sz="1200" dirty="0"/>
            <a:t>Domain management – 10 days</a:t>
          </a:r>
        </a:p>
      </dgm:t>
    </dgm:pt>
    <dgm:pt modelId="{DA32EBB4-4D63-7846-A2A1-801D49BB960D}" type="parTrans" cxnId="{57CDD017-30EB-E34D-A982-ACA401450D4C}">
      <dgm:prSet/>
      <dgm:spPr/>
      <dgm:t>
        <a:bodyPr/>
        <a:lstStyle/>
        <a:p>
          <a:endParaRPr lang="en-GB" sz="1200"/>
        </a:p>
      </dgm:t>
    </dgm:pt>
    <dgm:pt modelId="{45CE8408-8A40-E641-BF00-C59D3BCACF0C}" type="sibTrans" cxnId="{57CDD017-30EB-E34D-A982-ACA401450D4C}">
      <dgm:prSet/>
      <dgm:spPr/>
      <dgm:t>
        <a:bodyPr/>
        <a:lstStyle/>
        <a:p>
          <a:endParaRPr lang="en-GB" sz="1200"/>
        </a:p>
      </dgm:t>
    </dgm:pt>
    <dgm:pt modelId="{E6720F80-114E-9049-9DFC-65EE99405812}" type="pres">
      <dgm:prSet presAssocID="{7FCDEA56-BF30-2C49-AB77-0F56044B580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C058EC1-7B1B-D348-A191-6B48464EF423}" type="pres">
      <dgm:prSet presAssocID="{392E75C6-AEE2-D945-9C1E-9538A178425F}" presName="hierRoot1" presStyleCnt="0">
        <dgm:presLayoutVars>
          <dgm:hierBranch val="init"/>
        </dgm:presLayoutVars>
      </dgm:prSet>
      <dgm:spPr/>
    </dgm:pt>
    <dgm:pt modelId="{1F0060CD-65B1-BC42-A152-7756227E70E1}" type="pres">
      <dgm:prSet presAssocID="{392E75C6-AEE2-D945-9C1E-9538A178425F}" presName="rootComposite1" presStyleCnt="0"/>
      <dgm:spPr/>
    </dgm:pt>
    <dgm:pt modelId="{7C321169-1746-E64B-A7F8-D437F35B0F6D}" type="pres">
      <dgm:prSet presAssocID="{392E75C6-AEE2-D945-9C1E-9538A178425F}" presName="rootText1" presStyleLbl="node0" presStyleIdx="0" presStyleCnt="1">
        <dgm:presLayoutVars>
          <dgm:chPref val="3"/>
        </dgm:presLayoutVars>
      </dgm:prSet>
      <dgm:spPr/>
    </dgm:pt>
    <dgm:pt modelId="{E309A449-C0B4-D645-B9BA-3BF92B0CDC2F}" type="pres">
      <dgm:prSet presAssocID="{392E75C6-AEE2-D945-9C1E-9538A178425F}" presName="rootConnector1" presStyleLbl="node1" presStyleIdx="0" presStyleCnt="0"/>
      <dgm:spPr/>
    </dgm:pt>
    <dgm:pt modelId="{09934AD8-51C3-864C-ADA0-5D3D1FA61FA5}" type="pres">
      <dgm:prSet presAssocID="{392E75C6-AEE2-D945-9C1E-9538A178425F}" presName="hierChild2" presStyleCnt="0"/>
      <dgm:spPr/>
    </dgm:pt>
    <dgm:pt modelId="{FC4A8097-5F82-0D42-A512-B708A3033EA6}" type="pres">
      <dgm:prSet presAssocID="{02B61CA2-A64C-D949-8A02-460A9F697FE5}" presName="Name37" presStyleLbl="parChTrans1D2" presStyleIdx="0" presStyleCnt="2"/>
      <dgm:spPr/>
    </dgm:pt>
    <dgm:pt modelId="{928FECEA-3C98-D646-99F2-30F8B4A8CA6E}" type="pres">
      <dgm:prSet presAssocID="{D7461D92-108E-6745-B3D3-D06788D32B88}" presName="hierRoot2" presStyleCnt="0">
        <dgm:presLayoutVars>
          <dgm:hierBranch val="init"/>
        </dgm:presLayoutVars>
      </dgm:prSet>
      <dgm:spPr/>
    </dgm:pt>
    <dgm:pt modelId="{A6E448AD-E79E-114C-AA82-7AA8DAF6B2D3}" type="pres">
      <dgm:prSet presAssocID="{D7461D92-108E-6745-B3D3-D06788D32B88}" presName="rootComposite" presStyleCnt="0"/>
      <dgm:spPr/>
    </dgm:pt>
    <dgm:pt modelId="{DC99483D-922D-B04B-8164-4F317441BE12}" type="pres">
      <dgm:prSet presAssocID="{D7461D92-108E-6745-B3D3-D06788D32B88}" presName="rootText" presStyleLbl="node2" presStyleIdx="0" presStyleCnt="2">
        <dgm:presLayoutVars>
          <dgm:chPref val="3"/>
        </dgm:presLayoutVars>
      </dgm:prSet>
      <dgm:spPr/>
    </dgm:pt>
    <dgm:pt modelId="{45ABDEE4-0119-C440-9172-7705D02F340B}" type="pres">
      <dgm:prSet presAssocID="{D7461D92-108E-6745-B3D3-D06788D32B88}" presName="rootConnector" presStyleLbl="node2" presStyleIdx="0" presStyleCnt="2"/>
      <dgm:spPr/>
    </dgm:pt>
    <dgm:pt modelId="{F5F2E50B-2949-AC4C-B4F9-A46AA8209400}" type="pres">
      <dgm:prSet presAssocID="{D7461D92-108E-6745-B3D3-D06788D32B88}" presName="hierChild4" presStyleCnt="0"/>
      <dgm:spPr/>
    </dgm:pt>
    <dgm:pt modelId="{7FAEF140-C4D1-E649-AE46-4A16948405CF}" type="pres">
      <dgm:prSet presAssocID="{E4ABB5FD-F12A-0E4E-8A98-B9CD41F47AEA}" presName="Name37" presStyleLbl="parChTrans1D3" presStyleIdx="0" presStyleCnt="8"/>
      <dgm:spPr/>
    </dgm:pt>
    <dgm:pt modelId="{867635CE-F3F7-A24D-A23F-D525FAB6F8CF}" type="pres">
      <dgm:prSet presAssocID="{DD26C7C9-6D2A-0C49-8636-B3DB2925318F}" presName="hierRoot2" presStyleCnt="0">
        <dgm:presLayoutVars>
          <dgm:hierBranch val="init"/>
        </dgm:presLayoutVars>
      </dgm:prSet>
      <dgm:spPr/>
    </dgm:pt>
    <dgm:pt modelId="{B8C25255-C0DA-0142-ABA5-13546D3BDC5D}" type="pres">
      <dgm:prSet presAssocID="{DD26C7C9-6D2A-0C49-8636-B3DB2925318F}" presName="rootComposite" presStyleCnt="0"/>
      <dgm:spPr/>
    </dgm:pt>
    <dgm:pt modelId="{EEAA7F84-2A76-D749-B695-C744CBDEED9C}" type="pres">
      <dgm:prSet presAssocID="{DD26C7C9-6D2A-0C49-8636-B3DB2925318F}" presName="rootText" presStyleLbl="node3" presStyleIdx="0" presStyleCnt="8">
        <dgm:presLayoutVars>
          <dgm:chPref val="3"/>
        </dgm:presLayoutVars>
      </dgm:prSet>
      <dgm:spPr/>
    </dgm:pt>
    <dgm:pt modelId="{7DB11B45-69AC-1843-8333-1E9B3343CE0E}" type="pres">
      <dgm:prSet presAssocID="{DD26C7C9-6D2A-0C49-8636-B3DB2925318F}" presName="rootConnector" presStyleLbl="node3" presStyleIdx="0" presStyleCnt="8"/>
      <dgm:spPr/>
    </dgm:pt>
    <dgm:pt modelId="{8AC289E8-0600-F244-B5D5-D4C12B831A45}" type="pres">
      <dgm:prSet presAssocID="{DD26C7C9-6D2A-0C49-8636-B3DB2925318F}" presName="hierChild4" presStyleCnt="0"/>
      <dgm:spPr/>
    </dgm:pt>
    <dgm:pt modelId="{1CCB1991-6183-CC4A-A6E5-64FD2C2A6F0D}" type="pres">
      <dgm:prSet presAssocID="{DD26C7C9-6D2A-0C49-8636-B3DB2925318F}" presName="hierChild5" presStyleCnt="0"/>
      <dgm:spPr/>
    </dgm:pt>
    <dgm:pt modelId="{CA105E49-5D23-7D4A-BE75-71A8C484423F}" type="pres">
      <dgm:prSet presAssocID="{FC9990D0-6E4D-C94F-80BB-D2E196FF5333}" presName="Name37" presStyleLbl="parChTrans1D3" presStyleIdx="1" presStyleCnt="8"/>
      <dgm:spPr/>
    </dgm:pt>
    <dgm:pt modelId="{6CD053DC-FE86-9947-9CB6-6BA41EBA6189}" type="pres">
      <dgm:prSet presAssocID="{1BDF6DBC-EA82-5D4A-9438-191B902C8282}" presName="hierRoot2" presStyleCnt="0">
        <dgm:presLayoutVars>
          <dgm:hierBranch val="init"/>
        </dgm:presLayoutVars>
      </dgm:prSet>
      <dgm:spPr/>
    </dgm:pt>
    <dgm:pt modelId="{4AEB1D83-93CE-264B-8EE3-9E544E683B8B}" type="pres">
      <dgm:prSet presAssocID="{1BDF6DBC-EA82-5D4A-9438-191B902C8282}" presName="rootComposite" presStyleCnt="0"/>
      <dgm:spPr/>
    </dgm:pt>
    <dgm:pt modelId="{EA200228-28A7-3C42-B7F6-3FC75D31EA74}" type="pres">
      <dgm:prSet presAssocID="{1BDF6DBC-EA82-5D4A-9438-191B902C8282}" presName="rootText" presStyleLbl="node3" presStyleIdx="1" presStyleCnt="8">
        <dgm:presLayoutVars>
          <dgm:chPref val="3"/>
        </dgm:presLayoutVars>
      </dgm:prSet>
      <dgm:spPr/>
    </dgm:pt>
    <dgm:pt modelId="{E1AE9416-BFA4-4E4A-A404-6BA1167E27DB}" type="pres">
      <dgm:prSet presAssocID="{1BDF6DBC-EA82-5D4A-9438-191B902C8282}" presName="rootConnector" presStyleLbl="node3" presStyleIdx="1" presStyleCnt="8"/>
      <dgm:spPr/>
    </dgm:pt>
    <dgm:pt modelId="{4DF080D5-6329-C146-846E-FF2BF461DF16}" type="pres">
      <dgm:prSet presAssocID="{1BDF6DBC-EA82-5D4A-9438-191B902C8282}" presName="hierChild4" presStyleCnt="0"/>
      <dgm:spPr/>
    </dgm:pt>
    <dgm:pt modelId="{0110FA3A-6F02-1B45-8AE2-8BC9A6C25E22}" type="pres">
      <dgm:prSet presAssocID="{1BDF6DBC-EA82-5D4A-9438-191B902C8282}" presName="hierChild5" presStyleCnt="0"/>
      <dgm:spPr/>
    </dgm:pt>
    <dgm:pt modelId="{61882F1F-88D1-C84F-BA3B-3FF70A14288E}" type="pres">
      <dgm:prSet presAssocID="{0A997F5D-4778-3649-A7B7-48E97A74DF8D}" presName="Name37" presStyleLbl="parChTrans1D3" presStyleIdx="2" presStyleCnt="8"/>
      <dgm:spPr/>
    </dgm:pt>
    <dgm:pt modelId="{6A642AF2-80E4-B94D-8B75-1797419F28AC}" type="pres">
      <dgm:prSet presAssocID="{CD745814-CF5D-074C-97D9-F7428B6938FC}" presName="hierRoot2" presStyleCnt="0">
        <dgm:presLayoutVars>
          <dgm:hierBranch val="init"/>
        </dgm:presLayoutVars>
      </dgm:prSet>
      <dgm:spPr/>
    </dgm:pt>
    <dgm:pt modelId="{E3C7E8EC-6B6A-1A4C-BBED-E910D3865757}" type="pres">
      <dgm:prSet presAssocID="{CD745814-CF5D-074C-97D9-F7428B6938FC}" presName="rootComposite" presStyleCnt="0"/>
      <dgm:spPr/>
    </dgm:pt>
    <dgm:pt modelId="{4DC30D54-E40F-A442-AE97-7510883CDA21}" type="pres">
      <dgm:prSet presAssocID="{CD745814-CF5D-074C-97D9-F7428B6938FC}" presName="rootText" presStyleLbl="node3" presStyleIdx="2" presStyleCnt="8">
        <dgm:presLayoutVars>
          <dgm:chPref val="3"/>
        </dgm:presLayoutVars>
      </dgm:prSet>
      <dgm:spPr/>
    </dgm:pt>
    <dgm:pt modelId="{BC6754CE-7A49-134C-BED9-EC40CC5777F5}" type="pres">
      <dgm:prSet presAssocID="{CD745814-CF5D-074C-97D9-F7428B6938FC}" presName="rootConnector" presStyleLbl="node3" presStyleIdx="2" presStyleCnt="8"/>
      <dgm:spPr/>
    </dgm:pt>
    <dgm:pt modelId="{379B4452-6445-4F41-8F18-7EAFD25665B5}" type="pres">
      <dgm:prSet presAssocID="{CD745814-CF5D-074C-97D9-F7428B6938FC}" presName="hierChild4" presStyleCnt="0"/>
      <dgm:spPr/>
    </dgm:pt>
    <dgm:pt modelId="{EEDA7F39-F54C-654B-9DAE-B06F1D08131C}" type="pres">
      <dgm:prSet presAssocID="{CD745814-CF5D-074C-97D9-F7428B6938FC}" presName="hierChild5" presStyleCnt="0"/>
      <dgm:spPr/>
    </dgm:pt>
    <dgm:pt modelId="{E7EC9038-1CB5-2B4F-9EEA-7EC6C942F263}" type="pres">
      <dgm:prSet presAssocID="{001457C2-6990-5A4C-8181-2548F83D864F}" presName="Name37" presStyleLbl="parChTrans1D3" presStyleIdx="3" presStyleCnt="8"/>
      <dgm:spPr/>
    </dgm:pt>
    <dgm:pt modelId="{8F8AC782-E298-314C-A6F2-23550BA1291C}" type="pres">
      <dgm:prSet presAssocID="{07C0849B-93CC-4C40-B1BC-413107DEA114}" presName="hierRoot2" presStyleCnt="0">
        <dgm:presLayoutVars>
          <dgm:hierBranch val="init"/>
        </dgm:presLayoutVars>
      </dgm:prSet>
      <dgm:spPr/>
    </dgm:pt>
    <dgm:pt modelId="{94DF4A27-5938-DC45-A63F-65DDFF8710D0}" type="pres">
      <dgm:prSet presAssocID="{07C0849B-93CC-4C40-B1BC-413107DEA114}" presName="rootComposite" presStyleCnt="0"/>
      <dgm:spPr/>
    </dgm:pt>
    <dgm:pt modelId="{F37D6381-17C3-7043-8C2D-15F2C93FA37A}" type="pres">
      <dgm:prSet presAssocID="{07C0849B-93CC-4C40-B1BC-413107DEA114}" presName="rootText" presStyleLbl="node3" presStyleIdx="3" presStyleCnt="8">
        <dgm:presLayoutVars>
          <dgm:chPref val="3"/>
        </dgm:presLayoutVars>
      </dgm:prSet>
      <dgm:spPr/>
    </dgm:pt>
    <dgm:pt modelId="{A720ADB9-2F11-5243-BD7D-CCF5F6C1EA06}" type="pres">
      <dgm:prSet presAssocID="{07C0849B-93CC-4C40-B1BC-413107DEA114}" presName="rootConnector" presStyleLbl="node3" presStyleIdx="3" presStyleCnt="8"/>
      <dgm:spPr/>
    </dgm:pt>
    <dgm:pt modelId="{85438EB8-8157-7443-B61F-2F50C5E7EBE7}" type="pres">
      <dgm:prSet presAssocID="{07C0849B-93CC-4C40-B1BC-413107DEA114}" presName="hierChild4" presStyleCnt="0"/>
      <dgm:spPr/>
    </dgm:pt>
    <dgm:pt modelId="{1571E3EA-AB8C-B442-8B85-9063499B5CDB}" type="pres">
      <dgm:prSet presAssocID="{07C0849B-93CC-4C40-B1BC-413107DEA114}" presName="hierChild5" presStyleCnt="0"/>
      <dgm:spPr/>
    </dgm:pt>
    <dgm:pt modelId="{DF8A5AA8-C585-724A-83C7-ED27DA336570}" type="pres">
      <dgm:prSet presAssocID="{38BC9596-59E4-0840-B54F-18FC485F99C2}" presName="Name37" presStyleLbl="parChTrans1D3" presStyleIdx="4" presStyleCnt="8"/>
      <dgm:spPr/>
    </dgm:pt>
    <dgm:pt modelId="{259BDF66-83A1-CA4C-9950-ADF197E54367}" type="pres">
      <dgm:prSet presAssocID="{91601921-F036-1E4A-AEA1-6EBFB44E467A}" presName="hierRoot2" presStyleCnt="0">
        <dgm:presLayoutVars>
          <dgm:hierBranch val="init"/>
        </dgm:presLayoutVars>
      </dgm:prSet>
      <dgm:spPr/>
    </dgm:pt>
    <dgm:pt modelId="{4F2EE2E3-6072-9746-9474-8A4351D1AF13}" type="pres">
      <dgm:prSet presAssocID="{91601921-F036-1E4A-AEA1-6EBFB44E467A}" presName="rootComposite" presStyleCnt="0"/>
      <dgm:spPr/>
    </dgm:pt>
    <dgm:pt modelId="{837B9EC6-AE81-BD4C-9638-F34D4D47F4ED}" type="pres">
      <dgm:prSet presAssocID="{91601921-F036-1E4A-AEA1-6EBFB44E467A}" presName="rootText" presStyleLbl="node3" presStyleIdx="4" presStyleCnt="8">
        <dgm:presLayoutVars>
          <dgm:chPref val="3"/>
        </dgm:presLayoutVars>
      </dgm:prSet>
      <dgm:spPr/>
    </dgm:pt>
    <dgm:pt modelId="{50B5DED1-CA15-804A-80A1-570065235752}" type="pres">
      <dgm:prSet presAssocID="{91601921-F036-1E4A-AEA1-6EBFB44E467A}" presName="rootConnector" presStyleLbl="node3" presStyleIdx="4" presStyleCnt="8"/>
      <dgm:spPr/>
    </dgm:pt>
    <dgm:pt modelId="{AC34BCE7-7B6D-3E40-8ED5-888486B89DE0}" type="pres">
      <dgm:prSet presAssocID="{91601921-F036-1E4A-AEA1-6EBFB44E467A}" presName="hierChild4" presStyleCnt="0"/>
      <dgm:spPr/>
    </dgm:pt>
    <dgm:pt modelId="{D765A14D-90F3-7D43-B861-688C6EE7C544}" type="pres">
      <dgm:prSet presAssocID="{91601921-F036-1E4A-AEA1-6EBFB44E467A}" presName="hierChild5" presStyleCnt="0"/>
      <dgm:spPr/>
    </dgm:pt>
    <dgm:pt modelId="{98211960-D3DA-1E4C-B03D-E41BADB88A20}" type="pres">
      <dgm:prSet presAssocID="{9328FB38-ED1C-3648-9A7A-1596FEF0FB2A}" presName="Name37" presStyleLbl="parChTrans1D3" presStyleIdx="5" presStyleCnt="8"/>
      <dgm:spPr/>
    </dgm:pt>
    <dgm:pt modelId="{17345396-CB1D-9F46-836C-DAE8776B16F5}" type="pres">
      <dgm:prSet presAssocID="{C41B0311-E4CE-6C43-AA8D-82F1D89D1E4C}" presName="hierRoot2" presStyleCnt="0">
        <dgm:presLayoutVars>
          <dgm:hierBranch val="init"/>
        </dgm:presLayoutVars>
      </dgm:prSet>
      <dgm:spPr/>
    </dgm:pt>
    <dgm:pt modelId="{E6B5411D-36B3-A345-B688-64581915A6B4}" type="pres">
      <dgm:prSet presAssocID="{C41B0311-E4CE-6C43-AA8D-82F1D89D1E4C}" presName="rootComposite" presStyleCnt="0"/>
      <dgm:spPr/>
    </dgm:pt>
    <dgm:pt modelId="{A0FE9537-89DF-F042-B1DD-6D02D1B9EC06}" type="pres">
      <dgm:prSet presAssocID="{C41B0311-E4CE-6C43-AA8D-82F1D89D1E4C}" presName="rootText" presStyleLbl="node3" presStyleIdx="5" presStyleCnt="8">
        <dgm:presLayoutVars>
          <dgm:chPref val="3"/>
        </dgm:presLayoutVars>
      </dgm:prSet>
      <dgm:spPr/>
    </dgm:pt>
    <dgm:pt modelId="{0E8077C5-F588-C443-995C-03EFD9F5FB5D}" type="pres">
      <dgm:prSet presAssocID="{C41B0311-E4CE-6C43-AA8D-82F1D89D1E4C}" presName="rootConnector" presStyleLbl="node3" presStyleIdx="5" presStyleCnt="8"/>
      <dgm:spPr/>
    </dgm:pt>
    <dgm:pt modelId="{C20C4270-B3AF-D04D-83D7-66E8CD287945}" type="pres">
      <dgm:prSet presAssocID="{C41B0311-E4CE-6C43-AA8D-82F1D89D1E4C}" presName="hierChild4" presStyleCnt="0"/>
      <dgm:spPr/>
    </dgm:pt>
    <dgm:pt modelId="{9487A86A-C5AC-A942-8905-091F140A015E}" type="pres">
      <dgm:prSet presAssocID="{C41B0311-E4CE-6C43-AA8D-82F1D89D1E4C}" presName="hierChild5" presStyleCnt="0"/>
      <dgm:spPr/>
    </dgm:pt>
    <dgm:pt modelId="{8F692592-F9CF-1845-805B-C212D9824D22}" type="pres">
      <dgm:prSet presAssocID="{D7461D92-108E-6745-B3D3-D06788D32B88}" presName="hierChild5" presStyleCnt="0"/>
      <dgm:spPr/>
    </dgm:pt>
    <dgm:pt modelId="{24C0A707-0527-DB4E-A4BE-73EF40B5073B}" type="pres">
      <dgm:prSet presAssocID="{AA3E257B-849E-DC4F-8F71-CF5E7B1AB073}" presName="Name37" presStyleLbl="parChTrans1D2" presStyleIdx="1" presStyleCnt="2"/>
      <dgm:spPr/>
    </dgm:pt>
    <dgm:pt modelId="{0EE73ED7-E2F2-C745-9603-417E8167136D}" type="pres">
      <dgm:prSet presAssocID="{B15A12ED-F5FA-D742-AFE8-BA9A6DA2D941}" presName="hierRoot2" presStyleCnt="0">
        <dgm:presLayoutVars>
          <dgm:hierBranch val="init"/>
        </dgm:presLayoutVars>
      </dgm:prSet>
      <dgm:spPr/>
    </dgm:pt>
    <dgm:pt modelId="{812C45B2-FD24-3D4A-9109-DF2E47A4D74E}" type="pres">
      <dgm:prSet presAssocID="{B15A12ED-F5FA-D742-AFE8-BA9A6DA2D941}" presName="rootComposite" presStyleCnt="0"/>
      <dgm:spPr/>
    </dgm:pt>
    <dgm:pt modelId="{94F7EE0B-33A0-764E-9F3A-640B3AA2CD32}" type="pres">
      <dgm:prSet presAssocID="{B15A12ED-F5FA-D742-AFE8-BA9A6DA2D941}" presName="rootText" presStyleLbl="node2" presStyleIdx="1" presStyleCnt="2">
        <dgm:presLayoutVars>
          <dgm:chPref val="3"/>
        </dgm:presLayoutVars>
      </dgm:prSet>
      <dgm:spPr/>
    </dgm:pt>
    <dgm:pt modelId="{7CE81BF6-FEEF-0F47-B6CC-B7BE4950D26A}" type="pres">
      <dgm:prSet presAssocID="{B15A12ED-F5FA-D742-AFE8-BA9A6DA2D941}" presName="rootConnector" presStyleLbl="node2" presStyleIdx="1" presStyleCnt="2"/>
      <dgm:spPr/>
    </dgm:pt>
    <dgm:pt modelId="{442E0513-F5DD-DE4C-A6C3-5289F747727F}" type="pres">
      <dgm:prSet presAssocID="{B15A12ED-F5FA-D742-AFE8-BA9A6DA2D941}" presName="hierChild4" presStyleCnt="0"/>
      <dgm:spPr/>
    </dgm:pt>
    <dgm:pt modelId="{64C066BE-9F15-774E-850F-C7BB793530ED}" type="pres">
      <dgm:prSet presAssocID="{FEBE03E8-0EF3-3F4E-A845-AE65778D8FA0}" presName="Name37" presStyleLbl="parChTrans1D3" presStyleIdx="6" presStyleCnt="8"/>
      <dgm:spPr/>
    </dgm:pt>
    <dgm:pt modelId="{CB8E01C6-10CA-4449-9A36-30246C7FEC5D}" type="pres">
      <dgm:prSet presAssocID="{B3FBB458-33A2-EB47-A964-D93037ABCB4B}" presName="hierRoot2" presStyleCnt="0">
        <dgm:presLayoutVars>
          <dgm:hierBranch val="init"/>
        </dgm:presLayoutVars>
      </dgm:prSet>
      <dgm:spPr/>
    </dgm:pt>
    <dgm:pt modelId="{D9DB909C-7935-1944-97D5-255FAFA27D2A}" type="pres">
      <dgm:prSet presAssocID="{B3FBB458-33A2-EB47-A964-D93037ABCB4B}" presName="rootComposite" presStyleCnt="0"/>
      <dgm:spPr/>
    </dgm:pt>
    <dgm:pt modelId="{FA5E0155-82C5-7F42-B60D-C2C86CA2DC66}" type="pres">
      <dgm:prSet presAssocID="{B3FBB458-33A2-EB47-A964-D93037ABCB4B}" presName="rootText" presStyleLbl="node3" presStyleIdx="6" presStyleCnt="8">
        <dgm:presLayoutVars>
          <dgm:chPref val="3"/>
        </dgm:presLayoutVars>
      </dgm:prSet>
      <dgm:spPr/>
    </dgm:pt>
    <dgm:pt modelId="{A26CA027-2764-DC4C-9F68-E5FC6B18E660}" type="pres">
      <dgm:prSet presAssocID="{B3FBB458-33A2-EB47-A964-D93037ABCB4B}" presName="rootConnector" presStyleLbl="node3" presStyleIdx="6" presStyleCnt="8"/>
      <dgm:spPr/>
    </dgm:pt>
    <dgm:pt modelId="{3A27743A-C557-3E46-A155-43CE858A16E6}" type="pres">
      <dgm:prSet presAssocID="{B3FBB458-33A2-EB47-A964-D93037ABCB4B}" presName="hierChild4" presStyleCnt="0"/>
      <dgm:spPr/>
    </dgm:pt>
    <dgm:pt modelId="{C4EA2CD0-2780-5E43-8F3F-25CB76B0403C}" type="pres">
      <dgm:prSet presAssocID="{DA32EBB4-4D63-7846-A2A1-801D49BB960D}" presName="Name37" presStyleLbl="parChTrans1D4" presStyleIdx="0" presStyleCnt="3"/>
      <dgm:spPr/>
    </dgm:pt>
    <dgm:pt modelId="{5C0A2C6D-5C2C-DB4E-B07D-E81A141AC71A}" type="pres">
      <dgm:prSet presAssocID="{13532A8C-06AB-5F41-98BE-5FAA875E396C}" presName="hierRoot2" presStyleCnt="0">
        <dgm:presLayoutVars>
          <dgm:hierBranch val="init"/>
        </dgm:presLayoutVars>
      </dgm:prSet>
      <dgm:spPr/>
    </dgm:pt>
    <dgm:pt modelId="{6AF0C4F8-6566-B94C-B4C5-C641B6EAB4D6}" type="pres">
      <dgm:prSet presAssocID="{13532A8C-06AB-5F41-98BE-5FAA875E396C}" presName="rootComposite" presStyleCnt="0"/>
      <dgm:spPr/>
    </dgm:pt>
    <dgm:pt modelId="{737BCFBB-E0DA-2349-A26B-7B5D6B299AA5}" type="pres">
      <dgm:prSet presAssocID="{13532A8C-06AB-5F41-98BE-5FAA875E396C}" presName="rootText" presStyleLbl="node4" presStyleIdx="0" presStyleCnt="3">
        <dgm:presLayoutVars>
          <dgm:chPref val="3"/>
        </dgm:presLayoutVars>
      </dgm:prSet>
      <dgm:spPr/>
    </dgm:pt>
    <dgm:pt modelId="{31F80562-BE88-404F-B8FB-DEA0E6EC9EAF}" type="pres">
      <dgm:prSet presAssocID="{13532A8C-06AB-5F41-98BE-5FAA875E396C}" presName="rootConnector" presStyleLbl="node4" presStyleIdx="0" presStyleCnt="3"/>
      <dgm:spPr/>
    </dgm:pt>
    <dgm:pt modelId="{E65E7BFA-4D5B-D24F-9CB9-1D604282A0EB}" type="pres">
      <dgm:prSet presAssocID="{13532A8C-06AB-5F41-98BE-5FAA875E396C}" presName="hierChild4" presStyleCnt="0"/>
      <dgm:spPr/>
    </dgm:pt>
    <dgm:pt modelId="{6D91FD4A-C2D5-AD4D-B094-A2DF0964A095}" type="pres">
      <dgm:prSet presAssocID="{13532A8C-06AB-5F41-98BE-5FAA875E396C}" presName="hierChild5" presStyleCnt="0"/>
      <dgm:spPr/>
    </dgm:pt>
    <dgm:pt modelId="{5CE23DFB-E7D8-EC4A-AE0E-5933E9542869}" type="pres">
      <dgm:prSet presAssocID="{B3FBB458-33A2-EB47-A964-D93037ABCB4B}" presName="hierChild5" presStyleCnt="0"/>
      <dgm:spPr/>
    </dgm:pt>
    <dgm:pt modelId="{0C3665E5-DBC0-D04C-8BA7-9A90C972898E}" type="pres">
      <dgm:prSet presAssocID="{9C1B1020-6240-DC4C-A4F6-4193821B2B9D}" presName="Name37" presStyleLbl="parChTrans1D3" presStyleIdx="7" presStyleCnt="8"/>
      <dgm:spPr/>
    </dgm:pt>
    <dgm:pt modelId="{487A8617-555E-EE40-BA6B-6BE58D4330E4}" type="pres">
      <dgm:prSet presAssocID="{E154B065-08C3-5C47-8B85-81E5F322C9B9}" presName="hierRoot2" presStyleCnt="0">
        <dgm:presLayoutVars>
          <dgm:hierBranch val="init"/>
        </dgm:presLayoutVars>
      </dgm:prSet>
      <dgm:spPr/>
    </dgm:pt>
    <dgm:pt modelId="{E09C58B2-943F-464C-A8EC-4A143B0940B3}" type="pres">
      <dgm:prSet presAssocID="{E154B065-08C3-5C47-8B85-81E5F322C9B9}" presName="rootComposite" presStyleCnt="0"/>
      <dgm:spPr/>
    </dgm:pt>
    <dgm:pt modelId="{B35D61E6-72C0-2C4B-A1E8-96D062BB2B70}" type="pres">
      <dgm:prSet presAssocID="{E154B065-08C3-5C47-8B85-81E5F322C9B9}" presName="rootText" presStyleLbl="node3" presStyleIdx="7" presStyleCnt="8">
        <dgm:presLayoutVars>
          <dgm:chPref val="3"/>
        </dgm:presLayoutVars>
      </dgm:prSet>
      <dgm:spPr/>
    </dgm:pt>
    <dgm:pt modelId="{EBD4CBA5-3AD3-F445-A563-38D1C78A1119}" type="pres">
      <dgm:prSet presAssocID="{E154B065-08C3-5C47-8B85-81E5F322C9B9}" presName="rootConnector" presStyleLbl="node3" presStyleIdx="7" presStyleCnt="8"/>
      <dgm:spPr/>
    </dgm:pt>
    <dgm:pt modelId="{4163CE2F-480A-574E-9008-71F437E95358}" type="pres">
      <dgm:prSet presAssocID="{E154B065-08C3-5C47-8B85-81E5F322C9B9}" presName="hierChild4" presStyleCnt="0"/>
      <dgm:spPr/>
    </dgm:pt>
    <dgm:pt modelId="{BCC744B6-2A09-474F-BA18-A1EEEDFE7E5E}" type="pres">
      <dgm:prSet presAssocID="{347E67C0-12A3-7D48-B837-4FDD7A8439FC}" presName="Name37" presStyleLbl="parChTrans1D4" presStyleIdx="1" presStyleCnt="3"/>
      <dgm:spPr/>
    </dgm:pt>
    <dgm:pt modelId="{2C3B2BAB-C0BF-2846-9AF3-0D221D09B29E}" type="pres">
      <dgm:prSet presAssocID="{135476FA-456E-174A-8699-E93B7A18E877}" presName="hierRoot2" presStyleCnt="0">
        <dgm:presLayoutVars>
          <dgm:hierBranch val="init"/>
        </dgm:presLayoutVars>
      </dgm:prSet>
      <dgm:spPr/>
    </dgm:pt>
    <dgm:pt modelId="{F7ABAFEF-1C3E-3144-BC94-97498F16AFB2}" type="pres">
      <dgm:prSet presAssocID="{135476FA-456E-174A-8699-E93B7A18E877}" presName="rootComposite" presStyleCnt="0"/>
      <dgm:spPr/>
    </dgm:pt>
    <dgm:pt modelId="{5AA7EDBF-9499-934B-833B-F8A563E629A9}" type="pres">
      <dgm:prSet presAssocID="{135476FA-456E-174A-8699-E93B7A18E877}" presName="rootText" presStyleLbl="node4" presStyleIdx="1" presStyleCnt="3">
        <dgm:presLayoutVars>
          <dgm:chPref val="3"/>
        </dgm:presLayoutVars>
      </dgm:prSet>
      <dgm:spPr/>
    </dgm:pt>
    <dgm:pt modelId="{10697C76-D46C-C54C-B4C5-F214AEE9B7DC}" type="pres">
      <dgm:prSet presAssocID="{135476FA-456E-174A-8699-E93B7A18E877}" presName="rootConnector" presStyleLbl="node4" presStyleIdx="1" presStyleCnt="3"/>
      <dgm:spPr/>
    </dgm:pt>
    <dgm:pt modelId="{6F9C4C3A-881A-D245-8478-0F0BC4E756D0}" type="pres">
      <dgm:prSet presAssocID="{135476FA-456E-174A-8699-E93B7A18E877}" presName="hierChild4" presStyleCnt="0"/>
      <dgm:spPr/>
    </dgm:pt>
    <dgm:pt modelId="{4A6F99E0-F32E-924E-8B7D-CAEC3C7A4EC7}" type="pres">
      <dgm:prSet presAssocID="{135476FA-456E-174A-8699-E93B7A18E877}" presName="hierChild5" presStyleCnt="0"/>
      <dgm:spPr/>
    </dgm:pt>
    <dgm:pt modelId="{03EE05AD-DFC7-2F40-B294-4517108700FA}" type="pres">
      <dgm:prSet presAssocID="{9D478C7E-C6D4-F740-832B-B6695FCB5618}" presName="Name37" presStyleLbl="parChTrans1D4" presStyleIdx="2" presStyleCnt="3"/>
      <dgm:spPr/>
    </dgm:pt>
    <dgm:pt modelId="{E4B17ECD-D866-8844-B52E-779CFC9A4348}" type="pres">
      <dgm:prSet presAssocID="{3FEDE605-F025-014F-BB1B-F54541777DAC}" presName="hierRoot2" presStyleCnt="0">
        <dgm:presLayoutVars>
          <dgm:hierBranch val="init"/>
        </dgm:presLayoutVars>
      </dgm:prSet>
      <dgm:spPr/>
    </dgm:pt>
    <dgm:pt modelId="{9B8AE274-6A5E-DD44-B9E0-48F0FDD7A699}" type="pres">
      <dgm:prSet presAssocID="{3FEDE605-F025-014F-BB1B-F54541777DAC}" presName="rootComposite" presStyleCnt="0"/>
      <dgm:spPr/>
    </dgm:pt>
    <dgm:pt modelId="{3186FCCC-D8C5-CE40-8E67-3F20249DD078}" type="pres">
      <dgm:prSet presAssocID="{3FEDE605-F025-014F-BB1B-F54541777DAC}" presName="rootText" presStyleLbl="node4" presStyleIdx="2" presStyleCnt="3">
        <dgm:presLayoutVars>
          <dgm:chPref val="3"/>
        </dgm:presLayoutVars>
      </dgm:prSet>
      <dgm:spPr/>
    </dgm:pt>
    <dgm:pt modelId="{B51E5DAB-D192-C143-A4B5-379DFED2A8CA}" type="pres">
      <dgm:prSet presAssocID="{3FEDE605-F025-014F-BB1B-F54541777DAC}" presName="rootConnector" presStyleLbl="node4" presStyleIdx="2" presStyleCnt="3"/>
      <dgm:spPr/>
    </dgm:pt>
    <dgm:pt modelId="{ED1860E3-86F6-F145-8C68-C4771D40A078}" type="pres">
      <dgm:prSet presAssocID="{3FEDE605-F025-014F-BB1B-F54541777DAC}" presName="hierChild4" presStyleCnt="0"/>
      <dgm:spPr/>
    </dgm:pt>
    <dgm:pt modelId="{9A254C7F-4F23-8A4C-A372-8A4EEE4E68F8}" type="pres">
      <dgm:prSet presAssocID="{3FEDE605-F025-014F-BB1B-F54541777DAC}" presName="hierChild5" presStyleCnt="0"/>
      <dgm:spPr/>
    </dgm:pt>
    <dgm:pt modelId="{630ACB3A-F0D0-F74B-B57B-A3866BE64939}" type="pres">
      <dgm:prSet presAssocID="{E154B065-08C3-5C47-8B85-81E5F322C9B9}" presName="hierChild5" presStyleCnt="0"/>
      <dgm:spPr/>
    </dgm:pt>
    <dgm:pt modelId="{3A305C40-BFC0-E241-9DE2-AC187F619865}" type="pres">
      <dgm:prSet presAssocID="{B15A12ED-F5FA-D742-AFE8-BA9A6DA2D941}" presName="hierChild5" presStyleCnt="0"/>
      <dgm:spPr/>
    </dgm:pt>
    <dgm:pt modelId="{4D079CDE-7968-5F4E-B668-BED112BA1114}" type="pres">
      <dgm:prSet presAssocID="{392E75C6-AEE2-D945-9C1E-9538A178425F}" presName="hierChild3" presStyleCnt="0"/>
      <dgm:spPr/>
    </dgm:pt>
  </dgm:ptLst>
  <dgm:cxnLst>
    <dgm:cxn modelId="{C683DA00-5449-9345-8B9F-218F6554CB53}" type="presOf" srcId="{9D478C7E-C6D4-F740-832B-B6695FCB5618}" destId="{03EE05AD-DFC7-2F40-B294-4517108700FA}" srcOrd="0" destOrd="0" presId="urn:microsoft.com/office/officeart/2005/8/layout/orgChart1"/>
    <dgm:cxn modelId="{1977EE03-CDE1-9E4C-B33A-30A6FCA43303}" srcId="{392E75C6-AEE2-D945-9C1E-9538A178425F}" destId="{D7461D92-108E-6745-B3D3-D06788D32B88}" srcOrd="0" destOrd="0" parTransId="{02B61CA2-A64C-D949-8A02-460A9F697FE5}" sibTransId="{C26BE336-75F5-7F48-99E9-CB6FCAB66279}"/>
    <dgm:cxn modelId="{079E9108-E410-2D4E-907D-FC80A8440E7E}" srcId="{B15A12ED-F5FA-D742-AFE8-BA9A6DA2D941}" destId="{E154B065-08C3-5C47-8B85-81E5F322C9B9}" srcOrd="1" destOrd="0" parTransId="{9C1B1020-6240-DC4C-A4F6-4193821B2B9D}" sibTransId="{4A52444A-8544-5944-A26B-758C87EE728E}"/>
    <dgm:cxn modelId="{2E4ADA0A-2D06-EC4F-9DE4-241061B9B522}" type="presOf" srcId="{E4ABB5FD-F12A-0E4E-8A98-B9CD41F47AEA}" destId="{7FAEF140-C4D1-E649-AE46-4A16948405CF}" srcOrd="0" destOrd="0" presId="urn:microsoft.com/office/officeart/2005/8/layout/orgChart1"/>
    <dgm:cxn modelId="{2B84EE0C-590B-254D-80AA-725A93ADA4D7}" type="presOf" srcId="{B3FBB458-33A2-EB47-A964-D93037ABCB4B}" destId="{A26CA027-2764-DC4C-9F68-E5FC6B18E660}" srcOrd="1" destOrd="0" presId="urn:microsoft.com/office/officeart/2005/8/layout/orgChart1"/>
    <dgm:cxn modelId="{2462F412-0E15-6240-B39E-05B4CD84767A}" srcId="{D7461D92-108E-6745-B3D3-D06788D32B88}" destId="{07C0849B-93CC-4C40-B1BC-413107DEA114}" srcOrd="3" destOrd="0" parTransId="{001457C2-6990-5A4C-8181-2548F83D864F}" sibTransId="{189A9CE3-E711-834A-B282-8652EB5FA5A6}"/>
    <dgm:cxn modelId="{16D56F16-5F01-1546-993F-7A1D06495A7E}" type="presOf" srcId="{FC9990D0-6E4D-C94F-80BB-D2E196FF5333}" destId="{CA105E49-5D23-7D4A-BE75-71A8C484423F}" srcOrd="0" destOrd="0" presId="urn:microsoft.com/office/officeart/2005/8/layout/orgChart1"/>
    <dgm:cxn modelId="{1379F916-564D-8F4F-842C-0DFA2FC40B34}" type="presOf" srcId="{AA3E257B-849E-DC4F-8F71-CF5E7B1AB073}" destId="{24C0A707-0527-DB4E-A4BE-73EF40B5073B}" srcOrd="0" destOrd="0" presId="urn:microsoft.com/office/officeart/2005/8/layout/orgChart1"/>
    <dgm:cxn modelId="{57CDD017-30EB-E34D-A982-ACA401450D4C}" srcId="{B3FBB458-33A2-EB47-A964-D93037ABCB4B}" destId="{13532A8C-06AB-5F41-98BE-5FAA875E396C}" srcOrd="0" destOrd="0" parTransId="{DA32EBB4-4D63-7846-A2A1-801D49BB960D}" sibTransId="{45CE8408-8A40-E641-BF00-C59D3BCACF0C}"/>
    <dgm:cxn modelId="{41D4AE21-994D-994F-AA85-0962E17CF21E}" type="presOf" srcId="{B15A12ED-F5FA-D742-AFE8-BA9A6DA2D941}" destId="{94F7EE0B-33A0-764E-9F3A-640B3AA2CD32}" srcOrd="0" destOrd="0" presId="urn:microsoft.com/office/officeart/2005/8/layout/orgChart1"/>
    <dgm:cxn modelId="{4B05D127-B09C-D44C-B8B6-BFE022D7BAD2}" srcId="{D7461D92-108E-6745-B3D3-D06788D32B88}" destId="{DD26C7C9-6D2A-0C49-8636-B3DB2925318F}" srcOrd="0" destOrd="0" parTransId="{E4ABB5FD-F12A-0E4E-8A98-B9CD41F47AEA}" sibTransId="{B72F7BCD-D40D-D141-A5AF-4A443CF66137}"/>
    <dgm:cxn modelId="{62D25D28-265C-F241-87E8-B2E6C86CFCC9}" type="presOf" srcId="{DD26C7C9-6D2A-0C49-8636-B3DB2925318F}" destId="{7DB11B45-69AC-1843-8333-1E9B3343CE0E}" srcOrd="1" destOrd="0" presId="urn:microsoft.com/office/officeart/2005/8/layout/orgChart1"/>
    <dgm:cxn modelId="{D9FE962D-F34A-6443-9948-897AFC69EE72}" type="presOf" srcId="{DA32EBB4-4D63-7846-A2A1-801D49BB960D}" destId="{C4EA2CD0-2780-5E43-8F3F-25CB76B0403C}" srcOrd="0" destOrd="0" presId="urn:microsoft.com/office/officeart/2005/8/layout/orgChart1"/>
    <dgm:cxn modelId="{EA6F1F3A-97C7-804D-87A8-19E06B23E7CA}" type="presOf" srcId="{392E75C6-AEE2-D945-9C1E-9538A178425F}" destId="{E309A449-C0B4-D645-B9BA-3BF92B0CDC2F}" srcOrd="1" destOrd="0" presId="urn:microsoft.com/office/officeart/2005/8/layout/orgChart1"/>
    <dgm:cxn modelId="{F97C1840-2E7A-6B45-8A14-5F3FB9FE5861}" type="presOf" srcId="{135476FA-456E-174A-8699-E93B7A18E877}" destId="{10697C76-D46C-C54C-B4C5-F214AEE9B7DC}" srcOrd="1" destOrd="0" presId="urn:microsoft.com/office/officeart/2005/8/layout/orgChart1"/>
    <dgm:cxn modelId="{0DEA3241-0CE7-0342-8CE4-330B6D17385A}" srcId="{D7461D92-108E-6745-B3D3-D06788D32B88}" destId="{1BDF6DBC-EA82-5D4A-9438-191B902C8282}" srcOrd="1" destOrd="0" parTransId="{FC9990D0-6E4D-C94F-80BB-D2E196FF5333}" sibTransId="{37BCA6AA-6D89-C945-A41C-B1E9C0821B80}"/>
    <dgm:cxn modelId="{043C8245-06B1-F540-80B9-44C186C8779C}" type="presOf" srcId="{3FEDE605-F025-014F-BB1B-F54541777DAC}" destId="{B51E5DAB-D192-C143-A4B5-379DFED2A8CA}" srcOrd="1" destOrd="0" presId="urn:microsoft.com/office/officeart/2005/8/layout/orgChart1"/>
    <dgm:cxn modelId="{AC31954A-5A50-414D-860F-AB2C316AEC9A}" srcId="{392E75C6-AEE2-D945-9C1E-9538A178425F}" destId="{B15A12ED-F5FA-D742-AFE8-BA9A6DA2D941}" srcOrd="1" destOrd="0" parTransId="{AA3E257B-849E-DC4F-8F71-CF5E7B1AB073}" sibTransId="{8AF4BA24-2B92-3546-92E6-D1330BFD7182}"/>
    <dgm:cxn modelId="{75EEA34D-E56F-704F-BAEE-30FA572AD4A7}" type="presOf" srcId="{13532A8C-06AB-5F41-98BE-5FAA875E396C}" destId="{31F80562-BE88-404F-B8FB-DEA0E6EC9EAF}" srcOrd="1" destOrd="0" presId="urn:microsoft.com/office/officeart/2005/8/layout/orgChart1"/>
    <dgm:cxn modelId="{BED19E4E-D979-264D-B5EB-72AACCD83C89}" type="presOf" srcId="{C41B0311-E4CE-6C43-AA8D-82F1D89D1E4C}" destId="{A0FE9537-89DF-F042-B1DD-6D02D1B9EC06}" srcOrd="0" destOrd="0" presId="urn:microsoft.com/office/officeart/2005/8/layout/orgChart1"/>
    <dgm:cxn modelId="{86141B59-171F-6B48-9B7E-2C8BC0974754}" type="presOf" srcId="{E154B065-08C3-5C47-8B85-81E5F322C9B9}" destId="{B35D61E6-72C0-2C4B-A1E8-96D062BB2B70}" srcOrd="0" destOrd="0" presId="urn:microsoft.com/office/officeart/2005/8/layout/orgChart1"/>
    <dgm:cxn modelId="{C90E1960-2787-C847-A3DB-35283934D05E}" type="presOf" srcId="{1BDF6DBC-EA82-5D4A-9438-191B902C8282}" destId="{EA200228-28A7-3C42-B7F6-3FC75D31EA74}" srcOrd="0" destOrd="0" presId="urn:microsoft.com/office/officeart/2005/8/layout/orgChart1"/>
    <dgm:cxn modelId="{B3E5D363-FA84-5446-9102-5E778A4160E8}" type="presOf" srcId="{B3FBB458-33A2-EB47-A964-D93037ABCB4B}" destId="{FA5E0155-82C5-7F42-B60D-C2C86CA2DC66}" srcOrd="0" destOrd="0" presId="urn:microsoft.com/office/officeart/2005/8/layout/orgChart1"/>
    <dgm:cxn modelId="{BC78BE64-658A-9148-A0F9-C788E78A9AB5}" type="presOf" srcId="{1BDF6DBC-EA82-5D4A-9438-191B902C8282}" destId="{E1AE9416-BFA4-4E4A-A404-6BA1167E27DB}" srcOrd="1" destOrd="0" presId="urn:microsoft.com/office/officeart/2005/8/layout/orgChart1"/>
    <dgm:cxn modelId="{33584967-5559-D64A-83D4-73486A87E983}" srcId="{E154B065-08C3-5C47-8B85-81E5F322C9B9}" destId="{135476FA-456E-174A-8699-E93B7A18E877}" srcOrd="0" destOrd="0" parTransId="{347E67C0-12A3-7D48-B837-4FDD7A8439FC}" sibTransId="{98CB7D52-6587-C64A-A4A9-A816C19C5C91}"/>
    <dgm:cxn modelId="{8C02B267-F96F-994A-B9B3-C1E45C9D1712}" type="presOf" srcId="{D7461D92-108E-6745-B3D3-D06788D32B88}" destId="{45ABDEE4-0119-C440-9172-7705D02F340B}" srcOrd="1" destOrd="0" presId="urn:microsoft.com/office/officeart/2005/8/layout/orgChart1"/>
    <dgm:cxn modelId="{FAF3356A-E80F-4342-96B1-165733CB1098}" srcId="{7FCDEA56-BF30-2C49-AB77-0F56044B5805}" destId="{392E75C6-AEE2-D945-9C1E-9538A178425F}" srcOrd="0" destOrd="0" parTransId="{24277804-9A4D-D741-BBB0-0426500DA993}" sibTransId="{B8D7325C-0F44-E740-8C81-CB19C63BB13A}"/>
    <dgm:cxn modelId="{C738E66C-4A1A-324D-BA3B-4A6FBD9A8EC9}" type="presOf" srcId="{001457C2-6990-5A4C-8181-2548F83D864F}" destId="{E7EC9038-1CB5-2B4F-9EEA-7EC6C942F263}" srcOrd="0" destOrd="0" presId="urn:microsoft.com/office/officeart/2005/8/layout/orgChart1"/>
    <dgm:cxn modelId="{B3D5EC6E-F4A3-AA43-8039-01C757AF4FEC}" type="presOf" srcId="{9328FB38-ED1C-3648-9A7A-1596FEF0FB2A}" destId="{98211960-D3DA-1E4C-B03D-E41BADB88A20}" srcOrd="0" destOrd="0" presId="urn:microsoft.com/office/officeart/2005/8/layout/orgChart1"/>
    <dgm:cxn modelId="{DD19096F-237B-0147-9086-E1A1F080A0B0}" type="presOf" srcId="{CD745814-CF5D-074C-97D9-F7428B6938FC}" destId="{BC6754CE-7A49-134C-BED9-EC40CC5777F5}" srcOrd="1" destOrd="0" presId="urn:microsoft.com/office/officeart/2005/8/layout/orgChart1"/>
    <dgm:cxn modelId="{9DFA7473-6827-194A-9911-96BB9955E740}" srcId="{B15A12ED-F5FA-D742-AFE8-BA9A6DA2D941}" destId="{B3FBB458-33A2-EB47-A964-D93037ABCB4B}" srcOrd="0" destOrd="0" parTransId="{FEBE03E8-0EF3-3F4E-A845-AE65778D8FA0}" sibTransId="{172E26FB-F6EE-BB4E-880C-160AB45BB04E}"/>
    <dgm:cxn modelId="{D348CF74-901C-8541-953A-DE9BF3AB30B3}" type="presOf" srcId="{135476FA-456E-174A-8699-E93B7A18E877}" destId="{5AA7EDBF-9499-934B-833B-F8A563E629A9}" srcOrd="0" destOrd="0" presId="urn:microsoft.com/office/officeart/2005/8/layout/orgChart1"/>
    <dgm:cxn modelId="{7ECD6083-6D40-704F-932C-2DD6FE5F1FBC}" type="presOf" srcId="{91601921-F036-1E4A-AEA1-6EBFB44E467A}" destId="{50B5DED1-CA15-804A-80A1-570065235752}" srcOrd="1" destOrd="0" presId="urn:microsoft.com/office/officeart/2005/8/layout/orgChart1"/>
    <dgm:cxn modelId="{CED19C87-252C-AD4D-ABE7-5320FD0A27CE}" type="presOf" srcId="{38BC9596-59E4-0840-B54F-18FC485F99C2}" destId="{DF8A5AA8-C585-724A-83C7-ED27DA336570}" srcOrd="0" destOrd="0" presId="urn:microsoft.com/office/officeart/2005/8/layout/orgChart1"/>
    <dgm:cxn modelId="{86535F89-8F4F-C143-B522-2C4E213BD799}" type="presOf" srcId="{E154B065-08C3-5C47-8B85-81E5F322C9B9}" destId="{EBD4CBA5-3AD3-F445-A563-38D1C78A1119}" srcOrd="1" destOrd="0" presId="urn:microsoft.com/office/officeart/2005/8/layout/orgChart1"/>
    <dgm:cxn modelId="{C72C9789-4622-DE44-89B5-FB4AB00EE446}" type="presOf" srcId="{02B61CA2-A64C-D949-8A02-460A9F697FE5}" destId="{FC4A8097-5F82-0D42-A512-B708A3033EA6}" srcOrd="0" destOrd="0" presId="urn:microsoft.com/office/officeart/2005/8/layout/orgChart1"/>
    <dgm:cxn modelId="{EA44BB92-EB57-7341-A41D-D284240F34E8}" type="presOf" srcId="{B15A12ED-F5FA-D742-AFE8-BA9A6DA2D941}" destId="{7CE81BF6-FEEF-0F47-B6CC-B7BE4950D26A}" srcOrd="1" destOrd="0" presId="urn:microsoft.com/office/officeart/2005/8/layout/orgChart1"/>
    <dgm:cxn modelId="{50BC6195-C416-784F-A99D-308D719A0FA8}" type="presOf" srcId="{DD26C7C9-6D2A-0C49-8636-B3DB2925318F}" destId="{EEAA7F84-2A76-D749-B695-C744CBDEED9C}" srcOrd="0" destOrd="0" presId="urn:microsoft.com/office/officeart/2005/8/layout/orgChart1"/>
    <dgm:cxn modelId="{96FD8B96-80FB-374D-93DE-FEB56ED1F9A5}" type="presOf" srcId="{07C0849B-93CC-4C40-B1BC-413107DEA114}" destId="{F37D6381-17C3-7043-8C2D-15F2C93FA37A}" srcOrd="0" destOrd="0" presId="urn:microsoft.com/office/officeart/2005/8/layout/orgChart1"/>
    <dgm:cxn modelId="{E40B959D-450A-4840-8B3F-1941EB127947}" type="presOf" srcId="{FEBE03E8-0EF3-3F4E-A845-AE65778D8FA0}" destId="{64C066BE-9F15-774E-850F-C7BB793530ED}" srcOrd="0" destOrd="0" presId="urn:microsoft.com/office/officeart/2005/8/layout/orgChart1"/>
    <dgm:cxn modelId="{25126D9F-CD8A-9D4A-B3BE-FF6AE1082464}" type="presOf" srcId="{CD745814-CF5D-074C-97D9-F7428B6938FC}" destId="{4DC30D54-E40F-A442-AE97-7510883CDA21}" srcOrd="0" destOrd="0" presId="urn:microsoft.com/office/officeart/2005/8/layout/orgChart1"/>
    <dgm:cxn modelId="{E87D55A2-A7C3-9047-993A-19759BA003FB}" type="presOf" srcId="{9C1B1020-6240-DC4C-A4F6-4193821B2B9D}" destId="{0C3665E5-DBC0-D04C-8BA7-9A90C972898E}" srcOrd="0" destOrd="0" presId="urn:microsoft.com/office/officeart/2005/8/layout/orgChart1"/>
    <dgm:cxn modelId="{007B7CAA-FD1A-2549-9153-BF288539964F}" type="presOf" srcId="{D7461D92-108E-6745-B3D3-D06788D32B88}" destId="{DC99483D-922D-B04B-8164-4F317441BE12}" srcOrd="0" destOrd="0" presId="urn:microsoft.com/office/officeart/2005/8/layout/orgChart1"/>
    <dgm:cxn modelId="{FE8F06B3-A0BD-9C40-820F-FAC46F3096D4}" type="presOf" srcId="{91601921-F036-1E4A-AEA1-6EBFB44E467A}" destId="{837B9EC6-AE81-BD4C-9638-F34D4D47F4ED}" srcOrd="0" destOrd="0" presId="urn:microsoft.com/office/officeart/2005/8/layout/orgChart1"/>
    <dgm:cxn modelId="{0BB5C1C7-9E9A-5349-BE56-3AC3C5A30EA0}" srcId="{D7461D92-108E-6745-B3D3-D06788D32B88}" destId="{CD745814-CF5D-074C-97D9-F7428B6938FC}" srcOrd="2" destOrd="0" parTransId="{0A997F5D-4778-3649-A7B7-48E97A74DF8D}" sibTransId="{03CD13B7-2F13-694C-B3F9-6154B9B1D7A5}"/>
    <dgm:cxn modelId="{F748F2CE-C42A-E248-8E81-98B80E6901AD}" type="presOf" srcId="{3FEDE605-F025-014F-BB1B-F54541777DAC}" destId="{3186FCCC-D8C5-CE40-8E67-3F20249DD078}" srcOrd="0" destOrd="0" presId="urn:microsoft.com/office/officeart/2005/8/layout/orgChart1"/>
    <dgm:cxn modelId="{6214FACE-4E3D-174D-9037-B57A441B90B2}" type="presOf" srcId="{392E75C6-AEE2-D945-9C1E-9538A178425F}" destId="{7C321169-1746-E64B-A7F8-D437F35B0F6D}" srcOrd="0" destOrd="0" presId="urn:microsoft.com/office/officeart/2005/8/layout/orgChart1"/>
    <dgm:cxn modelId="{CEEFDDCF-8666-FA43-BE26-D46DDCC9B626}" type="presOf" srcId="{0A997F5D-4778-3649-A7B7-48E97A74DF8D}" destId="{61882F1F-88D1-C84F-BA3B-3FF70A14288E}" srcOrd="0" destOrd="0" presId="urn:microsoft.com/office/officeart/2005/8/layout/orgChart1"/>
    <dgm:cxn modelId="{B08290D1-F398-DB4E-975C-5B4145D859DA}" type="presOf" srcId="{C41B0311-E4CE-6C43-AA8D-82F1D89D1E4C}" destId="{0E8077C5-F588-C443-995C-03EFD9F5FB5D}" srcOrd="1" destOrd="0" presId="urn:microsoft.com/office/officeart/2005/8/layout/orgChart1"/>
    <dgm:cxn modelId="{0FE805D2-E8B7-D64D-8732-E22A51FDB4FC}" srcId="{D7461D92-108E-6745-B3D3-D06788D32B88}" destId="{91601921-F036-1E4A-AEA1-6EBFB44E467A}" srcOrd="4" destOrd="0" parTransId="{38BC9596-59E4-0840-B54F-18FC485F99C2}" sibTransId="{0A64F605-C881-8A42-94D2-79BE651AA3E7}"/>
    <dgm:cxn modelId="{DF3667D5-D192-D848-A6D7-36EF3EBAB0D3}" srcId="{D7461D92-108E-6745-B3D3-D06788D32B88}" destId="{C41B0311-E4CE-6C43-AA8D-82F1D89D1E4C}" srcOrd="5" destOrd="0" parTransId="{9328FB38-ED1C-3648-9A7A-1596FEF0FB2A}" sibTransId="{28D1A473-AB9F-DC41-8498-F66691DB00AC}"/>
    <dgm:cxn modelId="{DA65B5DF-9A95-BA46-BE82-EF83EA9D3673}" type="presOf" srcId="{7FCDEA56-BF30-2C49-AB77-0F56044B5805}" destId="{E6720F80-114E-9049-9DFC-65EE99405812}" srcOrd="0" destOrd="0" presId="urn:microsoft.com/office/officeart/2005/8/layout/orgChart1"/>
    <dgm:cxn modelId="{F47AB0EC-2E01-7F46-8A3A-6D4CDBE69CD3}" type="presOf" srcId="{13532A8C-06AB-5F41-98BE-5FAA875E396C}" destId="{737BCFBB-E0DA-2349-A26B-7B5D6B299AA5}" srcOrd="0" destOrd="0" presId="urn:microsoft.com/office/officeart/2005/8/layout/orgChart1"/>
    <dgm:cxn modelId="{95814DF0-9CA1-934B-9FB2-87073CE78867}" srcId="{E154B065-08C3-5C47-8B85-81E5F322C9B9}" destId="{3FEDE605-F025-014F-BB1B-F54541777DAC}" srcOrd="1" destOrd="0" parTransId="{9D478C7E-C6D4-F740-832B-B6695FCB5618}" sibTransId="{3FDCCB65-62C2-1A44-BB35-883B30480A73}"/>
    <dgm:cxn modelId="{0ED5BFF7-05CE-6741-B3DA-1A0CE9FD4488}" type="presOf" srcId="{07C0849B-93CC-4C40-B1BC-413107DEA114}" destId="{A720ADB9-2F11-5243-BD7D-CCF5F6C1EA06}" srcOrd="1" destOrd="0" presId="urn:microsoft.com/office/officeart/2005/8/layout/orgChart1"/>
    <dgm:cxn modelId="{37CC20FF-94F1-BE41-85AF-A5CE2600D78F}" type="presOf" srcId="{347E67C0-12A3-7D48-B837-4FDD7A8439FC}" destId="{BCC744B6-2A09-474F-BA18-A1EEEDFE7E5E}" srcOrd="0" destOrd="0" presId="urn:microsoft.com/office/officeart/2005/8/layout/orgChart1"/>
    <dgm:cxn modelId="{FE213889-65D3-4F47-A2C8-F0DC9BA78804}" type="presParOf" srcId="{E6720F80-114E-9049-9DFC-65EE99405812}" destId="{5C058EC1-7B1B-D348-A191-6B48464EF423}" srcOrd="0" destOrd="0" presId="urn:microsoft.com/office/officeart/2005/8/layout/orgChart1"/>
    <dgm:cxn modelId="{F8E08314-31D4-8A41-8D9E-55E227B91D40}" type="presParOf" srcId="{5C058EC1-7B1B-D348-A191-6B48464EF423}" destId="{1F0060CD-65B1-BC42-A152-7756227E70E1}" srcOrd="0" destOrd="0" presId="urn:microsoft.com/office/officeart/2005/8/layout/orgChart1"/>
    <dgm:cxn modelId="{830028DA-24AE-044E-B71F-B52081B8661A}" type="presParOf" srcId="{1F0060CD-65B1-BC42-A152-7756227E70E1}" destId="{7C321169-1746-E64B-A7F8-D437F35B0F6D}" srcOrd="0" destOrd="0" presId="urn:microsoft.com/office/officeart/2005/8/layout/orgChart1"/>
    <dgm:cxn modelId="{5B0E4357-85D6-1647-95DA-8F609CB56E5C}" type="presParOf" srcId="{1F0060CD-65B1-BC42-A152-7756227E70E1}" destId="{E309A449-C0B4-D645-B9BA-3BF92B0CDC2F}" srcOrd="1" destOrd="0" presId="urn:microsoft.com/office/officeart/2005/8/layout/orgChart1"/>
    <dgm:cxn modelId="{B1EFEFFB-2380-2D49-B6F0-4768A2A11351}" type="presParOf" srcId="{5C058EC1-7B1B-D348-A191-6B48464EF423}" destId="{09934AD8-51C3-864C-ADA0-5D3D1FA61FA5}" srcOrd="1" destOrd="0" presId="urn:microsoft.com/office/officeart/2005/8/layout/orgChart1"/>
    <dgm:cxn modelId="{F48E3CB7-CA1A-7F49-BB95-D28677581D9B}" type="presParOf" srcId="{09934AD8-51C3-864C-ADA0-5D3D1FA61FA5}" destId="{FC4A8097-5F82-0D42-A512-B708A3033EA6}" srcOrd="0" destOrd="0" presId="urn:microsoft.com/office/officeart/2005/8/layout/orgChart1"/>
    <dgm:cxn modelId="{E32494B2-3D5A-3A4E-8116-7999201B6405}" type="presParOf" srcId="{09934AD8-51C3-864C-ADA0-5D3D1FA61FA5}" destId="{928FECEA-3C98-D646-99F2-30F8B4A8CA6E}" srcOrd="1" destOrd="0" presId="urn:microsoft.com/office/officeart/2005/8/layout/orgChart1"/>
    <dgm:cxn modelId="{08B5D954-A599-2B47-8744-3302E1A31F8B}" type="presParOf" srcId="{928FECEA-3C98-D646-99F2-30F8B4A8CA6E}" destId="{A6E448AD-E79E-114C-AA82-7AA8DAF6B2D3}" srcOrd="0" destOrd="0" presId="urn:microsoft.com/office/officeart/2005/8/layout/orgChart1"/>
    <dgm:cxn modelId="{ACD10335-9857-E64E-9268-37F047E38D5A}" type="presParOf" srcId="{A6E448AD-E79E-114C-AA82-7AA8DAF6B2D3}" destId="{DC99483D-922D-B04B-8164-4F317441BE12}" srcOrd="0" destOrd="0" presId="urn:microsoft.com/office/officeart/2005/8/layout/orgChart1"/>
    <dgm:cxn modelId="{AA16B53C-B84F-334A-AD95-114C95A3C064}" type="presParOf" srcId="{A6E448AD-E79E-114C-AA82-7AA8DAF6B2D3}" destId="{45ABDEE4-0119-C440-9172-7705D02F340B}" srcOrd="1" destOrd="0" presId="urn:microsoft.com/office/officeart/2005/8/layout/orgChart1"/>
    <dgm:cxn modelId="{6D5870E3-8130-2E46-ABC6-66E53DCE8947}" type="presParOf" srcId="{928FECEA-3C98-D646-99F2-30F8B4A8CA6E}" destId="{F5F2E50B-2949-AC4C-B4F9-A46AA8209400}" srcOrd="1" destOrd="0" presId="urn:microsoft.com/office/officeart/2005/8/layout/orgChart1"/>
    <dgm:cxn modelId="{E32B10E3-33C4-064E-BC0B-70A722748812}" type="presParOf" srcId="{F5F2E50B-2949-AC4C-B4F9-A46AA8209400}" destId="{7FAEF140-C4D1-E649-AE46-4A16948405CF}" srcOrd="0" destOrd="0" presId="urn:microsoft.com/office/officeart/2005/8/layout/orgChart1"/>
    <dgm:cxn modelId="{947E2421-8C26-6546-82DD-C1C002102613}" type="presParOf" srcId="{F5F2E50B-2949-AC4C-B4F9-A46AA8209400}" destId="{867635CE-F3F7-A24D-A23F-D525FAB6F8CF}" srcOrd="1" destOrd="0" presId="urn:microsoft.com/office/officeart/2005/8/layout/orgChart1"/>
    <dgm:cxn modelId="{3EC33B39-CF73-B448-ABD0-F8EB4F968274}" type="presParOf" srcId="{867635CE-F3F7-A24D-A23F-D525FAB6F8CF}" destId="{B8C25255-C0DA-0142-ABA5-13546D3BDC5D}" srcOrd="0" destOrd="0" presId="urn:microsoft.com/office/officeart/2005/8/layout/orgChart1"/>
    <dgm:cxn modelId="{A6398893-EC96-6840-BC7F-EA00347CB5E4}" type="presParOf" srcId="{B8C25255-C0DA-0142-ABA5-13546D3BDC5D}" destId="{EEAA7F84-2A76-D749-B695-C744CBDEED9C}" srcOrd="0" destOrd="0" presId="urn:microsoft.com/office/officeart/2005/8/layout/orgChart1"/>
    <dgm:cxn modelId="{3020D799-2D11-1F48-AEF1-4592EBFD4AFA}" type="presParOf" srcId="{B8C25255-C0DA-0142-ABA5-13546D3BDC5D}" destId="{7DB11B45-69AC-1843-8333-1E9B3343CE0E}" srcOrd="1" destOrd="0" presId="urn:microsoft.com/office/officeart/2005/8/layout/orgChart1"/>
    <dgm:cxn modelId="{048CCC7B-E000-7E40-89F7-AB1CF94EAE33}" type="presParOf" srcId="{867635CE-F3F7-A24D-A23F-D525FAB6F8CF}" destId="{8AC289E8-0600-F244-B5D5-D4C12B831A45}" srcOrd="1" destOrd="0" presId="urn:microsoft.com/office/officeart/2005/8/layout/orgChart1"/>
    <dgm:cxn modelId="{0DB7E689-EF57-454E-9B8B-B11BA780E78E}" type="presParOf" srcId="{867635CE-F3F7-A24D-A23F-D525FAB6F8CF}" destId="{1CCB1991-6183-CC4A-A6E5-64FD2C2A6F0D}" srcOrd="2" destOrd="0" presId="urn:microsoft.com/office/officeart/2005/8/layout/orgChart1"/>
    <dgm:cxn modelId="{98C785CD-9EC1-1C44-A2F1-610F5AB2B77B}" type="presParOf" srcId="{F5F2E50B-2949-AC4C-B4F9-A46AA8209400}" destId="{CA105E49-5D23-7D4A-BE75-71A8C484423F}" srcOrd="2" destOrd="0" presId="urn:microsoft.com/office/officeart/2005/8/layout/orgChart1"/>
    <dgm:cxn modelId="{47E0FDD1-52AB-FD47-BC6B-8374315864F1}" type="presParOf" srcId="{F5F2E50B-2949-AC4C-B4F9-A46AA8209400}" destId="{6CD053DC-FE86-9947-9CB6-6BA41EBA6189}" srcOrd="3" destOrd="0" presId="urn:microsoft.com/office/officeart/2005/8/layout/orgChart1"/>
    <dgm:cxn modelId="{4E75031B-4B7E-0846-948C-9BD695B72597}" type="presParOf" srcId="{6CD053DC-FE86-9947-9CB6-6BA41EBA6189}" destId="{4AEB1D83-93CE-264B-8EE3-9E544E683B8B}" srcOrd="0" destOrd="0" presId="urn:microsoft.com/office/officeart/2005/8/layout/orgChart1"/>
    <dgm:cxn modelId="{7B248A7F-5074-334D-AE24-92859923CF98}" type="presParOf" srcId="{4AEB1D83-93CE-264B-8EE3-9E544E683B8B}" destId="{EA200228-28A7-3C42-B7F6-3FC75D31EA74}" srcOrd="0" destOrd="0" presId="urn:microsoft.com/office/officeart/2005/8/layout/orgChart1"/>
    <dgm:cxn modelId="{6B2996B1-7E00-DC47-BC77-FACD62EE8E03}" type="presParOf" srcId="{4AEB1D83-93CE-264B-8EE3-9E544E683B8B}" destId="{E1AE9416-BFA4-4E4A-A404-6BA1167E27DB}" srcOrd="1" destOrd="0" presId="urn:microsoft.com/office/officeart/2005/8/layout/orgChart1"/>
    <dgm:cxn modelId="{9AC7FE02-A8FA-0A43-9322-88207659DE08}" type="presParOf" srcId="{6CD053DC-FE86-9947-9CB6-6BA41EBA6189}" destId="{4DF080D5-6329-C146-846E-FF2BF461DF16}" srcOrd="1" destOrd="0" presId="urn:microsoft.com/office/officeart/2005/8/layout/orgChart1"/>
    <dgm:cxn modelId="{2C5283B7-C1EE-A94C-B947-45934B5689AF}" type="presParOf" srcId="{6CD053DC-FE86-9947-9CB6-6BA41EBA6189}" destId="{0110FA3A-6F02-1B45-8AE2-8BC9A6C25E22}" srcOrd="2" destOrd="0" presId="urn:microsoft.com/office/officeart/2005/8/layout/orgChart1"/>
    <dgm:cxn modelId="{0A3FF387-2E11-244F-BA63-BB1E560166B4}" type="presParOf" srcId="{F5F2E50B-2949-AC4C-B4F9-A46AA8209400}" destId="{61882F1F-88D1-C84F-BA3B-3FF70A14288E}" srcOrd="4" destOrd="0" presId="urn:microsoft.com/office/officeart/2005/8/layout/orgChart1"/>
    <dgm:cxn modelId="{E23F79BD-0531-7B4E-BDC8-DCB22970F082}" type="presParOf" srcId="{F5F2E50B-2949-AC4C-B4F9-A46AA8209400}" destId="{6A642AF2-80E4-B94D-8B75-1797419F28AC}" srcOrd="5" destOrd="0" presId="urn:microsoft.com/office/officeart/2005/8/layout/orgChart1"/>
    <dgm:cxn modelId="{2C486560-63A1-E640-9ADC-7A1BF16036FC}" type="presParOf" srcId="{6A642AF2-80E4-B94D-8B75-1797419F28AC}" destId="{E3C7E8EC-6B6A-1A4C-BBED-E910D3865757}" srcOrd="0" destOrd="0" presId="urn:microsoft.com/office/officeart/2005/8/layout/orgChart1"/>
    <dgm:cxn modelId="{FBA6CB34-2588-A449-9C1B-5ED19469B6EF}" type="presParOf" srcId="{E3C7E8EC-6B6A-1A4C-BBED-E910D3865757}" destId="{4DC30D54-E40F-A442-AE97-7510883CDA21}" srcOrd="0" destOrd="0" presId="urn:microsoft.com/office/officeart/2005/8/layout/orgChart1"/>
    <dgm:cxn modelId="{8341B73C-81B9-104F-BAF9-9902A9D94FE3}" type="presParOf" srcId="{E3C7E8EC-6B6A-1A4C-BBED-E910D3865757}" destId="{BC6754CE-7A49-134C-BED9-EC40CC5777F5}" srcOrd="1" destOrd="0" presId="urn:microsoft.com/office/officeart/2005/8/layout/orgChart1"/>
    <dgm:cxn modelId="{F5A0AA99-1E9F-3F4C-A582-2FEAF871F360}" type="presParOf" srcId="{6A642AF2-80E4-B94D-8B75-1797419F28AC}" destId="{379B4452-6445-4F41-8F18-7EAFD25665B5}" srcOrd="1" destOrd="0" presId="urn:microsoft.com/office/officeart/2005/8/layout/orgChart1"/>
    <dgm:cxn modelId="{5210EBB3-1A57-4E47-8C50-90F9FCA80B56}" type="presParOf" srcId="{6A642AF2-80E4-B94D-8B75-1797419F28AC}" destId="{EEDA7F39-F54C-654B-9DAE-B06F1D08131C}" srcOrd="2" destOrd="0" presId="urn:microsoft.com/office/officeart/2005/8/layout/orgChart1"/>
    <dgm:cxn modelId="{487CD44C-7BA0-6044-B044-228CB16D230C}" type="presParOf" srcId="{F5F2E50B-2949-AC4C-B4F9-A46AA8209400}" destId="{E7EC9038-1CB5-2B4F-9EEA-7EC6C942F263}" srcOrd="6" destOrd="0" presId="urn:microsoft.com/office/officeart/2005/8/layout/orgChart1"/>
    <dgm:cxn modelId="{77D7E34F-A961-3047-B811-6F4786CEDD6F}" type="presParOf" srcId="{F5F2E50B-2949-AC4C-B4F9-A46AA8209400}" destId="{8F8AC782-E298-314C-A6F2-23550BA1291C}" srcOrd="7" destOrd="0" presId="urn:microsoft.com/office/officeart/2005/8/layout/orgChart1"/>
    <dgm:cxn modelId="{CEC2F7AB-8BB2-BB43-91AE-AEFF9E4743D7}" type="presParOf" srcId="{8F8AC782-E298-314C-A6F2-23550BA1291C}" destId="{94DF4A27-5938-DC45-A63F-65DDFF8710D0}" srcOrd="0" destOrd="0" presId="urn:microsoft.com/office/officeart/2005/8/layout/orgChart1"/>
    <dgm:cxn modelId="{652285CC-AA4E-5D43-9A1E-57F59824F977}" type="presParOf" srcId="{94DF4A27-5938-DC45-A63F-65DDFF8710D0}" destId="{F37D6381-17C3-7043-8C2D-15F2C93FA37A}" srcOrd="0" destOrd="0" presId="urn:microsoft.com/office/officeart/2005/8/layout/orgChart1"/>
    <dgm:cxn modelId="{147E9328-FBDC-9741-B474-5F9A086EDC5F}" type="presParOf" srcId="{94DF4A27-5938-DC45-A63F-65DDFF8710D0}" destId="{A720ADB9-2F11-5243-BD7D-CCF5F6C1EA06}" srcOrd="1" destOrd="0" presId="urn:microsoft.com/office/officeart/2005/8/layout/orgChart1"/>
    <dgm:cxn modelId="{79F4B0F7-7F32-EA4D-8226-C41AA5371DB1}" type="presParOf" srcId="{8F8AC782-E298-314C-A6F2-23550BA1291C}" destId="{85438EB8-8157-7443-B61F-2F50C5E7EBE7}" srcOrd="1" destOrd="0" presId="urn:microsoft.com/office/officeart/2005/8/layout/orgChart1"/>
    <dgm:cxn modelId="{F22948E4-8DE5-8D4A-A4D0-F7503390A3C1}" type="presParOf" srcId="{8F8AC782-E298-314C-A6F2-23550BA1291C}" destId="{1571E3EA-AB8C-B442-8B85-9063499B5CDB}" srcOrd="2" destOrd="0" presId="urn:microsoft.com/office/officeart/2005/8/layout/orgChart1"/>
    <dgm:cxn modelId="{F744164C-2936-8B45-9B58-2F7FDEE80C4C}" type="presParOf" srcId="{F5F2E50B-2949-AC4C-B4F9-A46AA8209400}" destId="{DF8A5AA8-C585-724A-83C7-ED27DA336570}" srcOrd="8" destOrd="0" presId="urn:microsoft.com/office/officeart/2005/8/layout/orgChart1"/>
    <dgm:cxn modelId="{CA272D21-EC68-6142-9CC0-C90DF771F243}" type="presParOf" srcId="{F5F2E50B-2949-AC4C-B4F9-A46AA8209400}" destId="{259BDF66-83A1-CA4C-9950-ADF197E54367}" srcOrd="9" destOrd="0" presId="urn:microsoft.com/office/officeart/2005/8/layout/orgChart1"/>
    <dgm:cxn modelId="{27F997A1-2BA5-884D-9606-853211BA913A}" type="presParOf" srcId="{259BDF66-83A1-CA4C-9950-ADF197E54367}" destId="{4F2EE2E3-6072-9746-9474-8A4351D1AF13}" srcOrd="0" destOrd="0" presId="urn:microsoft.com/office/officeart/2005/8/layout/orgChart1"/>
    <dgm:cxn modelId="{824F2E0F-1FC9-0F4E-8132-385BF20D94D9}" type="presParOf" srcId="{4F2EE2E3-6072-9746-9474-8A4351D1AF13}" destId="{837B9EC6-AE81-BD4C-9638-F34D4D47F4ED}" srcOrd="0" destOrd="0" presId="urn:microsoft.com/office/officeart/2005/8/layout/orgChart1"/>
    <dgm:cxn modelId="{72883C0C-D152-B741-B2D0-5650B1831263}" type="presParOf" srcId="{4F2EE2E3-6072-9746-9474-8A4351D1AF13}" destId="{50B5DED1-CA15-804A-80A1-570065235752}" srcOrd="1" destOrd="0" presId="urn:microsoft.com/office/officeart/2005/8/layout/orgChart1"/>
    <dgm:cxn modelId="{EF9DD064-0E34-344B-A901-8D98D6282F67}" type="presParOf" srcId="{259BDF66-83A1-CA4C-9950-ADF197E54367}" destId="{AC34BCE7-7B6D-3E40-8ED5-888486B89DE0}" srcOrd="1" destOrd="0" presId="urn:microsoft.com/office/officeart/2005/8/layout/orgChart1"/>
    <dgm:cxn modelId="{9982772F-B2AC-6746-A381-86928CBFA2B6}" type="presParOf" srcId="{259BDF66-83A1-CA4C-9950-ADF197E54367}" destId="{D765A14D-90F3-7D43-B861-688C6EE7C544}" srcOrd="2" destOrd="0" presId="urn:microsoft.com/office/officeart/2005/8/layout/orgChart1"/>
    <dgm:cxn modelId="{D4FED13F-4B38-8249-A416-F3913CB4835F}" type="presParOf" srcId="{F5F2E50B-2949-AC4C-B4F9-A46AA8209400}" destId="{98211960-D3DA-1E4C-B03D-E41BADB88A20}" srcOrd="10" destOrd="0" presId="urn:microsoft.com/office/officeart/2005/8/layout/orgChart1"/>
    <dgm:cxn modelId="{F8C3B425-1F7D-1042-883E-4DAB8147F4B4}" type="presParOf" srcId="{F5F2E50B-2949-AC4C-B4F9-A46AA8209400}" destId="{17345396-CB1D-9F46-836C-DAE8776B16F5}" srcOrd="11" destOrd="0" presId="urn:microsoft.com/office/officeart/2005/8/layout/orgChart1"/>
    <dgm:cxn modelId="{FC9D920B-A6B4-E748-B5F0-87FEA962BEFC}" type="presParOf" srcId="{17345396-CB1D-9F46-836C-DAE8776B16F5}" destId="{E6B5411D-36B3-A345-B688-64581915A6B4}" srcOrd="0" destOrd="0" presId="urn:microsoft.com/office/officeart/2005/8/layout/orgChart1"/>
    <dgm:cxn modelId="{21570B0A-DB95-C44E-A760-7233E73DB278}" type="presParOf" srcId="{E6B5411D-36B3-A345-B688-64581915A6B4}" destId="{A0FE9537-89DF-F042-B1DD-6D02D1B9EC06}" srcOrd="0" destOrd="0" presId="urn:microsoft.com/office/officeart/2005/8/layout/orgChart1"/>
    <dgm:cxn modelId="{44C5061F-89DB-3742-9CFC-31C6356F483E}" type="presParOf" srcId="{E6B5411D-36B3-A345-B688-64581915A6B4}" destId="{0E8077C5-F588-C443-995C-03EFD9F5FB5D}" srcOrd="1" destOrd="0" presId="urn:microsoft.com/office/officeart/2005/8/layout/orgChart1"/>
    <dgm:cxn modelId="{723DBB1E-05FE-7D43-A29F-5F6F57DB0898}" type="presParOf" srcId="{17345396-CB1D-9F46-836C-DAE8776B16F5}" destId="{C20C4270-B3AF-D04D-83D7-66E8CD287945}" srcOrd="1" destOrd="0" presId="urn:microsoft.com/office/officeart/2005/8/layout/orgChart1"/>
    <dgm:cxn modelId="{7FEE4DDA-860B-554B-8073-BAB28219030F}" type="presParOf" srcId="{17345396-CB1D-9F46-836C-DAE8776B16F5}" destId="{9487A86A-C5AC-A942-8905-091F140A015E}" srcOrd="2" destOrd="0" presId="urn:microsoft.com/office/officeart/2005/8/layout/orgChart1"/>
    <dgm:cxn modelId="{DA92F498-5D31-A24D-9AF0-FB8916E4F140}" type="presParOf" srcId="{928FECEA-3C98-D646-99F2-30F8B4A8CA6E}" destId="{8F692592-F9CF-1845-805B-C212D9824D22}" srcOrd="2" destOrd="0" presId="urn:microsoft.com/office/officeart/2005/8/layout/orgChart1"/>
    <dgm:cxn modelId="{62F39A84-25DA-5740-B89B-313E906FE6D6}" type="presParOf" srcId="{09934AD8-51C3-864C-ADA0-5D3D1FA61FA5}" destId="{24C0A707-0527-DB4E-A4BE-73EF40B5073B}" srcOrd="2" destOrd="0" presId="urn:microsoft.com/office/officeart/2005/8/layout/orgChart1"/>
    <dgm:cxn modelId="{380E479B-5F8A-4C4D-BED2-0CDCC6A3B80C}" type="presParOf" srcId="{09934AD8-51C3-864C-ADA0-5D3D1FA61FA5}" destId="{0EE73ED7-E2F2-C745-9603-417E8167136D}" srcOrd="3" destOrd="0" presId="urn:microsoft.com/office/officeart/2005/8/layout/orgChart1"/>
    <dgm:cxn modelId="{3E4C11F7-8C04-A544-B54F-3C5D19B2ED6D}" type="presParOf" srcId="{0EE73ED7-E2F2-C745-9603-417E8167136D}" destId="{812C45B2-FD24-3D4A-9109-DF2E47A4D74E}" srcOrd="0" destOrd="0" presId="urn:microsoft.com/office/officeart/2005/8/layout/orgChart1"/>
    <dgm:cxn modelId="{1D85FACB-8ED6-8645-AA9C-77BD59BA7FBB}" type="presParOf" srcId="{812C45B2-FD24-3D4A-9109-DF2E47A4D74E}" destId="{94F7EE0B-33A0-764E-9F3A-640B3AA2CD32}" srcOrd="0" destOrd="0" presId="urn:microsoft.com/office/officeart/2005/8/layout/orgChart1"/>
    <dgm:cxn modelId="{AEC32D8D-97EE-9A47-BFED-7C69508E217A}" type="presParOf" srcId="{812C45B2-FD24-3D4A-9109-DF2E47A4D74E}" destId="{7CE81BF6-FEEF-0F47-B6CC-B7BE4950D26A}" srcOrd="1" destOrd="0" presId="urn:microsoft.com/office/officeart/2005/8/layout/orgChart1"/>
    <dgm:cxn modelId="{3F6DCADC-1756-464B-9E41-0F7C42BE1204}" type="presParOf" srcId="{0EE73ED7-E2F2-C745-9603-417E8167136D}" destId="{442E0513-F5DD-DE4C-A6C3-5289F747727F}" srcOrd="1" destOrd="0" presId="urn:microsoft.com/office/officeart/2005/8/layout/orgChart1"/>
    <dgm:cxn modelId="{62E6103F-CB2D-D44F-A048-1EC40AFBEA94}" type="presParOf" srcId="{442E0513-F5DD-DE4C-A6C3-5289F747727F}" destId="{64C066BE-9F15-774E-850F-C7BB793530ED}" srcOrd="0" destOrd="0" presId="urn:microsoft.com/office/officeart/2005/8/layout/orgChart1"/>
    <dgm:cxn modelId="{F2269B24-A3BD-D344-AEB8-11F59D04700C}" type="presParOf" srcId="{442E0513-F5DD-DE4C-A6C3-5289F747727F}" destId="{CB8E01C6-10CA-4449-9A36-30246C7FEC5D}" srcOrd="1" destOrd="0" presId="urn:microsoft.com/office/officeart/2005/8/layout/orgChart1"/>
    <dgm:cxn modelId="{ECB45BFC-C4DA-DC43-8243-0A9D5CBF3ADB}" type="presParOf" srcId="{CB8E01C6-10CA-4449-9A36-30246C7FEC5D}" destId="{D9DB909C-7935-1944-97D5-255FAFA27D2A}" srcOrd="0" destOrd="0" presId="urn:microsoft.com/office/officeart/2005/8/layout/orgChart1"/>
    <dgm:cxn modelId="{6425E638-C371-4B42-9A1C-8B0911A379B5}" type="presParOf" srcId="{D9DB909C-7935-1944-97D5-255FAFA27D2A}" destId="{FA5E0155-82C5-7F42-B60D-C2C86CA2DC66}" srcOrd="0" destOrd="0" presId="urn:microsoft.com/office/officeart/2005/8/layout/orgChart1"/>
    <dgm:cxn modelId="{9D9A64DF-7A09-B84A-B5F5-74684F2D1AE9}" type="presParOf" srcId="{D9DB909C-7935-1944-97D5-255FAFA27D2A}" destId="{A26CA027-2764-DC4C-9F68-E5FC6B18E660}" srcOrd="1" destOrd="0" presId="urn:microsoft.com/office/officeart/2005/8/layout/orgChart1"/>
    <dgm:cxn modelId="{D59B6BEC-EBDA-4D41-82E8-AE4ACA66976C}" type="presParOf" srcId="{CB8E01C6-10CA-4449-9A36-30246C7FEC5D}" destId="{3A27743A-C557-3E46-A155-43CE858A16E6}" srcOrd="1" destOrd="0" presId="urn:microsoft.com/office/officeart/2005/8/layout/orgChart1"/>
    <dgm:cxn modelId="{2CFB6FF6-EDE6-864C-A7E9-4712DC4CAB66}" type="presParOf" srcId="{3A27743A-C557-3E46-A155-43CE858A16E6}" destId="{C4EA2CD0-2780-5E43-8F3F-25CB76B0403C}" srcOrd="0" destOrd="0" presId="urn:microsoft.com/office/officeart/2005/8/layout/orgChart1"/>
    <dgm:cxn modelId="{845A469B-A4FF-454E-929A-D9342B83EE47}" type="presParOf" srcId="{3A27743A-C557-3E46-A155-43CE858A16E6}" destId="{5C0A2C6D-5C2C-DB4E-B07D-E81A141AC71A}" srcOrd="1" destOrd="0" presId="urn:microsoft.com/office/officeart/2005/8/layout/orgChart1"/>
    <dgm:cxn modelId="{6258E3BE-0AB9-1645-A49B-E009922F2FDB}" type="presParOf" srcId="{5C0A2C6D-5C2C-DB4E-B07D-E81A141AC71A}" destId="{6AF0C4F8-6566-B94C-B4C5-C641B6EAB4D6}" srcOrd="0" destOrd="0" presId="urn:microsoft.com/office/officeart/2005/8/layout/orgChart1"/>
    <dgm:cxn modelId="{B7903CEA-17E7-0744-9ED9-FE80D0D59B5B}" type="presParOf" srcId="{6AF0C4F8-6566-B94C-B4C5-C641B6EAB4D6}" destId="{737BCFBB-E0DA-2349-A26B-7B5D6B299AA5}" srcOrd="0" destOrd="0" presId="urn:microsoft.com/office/officeart/2005/8/layout/orgChart1"/>
    <dgm:cxn modelId="{B897DAE6-819A-CF4F-8568-C5E7EDC80EC2}" type="presParOf" srcId="{6AF0C4F8-6566-B94C-B4C5-C641B6EAB4D6}" destId="{31F80562-BE88-404F-B8FB-DEA0E6EC9EAF}" srcOrd="1" destOrd="0" presId="urn:microsoft.com/office/officeart/2005/8/layout/orgChart1"/>
    <dgm:cxn modelId="{5CADA621-1696-6047-A027-37444C607034}" type="presParOf" srcId="{5C0A2C6D-5C2C-DB4E-B07D-E81A141AC71A}" destId="{E65E7BFA-4D5B-D24F-9CB9-1D604282A0EB}" srcOrd="1" destOrd="0" presId="urn:microsoft.com/office/officeart/2005/8/layout/orgChart1"/>
    <dgm:cxn modelId="{6E95D5BE-F6C3-7045-837F-62F073E4C0DC}" type="presParOf" srcId="{5C0A2C6D-5C2C-DB4E-B07D-E81A141AC71A}" destId="{6D91FD4A-C2D5-AD4D-B094-A2DF0964A095}" srcOrd="2" destOrd="0" presId="urn:microsoft.com/office/officeart/2005/8/layout/orgChart1"/>
    <dgm:cxn modelId="{700FE316-677E-FE4A-AC7D-D854248B6224}" type="presParOf" srcId="{CB8E01C6-10CA-4449-9A36-30246C7FEC5D}" destId="{5CE23DFB-E7D8-EC4A-AE0E-5933E9542869}" srcOrd="2" destOrd="0" presId="urn:microsoft.com/office/officeart/2005/8/layout/orgChart1"/>
    <dgm:cxn modelId="{0A6BB26A-41D7-2347-8280-3E15EFD52B3C}" type="presParOf" srcId="{442E0513-F5DD-DE4C-A6C3-5289F747727F}" destId="{0C3665E5-DBC0-D04C-8BA7-9A90C972898E}" srcOrd="2" destOrd="0" presId="urn:microsoft.com/office/officeart/2005/8/layout/orgChart1"/>
    <dgm:cxn modelId="{DE8375DE-5515-6641-8666-17AAF130017A}" type="presParOf" srcId="{442E0513-F5DD-DE4C-A6C3-5289F747727F}" destId="{487A8617-555E-EE40-BA6B-6BE58D4330E4}" srcOrd="3" destOrd="0" presId="urn:microsoft.com/office/officeart/2005/8/layout/orgChart1"/>
    <dgm:cxn modelId="{45A5D854-ED77-B94E-AAA6-B1BDC894DFF2}" type="presParOf" srcId="{487A8617-555E-EE40-BA6B-6BE58D4330E4}" destId="{E09C58B2-943F-464C-A8EC-4A143B0940B3}" srcOrd="0" destOrd="0" presId="urn:microsoft.com/office/officeart/2005/8/layout/orgChart1"/>
    <dgm:cxn modelId="{2189D271-34C3-5A4D-AA55-732B7A7BB93F}" type="presParOf" srcId="{E09C58B2-943F-464C-A8EC-4A143B0940B3}" destId="{B35D61E6-72C0-2C4B-A1E8-96D062BB2B70}" srcOrd="0" destOrd="0" presId="urn:microsoft.com/office/officeart/2005/8/layout/orgChart1"/>
    <dgm:cxn modelId="{31C08CB8-1FA6-1741-A1E5-A8A4982CE547}" type="presParOf" srcId="{E09C58B2-943F-464C-A8EC-4A143B0940B3}" destId="{EBD4CBA5-3AD3-F445-A563-38D1C78A1119}" srcOrd="1" destOrd="0" presId="urn:microsoft.com/office/officeart/2005/8/layout/orgChart1"/>
    <dgm:cxn modelId="{D73DB77E-7920-FD47-8426-3C3B63C832C9}" type="presParOf" srcId="{487A8617-555E-EE40-BA6B-6BE58D4330E4}" destId="{4163CE2F-480A-574E-9008-71F437E95358}" srcOrd="1" destOrd="0" presId="urn:microsoft.com/office/officeart/2005/8/layout/orgChart1"/>
    <dgm:cxn modelId="{6363CE44-54E4-C148-96C8-B063E947E37B}" type="presParOf" srcId="{4163CE2F-480A-574E-9008-71F437E95358}" destId="{BCC744B6-2A09-474F-BA18-A1EEEDFE7E5E}" srcOrd="0" destOrd="0" presId="urn:microsoft.com/office/officeart/2005/8/layout/orgChart1"/>
    <dgm:cxn modelId="{DCB5D5F0-4F32-F04D-9905-493BE1F82141}" type="presParOf" srcId="{4163CE2F-480A-574E-9008-71F437E95358}" destId="{2C3B2BAB-C0BF-2846-9AF3-0D221D09B29E}" srcOrd="1" destOrd="0" presId="urn:microsoft.com/office/officeart/2005/8/layout/orgChart1"/>
    <dgm:cxn modelId="{81F4BFEA-53D5-924F-A97F-999CD0D6A48B}" type="presParOf" srcId="{2C3B2BAB-C0BF-2846-9AF3-0D221D09B29E}" destId="{F7ABAFEF-1C3E-3144-BC94-97498F16AFB2}" srcOrd="0" destOrd="0" presId="urn:microsoft.com/office/officeart/2005/8/layout/orgChart1"/>
    <dgm:cxn modelId="{77EF400B-0F72-244D-9A88-3E1CAB9FF0A2}" type="presParOf" srcId="{F7ABAFEF-1C3E-3144-BC94-97498F16AFB2}" destId="{5AA7EDBF-9499-934B-833B-F8A563E629A9}" srcOrd="0" destOrd="0" presId="urn:microsoft.com/office/officeart/2005/8/layout/orgChart1"/>
    <dgm:cxn modelId="{6AF516E5-C0CE-FE49-A65F-EBCDF86E72AD}" type="presParOf" srcId="{F7ABAFEF-1C3E-3144-BC94-97498F16AFB2}" destId="{10697C76-D46C-C54C-B4C5-F214AEE9B7DC}" srcOrd="1" destOrd="0" presId="urn:microsoft.com/office/officeart/2005/8/layout/orgChart1"/>
    <dgm:cxn modelId="{29579E5B-B5FA-9242-8717-4570069BF2A1}" type="presParOf" srcId="{2C3B2BAB-C0BF-2846-9AF3-0D221D09B29E}" destId="{6F9C4C3A-881A-D245-8478-0F0BC4E756D0}" srcOrd="1" destOrd="0" presId="urn:microsoft.com/office/officeart/2005/8/layout/orgChart1"/>
    <dgm:cxn modelId="{AA6CADB3-3344-CD4D-8A0B-9C9EC2BC4DB7}" type="presParOf" srcId="{2C3B2BAB-C0BF-2846-9AF3-0D221D09B29E}" destId="{4A6F99E0-F32E-924E-8B7D-CAEC3C7A4EC7}" srcOrd="2" destOrd="0" presId="urn:microsoft.com/office/officeart/2005/8/layout/orgChart1"/>
    <dgm:cxn modelId="{8201FCB3-B1D8-F34C-A8E5-A2F54428B01A}" type="presParOf" srcId="{4163CE2F-480A-574E-9008-71F437E95358}" destId="{03EE05AD-DFC7-2F40-B294-4517108700FA}" srcOrd="2" destOrd="0" presId="urn:microsoft.com/office/officeart/2005/8/layout/orgChart1"/>
    <dgm:cxn modelId="{E536A0DB-37A5-C244-986A-DFA4F49915AA}" type="presParOf" srcId="{4163CE2F-480A-574E-9008-71F437E95358}" destId="{E4B17ECD-D866-8844-B52E-779CFC9A4348}" srcOrd="3" destOrd="0" presId="urn:microsoft.com/office/officeart/2005/8/layout/orgChart1"/>
    <dgm:cxn modelId="{2DACB9EF-1751-FC46-8395-AD1F3EF72947}" type="presParOf" srcId="{E4B17ECD-D866-8844-B52E-779CFC9A4348}" destId="{9B8AE274-6A5E-DD44-B9E0-48F0FDD7A699}" srcOrd="0" destOrd="0" presId="urn:microsoft.com/office/officeart/2005/8/layout/orgChart1"/>
    <dgm:cxn modelId="{A18C0227-89DE-5C4A-8026-FCD64344181E}" type="presParOf" srcId="{9B8AE274-6A5E-DD44-B9E0-48F0FDD7A699}" destId="{3186FCCC-D8C5-CE40-8E67-3F20249DD078}" srcOrd="0" destOrd="0" presId="urn:microsoft.com/office/officeart/2005/8/layout/orgChart1"/>
    <dgm:cxn modelId="{E21C28E5-C99A-A44F-9078-4CC3177F1CAB}" type="presParOf" srcId="{9B8AE274-6A5E-DD44-B9E0-48F0FDD7A699}" destId="{B51E5DAB-D192-C143-A4B5-379DFED2A8CA}" srcOrd="1" destOrd="0" presId="urn:microsoft.com/office/officeart/2005/8/layout/orgChart1"/>
    <dgm:cxn modelId="{5EA5D409-FBAA-2B40-8191-CF6F35851FCA}" type="presParOf" srcId="{E4B17ECD-D866-8844-B52E-779CFC9A4348}" destId="{ED1860E3-86F6-F145-8C68-C4771D40A078}" srcOrd="1" destOrd="0" presId="urn:microsoft.com/office/officeart/2005/8/layout/orgChart1"/>
    <dgm:cxn modelId="{17C69F48-0AA2-6248-8C02-942DB3A7E673}" type="presParOf" srcId="{E4B17ECD-D866-8844-B52E-779CFC9A4348}" destId="{9A254C7F-4F23-8A4C-A372-8A4EEE4E68F8}" srcOrd="2" destOrd="0" presId="urn:microsoft.com/office/officeart/2005/8/layout/orgChart1"/>
    <dgm:cxn modelId="{8BBE79A2-93E6-4046-A675-660F9BBA3FA2}" type="presParOf" srcId="{487A8617-555E-EE40-BA6B-6BE58D4330E4}" destId="{630ACB3A-F0D0-F74B-B57B-A3866BE64939}" srcOrd="2" destOrd="0" presId="urn:microsoft.com/office/officeart/2005/8/layout/orgChart1"/>
    <dgm:cxn modelId="{020D5391-C372-1844-AC29-6F667A4BE024}" type="presParOf" srcId="{0EE73ED7-E2F2-C745-9603-417E8167136D}" destId="{3A305C40-BFC0-E241-9DE2-AC187F619865}" srcOrd="2" destOrd="0" presId="urn:microsoft.com/office/officeart/2005/8/layout/orgChart1"/>
    <dgm:cxn modelId="{8027E4E3-5F86-7843-8774-9C2985899609}" type="presParOf" srcId="{5C058EC1-7B1B-D348-A191-6B48464EF423}" destId="{4D079CDE-7968-5F4E-B668-BED112BA111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FCDEA56-BF30-2C49-AB77-0F56044B5805}" type="doc">
      <dgm:prSet loTypeId="urn:microsoft.com/office/officeart/2005/8/layout/orgChar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7461D92-108E-6745-B3D3-D06788D32B88}">
      <dgm:prSet phldrT="[Text]" custT="1"/>
      <dgm:spPr/>
      <dgm:t>
        <a:bodyPr/>
        <a:lstStyle/>
        <a:p>
          <a:r>
            <a:rPr lang="en-GB" sz="1200" dirty="0"/>
            <a:t>Elevate card go-live effort</a:t>
          </a:r>
        </a:p>
      </dgm:t>
    </dgm:pt>
    <dgm:pt modelId="{02B61CA2-A64C-D949-8A02-460A9F697FE5}" type="parTrans" cxnId="{1977EE03-CDE1-9E4C-B33A-30A6FCA43303}">
      <dgm:prSet/>
      <dgm:spPr/>
      <dgm:t>
        <a:bodyPr/>
        <a:lstStyle/>
        <a:p>
          <a:endParaRPr lang="en-GB" sz="1200"/>
        </a:p>
      </dgm:t>
    </dgm:pt>
    <dgm:pt modelId="{C26BE336-75F5-7F48-99E9-CB6FCAB66279}" type="sibTrans" cxnId="{1977EE03-CDE1-9E4C-B33A-30A6FCA43303}">
      <dgm:prSet/>
      <dgm:spPr/>
      <dgm:t>
        <a:bodyPr/>
        <a:lstStyle/>
        <a:p>
          <a:endParaRPr lang="en-GB" sz="1200"/>
        </a:p>
      </dgm:t>
    </dgm:pt>
    <dgm:pt modelId="{91601921-F036-1E4A-AEA1-6EBFB44E467A}">
      <dgm:prSet custT="1"/>
      <dgm:spPr/>
      <dgm:t>
        <a:bodyPr/>
        <a:lstStyle/>
        <a:p>
          <a:r>
            <a:rPr lang="en-GB" sz="1200" dirty="0"/>
            <a:t>Card processor integration</a:t>
          </a:r>
        </a:p>
        <a:p>
          <a:r>
            <a:rPr lang="en-GB" sz="1200" dirty="0"/>
            <a:t>10 days</a:t>
          </a:r>
        </a:p>
      </dgm:t>
    </dgm:pt>
    <dgm:pt modelId="{38BC9596-59E4-0840-B54F-18FC485F99C2}" type="parTrans" cxnId="{0FE805D2-E8B7-D64D-8732-E22A51FDB4FC}">
      <dgm:prSet/>
      <dgm:spPr/>
      <dgm:t>
        <a:bodyPr/>
        <a:lstStyle/>
        <a:p>
          <a:endParaRPr lang="en-GB"/>
        </a:p>
      </dgm:t>
    </dgm:pt>
    <dgm:pt modelId="{0A64F605-C881-8A42-94D2-79BE651AA3E7}" type="sibTrans" cxnId="{0FE805D2-E8B7-D64D-8732-E22A51FDB4FC}">
      <dgm:prSet/>
      <dgm:spPr/>
      <dgm:t>
        <a:bodyPr/>
        <a:lstStyle/>
        <a:p>
          <a:endParaRPr lang="en-GB"/>
        </a:p>
      </dgm:t>
    </dgm:pt>
    <dgm:pt modelId="{F2087F72-6ABF-DA46-A160-858B0841D0BC}">
      <dgm:prSet custT="1"/>
      <dgm:spPr/>
      <dgm:t>
        <a:bodyPr/>
        <a:lstStyle/>
        <a:p>
          <a:r>
            <a:rPr lang="en-GB" sz="1200" dirty="0"/>
            <a:t>Card Lifecycle</a:t>
          </a:r>
        </a:p>
        <a:p>
          <a:r>
            <a:rPr lang="en-GB" sz="1200" dirty="0"/>
            <a:t>40 days</a:t>
          </a:r>
        </a:p>
      </dgm:t>
    </dgm:pt>
    <dgm:pt modelId="{C7974DB5-05A6-324B-A49C-BD6C2A2112D5}" type="parTrans" cxnId="{13288A4C-C9AB-6942-AAEB-D623836419EC}">
      <dgm:prSet/>
      <dgm:spPr/>
      <dgm:t>
        <a:bodyPr/>
        <a:lstStyle/>
        <a:p>
          <a:endParaRPr lang="en-GB"/>
        </a:p>
      </dgm:t>
    </dgm:pt>
    <dgm:pt modelId="{EBEC1AEA-00DA-CF47-8393-C7A26E44882A}" type="sibTrans" cxnId="{13288A4C-C9AB-6942-AAEB-D623836419EC}">
      <dgm:prSet/>
      <dgm:spPr/>
      <dgm:t>
        <a:bodyPr/>
        <a:lstStyle/>
        <a:p>
          <a:endParaRPr lang="en-GB"/>
        </a:p>
      </dgm:t>
    </dgm:pt>
    <dgm:pt modelId="{AF3169E8-17CF-1049-A79A-F613E90CBAAF}">
      <dgm:prSet custT="1"/>
      <dgm:spPr/>
      <dgm:t>
        <a:bodyPr/>
        <a:lstStyle/>
        <a:p>
          <a:r>
            <a:rPr lang="en-GB" sz="1200" dirty="0"/>
            <a:t>Card Reconciliation</a:t>
          </a:r>
        </a:p>
        <a:p>
          <a:r>
            <a:rPr lang="en-GB" sz="1200" dirty="0"/>
            <a:t>20 days</a:t>
          </a:r>
        </a:p>
      </dgm:t>
    </dgm:pt>
    <dgm:pt modelId="{51573929-184C-0848-A281-EEC338BEEE26}" type="parTrans" cxnId="{86AB7A1F-C4FE-8846-A4D3-D94C658C9C91}">
      <dgm:prSet/>
      <dgm:spPr/>
      <dgm:t>
        <a:bodyPr/>
        <a:lstStyle/>
        <a:p>
          <a:endParaRPr lang="en-GB"/>
        </a:p>
      </dgm:t>
    </dgm:pt>
    <dgm:pt modelId="{A28E1248-3140-1147-B93A-E82E39CF75E5}" type="sibTrans" cxnId="{86AB7A1F-C4FE-8846-A4D3-D94C658C9C91}">
      <dgm:prSet/>
      <dgm:spPr/>
      <dgm:t>
        <a:bodyPr/>
        <a:lstStyle/>
        <a:p>
          <a:endParaRPr lang="en-GB"/>
        </a:p>
      </dgm:t>
    </dgm:pt>
    <dgm:pt modelId="{E6720F80-114E-9049-9DFC-65EE99405812}" type="pres">
      <dgm:prSet presAssocID="{7FCDEA56-BF30-2C49-AB77-0F56044B580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2B6C32B-2DB1-1B4F-8C0E-F4E24A316906}" type="pres">
      <dgm:prSet presAssocID="{D7461D92-108E-6745-B3D3-D06788D32B88}" presName="hierRoot1" presStyleCnt="0">
        <dgm:presLayoutVars>
          <dgm:hierBranch val="init"/>
        </dgm:presLayoutVars>
      </dgm:prSet>
      <dgm:spPr/>
    </dgm:pt>
    <dgm:pt modelId="{A38AED5D-931B-B14B-A008-5A2D3A311CD6}" type="pres">
      <dgm:prSet presAssocID="{D7461D92-108E-6745-B3D3-D06788D32B88}" presName="rootComposite1" presStyleCnt="0"/>
      <dgm:spPr/>
    </dgm:pt>
    <dgm:pt modelId="{3C4E5ACF-4258-4947-9673-4F8D76CFD963}" type="pres">
      <dgm:prSet presAssocID="{D7461D92-108E-6745-B3D3-D06788D32B88}" presName="rootText1" presStyleLbl="node0" presStyleIdx="0" presStyleCnt="1">
        <dgm:presLayoutVars>
          <dgm:chPref val="3"/>
        </dgm:presLayoutVars>
      </dgm:prSet>
      <dgm:spPr/>
    </dgm:pt>
    <dgm:pt modelId="{9BE8D500-6D3E-A84C-84DA-FE21FAA2E63D}" type="pres">
      <dgm:prSet presAssocID="{D7461D92-108E-6745-B3D3-D06788D32B88}" presName="rootConnector1" presStyleLbl="node1" presStyleIdx="0" presStyleCnt="0"/>
      <dgm:spPr/>
    </dgm:pt>
    <dgm:pt modelId="{697A04A2-5237-574E-A7D6-A2E8192E353B}" type="pres">
      <dgm:prSet presAssocID="{D7461D92-108E-6745-B3D3-D06788D32B88}" presName="hierChild2" presStyleCnt="0"/>
      <dgm:spPr/>
    </dgm:pt>
    <dgm:pt modelId="{DF8A5AA8-C585-724A-83C7-ED27DA336570}" type="pres">
      <dgm:prSet presAssocID="{38BC9596-59E4-0840-B54F-18FC485F99C2}" presName="Name37" presStyleLbl="parChTrans1D2" presStyleIdx="0" presStyleCnt="3"/>
      <dgm:spPr/>
    </dgm:pt>
    <dgm:pt modelId="{259BDF66-83A1-CA4C-9950-ADF197E54367}" type="pres">
      <dgm:prSet presAssocID="{91601921-F036-1E4A-AEA1-6EBFB44E467A}" presName="hierRoot2" presStyleCnt="0">
        <dgm:presLayoutVars>
          <dgm:hierBranch val="init"/>
        </dgm:presLayoutVars>
      </dgm:prSet>
      <dgm:spPr/>
    </dgm:pt>
    <dgm:pt modelId="{4F2EE2E3-6072-9746-9474-8A4351D1AF13}" type="pres">
      <dgm:prSet presAssocID="{91601921-F036-1E4A-AEA1-6EBFB44E467A}" presName="rootComposite" presStyleCnt="0"/>
      <dgm:spPr/>
    </dgm:pt>
    <dgm:pt modelId="{837B9EC6-AE81-BD4C-9638-F34D4D47F4ED}" type="pres">
      <dgm:prSet presAssocID="{91601921-F036-1E4A-AEA1-6EBFB44E467A}" presName="rootText" presStyleLbl="node2" presStyleIdx="0" presStyleCnt="3">
        <dgm:presLayoutVars>
          <dgm:chPref val="3"/>
        </dgm:presLayoutVars>
      </dgm:prSet>
      <dgm:spPr/>
    </dgm:pt>
    <dgm:pt modelId="{50B5DED1-CA15-804A-80A1-570065235752}" type="pres">
      <dgm:prSet presAssocID="{91601921-F036-1E4A-AEA1-6EBFB44E467A}" presName="rootConnector" presStyleLbl="node2" presStyleIdx="0" presStyleCnt="3"/>
      <dgm:spPr/>
    </dgm:pt>
    <dgm:pt modelId="{AC34BCE7-7B6D-3E40-8ED5-888486B89DE0}" type="pres">
      <dgm:prSet presAssocID="{91601921-F036-1E4A-AEA1-6EBFB44E467A}" presName="hierChild4" presStyleCnt="0"/>
      <dgm:spPr/>
    </dgm:pt>
    <dgm:pt modelId="{D765A14D-90F3-7D43-B861-688C6EE7C544}" type="pres">
      <dgm:prSet presAssocID="{91601921-F036-1E4A-AEA1-6EBFB44E467A}" presName="hierChild5" presStyleCnt="0"/>
      <dgm:spPr/>
    </dgm:pt>
    <dgm:pt modelId="{33C4838E-A09F-1443-A16D-05FA80B3C866}" type="pres">
      <dgm:prSet presAssocID="{C7974DB5-05A6-324B-A49C-BD6C2A2112D5}" presName="Name37" presStyleLbl="parChTrans1D2" presStyleIdx="1" presStyleCnt="3"/>
      <dgm:spPr/>
    </dgm:pt>
    <dgm:pt modelId="{7417203D-46E3-CB4D-88CF-366951EE24BE}" type="pres">
      <dgm:prSet presAssocID="{F2087F72-6ABF-DA46-A160-858B0841D0BC}" presName="hierRoot2" presStyleCnt="0">
        <dgm:presLayoutVars>
          <dgm:hierBranch val="init"/>
        </dgm:presLayoutVars>
      </dgm:prSet>
      <dgm:spPr/>
    </dgm:pt>
    <dgm:pt modelId="{36929276-A29C-4B4F-8BFD-8EA3FCCB6F89}" type="pres">
      <dgm:prSet presAssocID="{F2087F72-6ABF-DA46-A160-858B0841D0BC}" presName="rootComposite" presStyleCnt="0"/>
      <dgm:spPr/>
    </dgm:pt>
    <dgm:pt modelId="{533D29B5-D208-6541-880E-A38B97FB1899}" type="pres">
      <dgm:prSet presAssocID="{F2087F72-6ABF-DA46-A160-858B0841D0BC}" presName="rootText" presStyleLbl="node2" presStyleIdx="1" presStyleCnt="3">
        <dgm:presLayoutVars>
          <dgm:chPref val="3"/>
        </dgm:presLayoutVars>
      </dgm:prSet>
      <dgm:spPr/>
    </dgm:pt>
    <dgm:pt modelId="{EC206576-269E-0948-B969-770CEDDAD2D9}" type="pres">
      <dgm:prSet presAssocID="{F2087F72-6ABF-DA46-A160-858B0841D0BC}" presName="rootConnector" presStyleLbl="node2" presStyleIdx="1" presStyleCnt="3"/>
      <dgm:spPr/>
    </dgm:pt>
    <dgm:pt modelId="{782FC7B8-84F3-AB49-8A41-AFD9E408CB86}" type="pres">
      <dgm:prSet presAssocID="{F2087F72-6ABF-DA46-A160-858B0841D0BC}" presName="hierChild4" presStyleCnt="0"/>
      <dgm:spPr/>
    </dgm:pt>
    <dgm:pt modelId="{8587FCB7-81CC-C744-8300-B47CF4622E84}" type="pres">
      <dgm:prSet presAssocID="{F2087F72-6ABF-DA46-A160-858B0841D0BC}" presName="hierChild5" presStyleCnt="0"/>
      <dgm:spPr/>
    </dgm:pt>
    <dgm:pt modelId="{4A38665B-FC8C-3946-A2B6-298E79A58F88}" type="pres">
      <dgm:prSet presAssocID="{51573929-184C-0848-A281-EEC338BEEE26}" presName="Name37" presStyleLbl="parChTrans1D2" presStyleIdx="2" presStyleCnt="3"/>
      <dgm:spPr/>
    </dgm:pt>
    <dgm:pt modelId="{B01DD1A1-B62C-1740-B40E-065EE68638F7}" type="pres">
      <dgm:prSet presAssocID="{AF3169E8-17CF-1049-A79A-F613E90CBAAF}" presName="hierRoot2" presStyleCnt="0">
        <dgm:presLayoutVars>
          <dgm:hierBranch val="init"/>
        </dgm:presLayoutVars>
      </dgm:prSet>
      <dgm:spPr/>
    </dgm:pt>
    <dgm:pt modelId="{03B56C29-2B49-4145-B41C-984F08522CF5}" type="pres">
      <dgm:prSet presAssocID="{AF3169E8-17CF-1049-A79A-F613E90CBAAF}" presName="rootComposite" presStyleCnt="0"/>
      <dgm:spPr/>
    </dgm:pt>
    <dgm:pt modelId="{0F43BC9D-ADEA-5243-98BF-DDD34C56C729}" type="pres">
      <dgm:prSet presAssocID="{AF3169E8-17CF-1049-A79A-F613E90CBAAF}" presName="rootText" presStyleLbl="node2" presStyleIdx="2" presStyleCnt="3">
        <dgm:presLayoutVars>
          <dgm:chPref val="3"/>
        </dgm:presLayoutVars>
      </dgm:prSet>
      <dgm:spPr/>
    </dgm:pt>
    <dgm:pt modelId="{A9CD7141-05F8-4C44-94FA-318DA666130E}" type="pres">
      <dgm:prSet presAssocID="{AF3169E8-17CF-1049-A79A-F613E90CBAAF}" presName="rootConnector" presStyleLbl="node2" presStyleIdx="2" presStyleCnt="3"/>
      <dgm:spPr/>
    </dgm:pt>
    <dgm:pt modelId="{C680ECFA-3310-6943-8E8C-07F99B8CE3F0}" type="pres">
      <dgm:prSet presAssocID="{AF3169E8-17CF-1049-A79A-F613E90CBAAF}" presName="hierChild4" presStyleCnt="0"/>
      <dgm:spPr/>
    </dgm:pt>
    <dgm:pt modelId="{0C4B183D-1B3B-9247-87AC-7E459ABB0755}" type="pres">
      <dgm:prSet presAssocID="{AF3169E8-17CF-1049-A79A-F613E90CBAAF}" presName="hierChild5" presStyleCnt="0"/>
      <dgm:spPr/>
    </dgm:pt>
    <dgm:pt modelId="{CDD353E7-2BD3-7743-9924-CA77A11C5114}" type="pres">
      <dgm:prSet presAssocID="{D7461D92-108E-6745-B3D3-D06788D32B88}" presName="hierChild3" presStyleCnt="0"/>
      <dgm:spPr/>
    </dgm:pt>
  </dgm:ptLst>
  <dgm:cxnLst>
    <dgm:cxn modelId="{1977EE03-CDE1-9E4C-B33A-30A6FCA43303}" srcId="{7FCDEA56-BF30-2C49-AB77-0F56044B5805}" destId="{D7461D92-108E-6745-B3D3-D06788D32B88}" srcOrd="0" destOrd="0" parTransId="{02B61CA2-A64C-D949-8A02-460A9F697FE5}" sibTransId="{C26BE336-75F5-7F48-99E9-CB6FCAB66279}"/>
    <dgm:cxn modelId="{5F4A0608-2E70-BC48-96F3-6F2CE3C4B5F0}" type="presOf" srcId="{C7974DB5-05A6-324B-A49C-BD6C2A2112D5}" destId="{33C4838E-A09F-1443-A16D-05FA80B3C866}" srcOrd="0" destOrd="0" presId="urn:microsoft.com/office/officeart/2005/8/layout/orgChart1"/>
    <dgm:cxn modelId="{5E565C09-7464-434D-A501-57784B432FF1}" type="presOf" srcId="{AF3169E8-17CF-1049-A79A-F613E90CBAAF}" destId="{A9CD7141-05F8-4C44-94FA-318DA666130E}" srcOrd="1" destOrd="0" presId="urn:microsoft.com/office/officeart/2005/8/layout/orgChart1"/>
    <dgm:cxn modelId="{422CAF0A-8B22-324E-BDDC-59D507B51B13}" type="presOf" srcId="{D7461D92-108E-6745-B3D3-D06788D32B88}" destId="{9BE8D500-6D3E-A84C-84DA-FE21FAA2E63D}" srcOrd="1" destOrd="0" presId="urn:microsoft.com/office/officeart/2005/8/layout/orgChart1"/>
    <dgm:cxn modelId="{86AB7A1F-C4FE-8846-A4D3-D94C658C9C91}" srcId="{D7461D92-108E-6745-B3D3-D06788D32B88}" destId="{AF3169E8-17CF-1049-A79A-F613E90CBAAF}" srcOrd="2" destOrd="0" parTransId="{51573929-184C-0848-A281-EEC338BEEE26}" sibTransId="{A28E1248-3140-1147-B93A-E82E39CF75E5}"/>
    <dgm:cxn modelId="{C5E29538-5D35-074F-81AB-3C3323750875}" type="presOf" srcId="{F2087F72-6ABF-DA46-A160-858B0841D0BC}" destId="{533D29B5-D208-6541-880E-A38B97FB1899}" srcOrd="0" destOrd="0" presId="urn:microsoft.com/office/officeart/2005/8/layout/orgChart1"/>
    <dgm:cxn modelId="{1ACECB3E-F3B2-344A-879F-827B19E68809}" type="presOf" srcId="{51573929-184C-0848-A281-EEC338BEEE26}" destId="{4A38665B-FC8C-3946-A2B6-298E79A58F88}" srcOrd="0" destOrd="0" presId="urn:microsoft.com/office/officeart/2005/8/layout/orgChart1"/>
    <dgm:cxn modelId="{13288A4C-C9AB-6942-AAEB-D623836419EC}" srcId="{D7461D92-108E-6745-B3D3-D06788D32B88}" destId="{F2087F72-6ABF-DA46-A160-858B0841D0BC}" srcOrd="1" destOrd="0" parTransId="{C7974DB5-05A6-324B-A49C-BD6C2A2112D5}" sibTransId="{EBEC1AEA-00DA-CF47-8393-C7A26E44882A}"/>
    <dgm:cxn modelId="{BFE9636E-D132-0048-8176-EF094F45A9FD}" type="presOf" srcId="{38BC9596-59E4-0840-B54F-18FC485F99C2}" destId="{DF8A5AA8-C585-724A-83C7-ED27DA336570}" srcOrd="0" destOrd="0" presId="urn:microsoft.com/office/officeart/2005/8/layout/orgChart1"/>
    <dgm:cxn modelId="{E76CC974-A227-0C48-88CF-615ED42410E1}" type="presOf" srcId="{91601921-F036-1E4A-AEA1-6EBFB44E467A}" destId="{837B9EC6-AE81-BD4C-9638-F34D4D47F4ED}" srcOrd="0" destOrd="0" presId="urn:microsoft.com/office/officeart/2005/8/layout/orgChart1"/>
    <dgm:cxn modelId="{D401A88D-6569-2949-BA3F-A2BD99BD3315}" type="presOf" srcId="{91601921-F036-1E4A-AEA1-6EBFB44E467A}" destId="{50B5DED1-CA15-804A-80A1-570065235752}" srcOrd="1" destOrd="0" presId="urn:microsoft.com/office/officeart/2005/8/layout/orgChart1"/>
    <dgm:cxn modelId="{189BA0B4-4270-CE46-BA3A-CA75F7E62677}" type="presOf" srcId="{D7461D92-108E-6745-B3D3-D06788D32B88}" destId="{3C4E5ACF-4258-4947-9673-4F8D76CFD963}" srcOrd="0" destOrd="0" presId="urn:microsoft.com/office/officeart/2005/8/layout/orgChart1"/>
    <dgm:cxn modelId="{6C8B86BF-4BDE-3C44-99FC-34016264F465}" type="presOf" srcId="{AF3169E8-17CF-1049-A79A-F613E90CBAAF}" destId="{0F43BC9D-ADEA-5243-98BF-DDD34C56C729}" srcOrd="0" destOrd="0" presId="urn:microsoft.com/office/officeart/2005/8/layout/orgChart1"/>
    <dgm:cxn modelId="{0FE805D2-E8B7-D64D-8732-E22A51FDB4FC}" srcId="{D7461D92-108E-6745-B3D3-D06788D32B88}" destId="{91601921-F036-1E4A-AEA1-6EBFB44E467A}" srcOrd="0" destOrd="0" parTransId="{38BC9596-59E4-0840-B54F-18FC485F99C2}" sibTransId="{0A64F605-C881-8A42-94D2-79BE651AA3E7}"/>
    <dgm:cxn modelId="{200621D2-ECED-6F4E-962E-D2DD8E7390C9}" type="presOf" srcId="{F2087F72-6ABF-DA46-A160-858B0841D0BC}" destId="{EC206576-269E-0948-B969-770CEDDAD2D9}" srcOrd="1" destOrd="0" presId="urn:microsoft.com/office/officeart/2005/8/layout/orgChart1"/>
    <dgm:cxn modelId="{DA65B5DF-9A95-BA46-BE82-EF83EA9D3673}" type="presOf" srcId="{7FCDEA56-BF30-2C49-AB77-0F56044B5805}" destId="{E6720F80-114E-9049-9DFC-65EE99405812}" srcOrd="0" destOrd="0" presId="urn:microsoft.com/office/officeart/2005/8/layout/orgChart1"/>
    <dgm:cxn modelId="{2A092203-BA27-8A4C-AC14-F69CB825FEA8}" type="presParOf" srcId="{E6720F80-114E-9049-9DFC-65EE99405812}" destId="{12B6C32B-2DB1-1B4F-8C0E-F4E24A316906}" srcOrd="0" destOrd="0" presId="urn:microsoft.com/office/officeart/2005/8/layout/orgChart1"/>
    <dgm:cxn modelId="{AB0763D8-64E4-6F4E-A8A8-4F0B40CBF1E6}" type="presParOf" srcId="{12B6C32B-2DB1-1B4F-8C0E-F4E24A316906}" destId="{A38AED5D-931B-B14B-A008-5A2D3A311CD6}" srcOrd="0" destOrd="0" presId="urn:microsoft.com/office/officeart/2005/8/layout/orgChart1"/>
    <dgm:cxn modelId="{71601265-6B4D-8B40-B3DF-63EA0640D7B6}" type="presParOf" srcId="{A38AED5D-931B-B14B-A008-5A2D3A311CD6}" destId="{3C4E5ACF-4258-4947-9673-4F8D76CFD963}" srcOrd="0" destOrd="0" presId="urn:microsoft.com/office/officeart/2005/8/layout/orgChart1"/>
    <dgm:cxn modelId="{351C553D-CCA4-7C40-8080-8457A6FD48FF}" type="presParOf" srcId="{A38AED5D-931B-B14B-A008-5A2D3A311CD6}" destId="{9BE8D500-6D3E-A84C-84DA-FE21FAA2E63D}" srcOrd="1" destOrd="0" presId="urn:microsoft.com/office/officeart/2005/8/layout/orgChart1"/>
    <dgm:cxn modelId="{2102D836-0D7D-364E-B952-C70668325B29}" type="presParOf" srcId="{12B6C32B-2DB1-1B4F-8C0E-F4E24A316906}" destId="{697A04A2-5237-574E-A7D6-A2E8192E353B}" srcOrd="1" destOrd="0" presId="urn:microsoft.com/office/officeart/2005/8/layout/orgChart1"/>
    <dgm:cxn modelId="{D2507540-2065-C547-A207-F5624F8CA607}" type="presParOf" srcId="{697A04A2-5237-574E-A7D6-A2E8192E353B}" destId="{DF8A5AA8-C585-724A-83C7-ED27DA336570}" srcOrd="0" destOrd="0" presId="urn:microsoft.com/office/officeart/2005/8/layout/orgChart1"/>
    <dgm:cxn modelId="{B1B971A7-23E2-F84D-B907-1DB0C9BBB217}" type="presParOf" srcId="{697A04A2-5237-574E-A7D6-A2E8192E353B}" destId="{259BDF66-83A1-CA4C-9950-ADF197E54367}" srcOrd="1" destOrd="0" presId="urn:microsoft.com/office/officeart/2005/8/layout/orgChart1"/>
    <dgm:cxn modelId="{C8CBCEBD-3594-7E45-953A-4365762E6974}" type="presParOf" srcId="{259BDF66-83A1-CA4C-9950-ADF197E54367}" destId="{4F2EE2E3-6072-9746-9474-8A4351D1AF13}" srcOrd="0" destOrd="0" presId="urn:microsoft.com/office/officeart/2005/8/layout/orgChart1"/>
    <dgm:cxn modelId="{BDFCE4AC-6498-374B-B4CF-3651D0E5D061}" type="presParOf" srcId="{4F2EE2E3-6072-9746-9474-8A4351D1AF13}" destId="{837B9EC6-AE81-BD4C-9638-F34D4D47F4ED}" srcOrd="0" destOrd="0" presId="urn:microsoft.com/office/officeart/2005/8/layout/orgChart1"/>
    <dgm:cxn modelId="{481FA2AD-0A8D-E04E-A955-A9DDA2EE3C93}" type="presParOf" srcId="{4F2EE2E3-6072-9746-9474-8A4351D1AF13}" destId="{50B5DED1-CA15-804A-80A1-570065235752}" srcOrd="1" destOrd="0" presId="urn:microsoft.com/office/officeart/2005/8/layout/orgChart1"/>
    <dgm:cxn modelId="{50F1153E-651B-C642-92EA-AD415ACDCD25}" type="presParOf" srcId="{259BDF66-83A1-CA4C-9950-ADF197E54367}" destId="{AC34BCE7-7B6D-3E40-8ED5-888486B89DE0}" srcOrd="1" destOrd="0" presId="urn:microsoft.com/office/officeart/2005/8/layout/orgChart1"/>
    <dgm:cxn modelId="{049847D2-5CC2-1A4D-A6B3-91BA6D5FF2DE}" type="presParOf" srcId="{259BDF66-83A1-CA4C-9950-ADF197E54367}" destId="{D765A14D-90F3-7D43-B861-688C6EE7C544}" srcOrd="2" destOrd="0" presId="urn:microsoft.com/office/officeart/2005/8/layout/orgChart1"/>
    <dgm:cxn modelId="{7E72EE3F-2FED-AD4A-981B-5781E8EDD2C6}" type="presParOf" srcId="{697A04A2-5237-574E-A7D6-A2E8192E353B}" destId="{33C4838E-A09F-1443-A16D-05FA80B3C866}" srcOrd="2" destOrd="0" presId="urn:microsoft.com/office/officeart/2005/8/layout/orgChart1"/>
    <dgm:cxn modelId="{0553CCF2-79EE-5740-8A2B-5B65D7EEF483}" type="presParOf" srcId="{697A04A2-5237-574E-A7D6-A2E8192E353B}" destId="{7417203D-46E3-CB4D-88CF-366951EE24BE}" srcOrd="3" destOrd="0" presId="urn:microsoft.com/office/officeart/2005/8/layout/orgChart1"/>
    <dgm:cxn modelId="{18854639-2CD4-CF4C-8911-56B886FB2307}" type="presParOf" srcId="{7417203D-46E3-CB4D-88CF-366951EE24BE}" destId="{36929276-A29C-4B4F-8BFD-8EA3FCCB6F89}" srcOrd="0" destOrd="0" presId="urn:microsoft.com/office/officeart/2005/8/layout/orgChart1"/>
    <dgm:cxn modelId="{FCAC2412-083D-A74B-9B5D-8DA04533760B}" type="presParOf" srcId="{36929276-A29C-4B4F-8BFD-8EA3FCCB6F89}" destId="{533D29B5-D208-6541-880E-A38B97FB1899}" srcOrd="0" destOrd="0" presId="urn:microsoft.com/office/officeart/2005/8/layout/orgChart1"/>
    <dgm:cxn modelId="{5506CFE5-18D4-0247-87EE-83DF6C1F090E}" type="presParOf" srcId="{36929276-A29C-4B4F-8BFD-8EA3FCCB6F89}" destId="{EC206576-269E-0948-B969-770CEDDAD2D9}" srcOrd="1" destOrd="0" presId="urn:microsoft.com/office/officeart/2005/8/layout/orgChart1"/>
    <dgm:cxn modelId="{ECE53381-7602-2347-9961-DFAF3ED82A56}" type="presParOf" srcId="{7417203D-46E3-CB4D-88CF-366951EE24BE}" destId="{782FC7B8-84F3-AB49-8A41-AFD9E408CB86}" srcOrd="1" destOrd="0" presId="urn:microsoft.com/office/officeart/2005/8/layout/orgChart1"/>
    <dgm:cxn modelId="{EB46C266-FFC5-CA41-B121-D298E330A638}" type="presParOf" srcId="{7417203D-46E3-CB4D-88CF-366951EE24BE}" destId="{8587FCB7-81CC-C744-8300-B47CF4622E84}" srcOrd="2" destOrd="0" presId="urn:microsoft.com/office/officeart/2005/8/layout/orgChart1"/>
    <dgm:cxn modelId="{4A243C31-C072-2F44-B251-8B9640331726}" type="presParOf" srcId="{697A04A2-5237-574E-A7D6-A2E8192E353B}" destId="{4A38665B-FC8C-3946-A2B6-298E79A58F88}" srcOrd="4" destOrd="0" presId="urn:microsoft.com/office/officeart/2005/8/layout/orgChart1"/>
    <dgm:cxn modelId="{37E55BC9-ECC1-9D49-BA1D-01968F94B631}" type="presParOf" srcId="{697A04A2-5237-574E-A7D6-A2E8192E353B}" destId="{B01DD1A1-B62C-1740-B40E-065EE68638F7}" srcOrd="5" destOrd="0" presId="urn:microsoft.com/office/officeart/2005/8/layout/orgChart1"/>
    <dgm:cxn modelId="{437D5107-38E7-5C42-9FE0-17BDDE08B162}" type="presParOf" srcId="{B01DD1A1-B62C-1740-B40E-065EE68638F7}" destId="{03B56C29-2B49-4145-B41C-984F08522CF5}" srcOrd="0" destOrd="0" presId="urn:microsoft.com/office/officeart/2005/8/layout/orgChart1"/>
    <dgm:cxn modelId="{02AB3DDA-F835-4440-B39D-4B4A7D4225E7}" type="presParOf" srcId="{03B56C29-2B49-4145-B41C-984F08522CF5}" destId="{0F43BC9D-ADEA-5243-98BF-DDD34C56C729}" srcOrd="0" destOrd="0" presId="urn:microsoft.com/office/officeart/2005/8/layout/orgChart1"/>
    <dgm:cxn modelId="{129D3AD5-E441-EC44-97E5-FC48C85E9673}" type="presParOf" srcId="{03B56C29-2B49-4145-B41C-984F08522CF5}" destId="{A9CD7141-05F8-4C44-94FA-318DA666130E}" srcOrd="1" destOrd="0" presId="urn:microsoft.com/office/officeart/2005/8/layout/orgChart1"/>
    <dgm:cxn modelId="{55CAB861-1E99-4A48-B09A-ACDF13EED415}" type="presParOf" srcId="{B01DD1A1-B62C-1740-B40E-065EE68638F7}" destId="{C680ECFA-3310-6943-8E8C-07F99B8CE3F0}" srcOrd="1" destOrd="0" presId="urn:microsoft.com/office/officeart/2005/8/layout/orgChart1"/>
    <dgm:cxn modelId="{3197EBC5-F7EA-9445-B6E1-28E321A3DCE3}" type="presParOf" srcId="{B01DD1A1-B62C-1740-B40E-065EE68638F7}" destId="{0C4B183D-1B3B-9247-87AC-7E459ABB0755}" srcOrd="2" destOrd="0" presId="urn:microsoft.com/office/officeart/2005/8/layout/orgChart1"/>
    <dgm:cxn modelId="{785E400C-A074-EF4D-BA5D-EB1A363296B0}" type="presParOf" srcId="{12B6C32B-2DB1-1B4F-8C0E-F4E24A316906}" destId="{CDD353E7-2BD3-7743-9924-CA77A11C511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A4D3A8-08C9-8E47-8EE4-7F0FE07D7988}">
      <dsp:nvSpPr>
        <dsp:cNvPr id="0" name=""/>
        <dsp:cNvSpPr/>
      </dsp:nvSpPr>
      <dsp:spPr>
        <a:xfrm>
          <a:off x="8463786" y="1335712"/>
          <a:ext cx="148165" cy="507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7265"/>
              </a:lnTo>
              <a:lnTo>
                <a:pt x="148165" y="5072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58400D-A60A-B646-979F-00BA8D150DF7}">
      <dsp:nvSpPr>
        <dsp:cNvPr id="0" name=""/>
        <dsp:cNvSpPr/>
      </dsp:nvSpPr>
      <dsp:spPr>
        <a:xfrm>
          <a:off x="4901899" y="552758"/>
          <a:ext cx="4002987" cy="2315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788"/>
              </a:lnTo>
              <a:lnTo>
                <a:pt x="4002987" y="115788"/>
              </a:lnTo>
              <a:lnTo>
                <a:pt x="4002987" y="23157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B232F8-816E-6845-8423-514521767067}">
      <dsp:nvSpPr>
        <dsp:cNvPr id="0" name=""/>
        <dsp:cNvSpPr/>
      </dsp:nvSpPr>
      <dsp:spPr>
        <a:xfrm>
          <a:off x="7129457" y="1335712"/>
          <a:ext cx="165412" cy="44220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22033"/>
              </a:lnTo>
              <a:lnTo>
                <a:pt x="165412" y="442203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3035D0-A95F-D54E-927F-4588903EB7A9}">
      <dsp:nvSpPr>
        <dsp:cNvPr id="0" name=""/>
        <dsp:cNvSpPr/>
      </dsp:nvSpPr>
      <dsp:spPr>
        <a:xfrm>
          <a:off x="7129457" y="1335712"/>
          <a:ext cx="165412" cy="36390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39079"/>
              </a:lnTo>
              <a:lnTo>
                <a:pt x="165412" y="363907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FC6C5F-48DF-8B48-AA25-A1BF270D4E96}">
      <dsp:nvSpPr>
        <dsp:cNvPr id="0" name=""/>
        <dsp:cNvSpPr/>
      </dsp:nvSpPr>
      <dsp:spPr>
        <a:xfrm>
          <a:off x="7129457" y="1335712"/>
          <a:ext cx="165412" cy="28561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56126"/>
              </a:lnTo>
              <a:lnTo>
                <a:pt x="165412" y="285612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948C52-2556-4647-AFD5-D077A4E463DB}">
      <dsp:nvSpPr>
        <dsp:cNvPr id="0" name=""/>
        <dsp:cNvSpPr/>
      </dsp:nvSpPr>
      <dsp:spPr>
        <a:xfrm>
          <a:off x="7129457" y="1335712"/>
          <a:ext cx="165412" cy="20731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73172"/>
              </a:lnTo>
              <a:lnTo>
                <a:pt x="165412" y="207317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F91255-BB54-F844-9266-94778338EAFC}">
      <dsp:nvSpPr>
        <dsp:cNvPr id="0" name=""/>
        <dsp:cNvSpPr/>
      </dsp:nvSpPr>
      <dsp:spPr>
        <a:xfrm>
          <a:off x="7129457" y="1335712"/>
          <a:ext cx="165412" cy="12902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0219"/>
              </a:lnTo>
              <a:lnTo>
                <a:pt x="165412" y="12902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52E2BF-C0EE-9B4F-9DB9-DE595DFBF151}">
      <dsp:nvSpPr>
        <dsp:cNvPr id="0" name=""/>
        <dsp:cNvSpPr/>
      </dsp:nvSpPr>
      <dsp:spPr>
        <a:xfrm>
          <a:off x="7129457" y="1335712"/>
          <a:ext cx="165412" cy="507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7265"/>
              </a:lnTo>
              <a:lnTo>
                <a:pt x="165412" y="5072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CB7803-C520-5B4C-883C-2F51CDA08399}">
      <dsp:nvSpPr>
        <dsp:cNvPr id="0" name=""/>
        <dsp:cNvSpPr/>
      </dsp:nvSpPr>
      <dsp:spPr>
        <a:xfrm>
          <a:off x="4901899" y="552758"/>
          <a:ext cx="2668658" cy="2315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788"/>
              </a:lnTo>
              <a:lnTo>
                <a:pt x="2668658" y="115788"/>
              </a:lnTo>
              <a:lnTo>
                <a:pt x="2668658" y="23157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67AD30-29F1-BB41-B5DE-2833E8C110A2}">
      <dsp:nvSpPr>
        <dsp:cNvPr id="0" name=""/>
        <dsp:cNvSpPr/>
      </dsp:nvSpPr>
      <dsp:spPr>
        <a:xfrm>
          <a:off x="5795128" y="1335712"/>
          <a:ext cx="165412" cy="12902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0219"/>
              </a:lnTo>
              <a:lnTo>
                <a:pt x="165412" y="12902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6602A9-0245-F74C-B17C-A998C82DA449}">
      <dsp:nvSpPr>
        <dsp:cNvPr id="0" name=""/>
        <dsp:cNvSpPr/>
      </dsp:nvSpPr>
      <dsp:spPr>
        <a:xfrm>
          <a:off x="5795128" y="1335712"/>
          <a:ext cx="165412" cy="507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7265"/>
              </a:lnTo>
              <a:lnTo>
                <a:pt x="165412" y="5072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EC9038-1CB5-2B4F-9EEA-7EC6C942F263}">
      <dsp:nvSpPr>
        <dsp:cNvPr id="0" name=""/>
        <dsp:cNvSpPr/>
      </dsp:nvSpPr>
      <dsp:spPr>
        <a:xfrm>
          <a:off x="4901899" y="552758"/>
          <a:ext cx="1334329" cy="2315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788"/>
              </a:lnTo>
              <a:lnTo>
                <a:pt x="1334329" y="115788"/>
              </a:lnTo>
              <a:lnTo>
                <a:pt x="1334329" y="23157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CDC44E-AC30-A441-97AA-49F2C38EAEAA}">
      <dsp:nvSpPr>
        <dsp:cNvPr id="0" name=""/>
        <dsp:cNvSpPr/>
      </dsp:nvSpPr>
      <dsp:spPr>
        <a:xfrm>
          <a:off x="4460798" y="1335712"/>
          <a:ext cx="165412" cy="507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7265"/>
              </a:lnTo>
              <a:lnTo>
                <a:pt x="165412" y="5072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882F1F-88D1-C84F-BA3B-3FF70A14288E}">
      <dsp:nvSpPr>
        <dsp:cNvPr id="0" name=""/>
        <dsp:cNvSpPr/>
      </dsp:nvSpPr>
      <dsp:spPr>
        <a:xfrm>
          <a:off x="4856179" y="552758"/>
          <a:ext cx="91440" cy="23157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157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71EAAE-88AC-E642-8169-F176281BEED9}">
      <dsp:nvSpPr>
        <dsp:cNvPr id="0" name=""/>
        <dsp:cNvSpPr/>
      </dsp:nvSpPr>
      <dsp:spPr>
        <a:xfrm>
          <a:off x="3402157" y="2118666"/>
          <a:ext cx="165412" cy="12902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0219"/>
              </a:lnTo>
              <a:lnTo>
                <a:pt x="165412" y="12902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38319C-2D93-5049-A758-5C0EA185ECA7}">
      <dsp:nvSpPr>
        <dsp:cNvPr id="0" name=""/>
        <dsp:cNvSpPr/>
      </dsp:nvSpPr>
      <dsp:spPr>
        <a:xfrm>
          <a:off x="3402157" y="2118666"/>
          <a:ext cx="165412" cy="507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7265"/>
              </a:lnTo>
              <a:lnTo>
                <a:pt x="165412" y="5072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D45B45-CC47-2346-8AE7-4F2220E5D5E9}">
      <dsp:nvSpPr>
        <dsp:cNvPr id="0" name=""/>
        <dsp:cNvSpPr/>
      </dsp:nvSpPr>
      <dsp:spPr>
        <a:xfrm>
          <a:off x="3176093" y="1335712"/>
          <a:ext cx="667164" cy="2315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788"/>
              </a:lnTo>
              <a:lnTo>
                <a:pt x="667164" y="115788"/>
              </a:lnTo>
              <a:lnTo>
                <a:pt x="667164" y="23157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92F3B0-84FD-D349-B43D-A326FB9606EB}">
      <dsp:nvSpPr>
        <dsp:cNvPr id="0" name=""/>
        <dsp:cNvSpPr/>
      </dsp:nvSpPr>
      <dsp:spPr>
        <a:xfrm>
          <a:off x="2508928" y="1335712"/>
          <a:ext cx="667164" cy="231577"/>
        </a:xfrm>
        <a:custGeom>
          <a:avLst/>
          <a:gdLst/>
          <a:ahLst/>
          <a:cxnLst/>
          <a:rect l="0" t="0" r="0" b="0"/>
          <a:pathLst>
            <a:path>
              <a:moveTo>
                <a:pt x="667164" y="0"/>
              </a:moveTo>
              <a:lnTo>
                <a:pt x="667164" y="115788"/>
              </a:lnTo>
              <a:lnTo>
                <a:pt x="0" y="115788"/>
              </a:lnTo>
              <a:lnTo>
                <a:pt x="0" y="23157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105E49-5D23-7D4A-BE75-71A8C484423F}">
      <dsp:nvSpPr>
        <dsp:cNvPr id="0" name=""/>
        <dsp:cNvSpPr/>
      </dsp:nvSpPr>
      <dsp:spPr>
        <a:xfrm>
          <a:off x="3176093" y="552758"/>
          <a:ext cx="1725806" cy="231577"/>
        </a:xfrm>
        <a:custGeom>
          <a:avLst/>
          <a:gdLst/>
          <a:ahLst/>
          <a:cxnLst/>
          <a:rect l="0" t="0" r="0" b="0"/>
          <a:pathLst>
            <a:path>
              <a:moveTo>
                <a:pt x="1725806" y="0"/>
              </a:moveTo>
              <a:lnTo>
                <a:pt x="1725806" y="115788"/>
              </a:lnTo>
              <a:lnTo>
                <a:pt x="0" y="115788"/>
              </a:lnTo>
              <a:lnTo>
                <a:pt x="0" y="23157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C862BE-6D4B-A94E-9FBF-40951E8F97E4}">
      <dsp:nvSpPr>
        <dsp:cNvPr id="0" name=""/>
        <dsp:cNvSpPr/>
      </dsp:nvSpPr>
      <dsp:spPr>
        <a:xfrm>
          <a:off x="457811" y="1335712"/>
          <a:ext cx="165412" cy="507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7265"/>
              </a:lnTo>
              <a:lnTo>
                <a:pt x="165412" y="5072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AEF140-C4D1-E649-AE46-4A16948405CF}">
      <dsp:nvSpPr>
        <dsp:cNvPr id="0" name=""/>
        <dsp:cNvSpPr/>
      </dsp:nvSpPr>
      <dsp:spPr>
        <a:xfrm>
          <a:off x="898911" y="552758"/>
          <a:ext cx="4002987" cy="231577"/>
        </a:xfrm>
        <a:custGeom>
          <a:avLst/>
          <a:gdLst/>
          <a:ahLst/>
          <a:cxnLst/>
          <a:rect l="0" t="0" r="0" b="0"/>
          <a:pathLst>
            <a:path>
              <a:moveTo>
                <a:pt x="4002987" y="0"/>
              </a:moveTo>
              <a:lnTo>
                <a:pt x="4002987" y="115788"/>
              </a:lnTo>
              <a:lnTo>
                <a:pt x="0" y="115788"/>
              </a:lnTo>
              <a:lnTo>
                <a:pt x="0" y="23157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4E5ACF-4258-4947-9673-4F8D76CFD963}">
      <dsp:nvSpPr>
        <dsp:cNvPr id="0" name=""/>
        <dsp:cNvSpPr/>
      </dsp:nvSpPr>
      <dsp:spPr>
        <a:xfrm>
          <a:off x="4350523" y="1383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Elevate core Go Live effort</a:t>
          </a:r>
        </a:p>
      </dsp:txBody>
      <dsp:txXfrm>
        <a:off x="4350523" y="1383"/>
        <a:ext cx="1102751" cy="551375"/>
      </dsp:txXfrm>
    </dsp:sp>
    <dsp:sp modelId="{EEAA7F84-2A76-D749-B695-C744CBDEED9C}">
      <dsp:nvSpPr>
        <dsp:cNvPr id="0" name=""/>
        <dsp:cNvSpPr/>
      </dsp:nvSpPr>
      <dsp:spPr>
        <a:xfrm>
          <a:off x="347535" y="784336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JIRA tasks</a:t>
          </a:r>
        </a:p>
      </dsp:txBody>
      <dsp:txXfrm>
        <a:off x="347535" y="784336"/>
        <a:ext cx="1102751" cy="551375"/>
      </dsp:txXfrm>
    </dsp:sp>
    <dsp:sp modelId="{76311B89-B928-344F-B58D-446A0783C823}">
      <dsp:nvSpPr>
        <dsp:cNvPr id="0" name=""/>
        <dsp:cNvSpPr/>
      </dsp:nvSpPr>
      <dsp:spPr>
        <a:xfrm>
          <a:off x="623223" y="1567290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30 days</a:t>
          </a:r>
        </a:p>
      </dsp:txBody>
      <dsp:txXfrm>
        <a:off x="623223" y="1567290"/>
        <a:ext cx="1102751" cy="551375"/>
      </dsp:txXfrm>
    </dsp:sp>
    <dsp:sp modelId="{EA200228-28A7-3C42-B7F6-3FC75D31EA74}">
      <dsp:nvSpPr>
        <dsp:cNvPr id="0" name=""/>
        <dsp:cNvSpPr/>
      </dsp:nvSpPr>
      <dsp:spPr>
        <a:xfrm>
          <a:off x="2624717" y="784336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Ledger</a:t>
          </a:r>
        </a:p>
      </dsp:txBody>
      <dsp:txXfrm>
        <a:off x="2624717" y="784336"/>
        <a:ext cx="1102751" cy="551375"/>
      </dsp:txXfrm>
    </dsp:sp>
    <dsp:sp modelId="{BCD8DC50-B818-D64A-8C7E-9C87FED28119}">
      <dsp:nvSpPr>
        <dsp:cNvPr id="0" name=""/>
        <dsp:cNvSpPr/>
      </dsp:nvSpPr>
      <dsp:spPr>
        <a:xfrm>
          <a:off x="1957553" y="1567290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Card templates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10 days</a:t>
          </a:r>
        </a:p>
      </dsp:txBody>
      <dsp:txXfrm>
        <a:off x="1957553" y="1567290"/>
        <a:ext cx="1102751" cy="551375"/>
      </dsp:txXfrm>
    </dsp:sp>
    <dsp:sp modelId="{CD1764A4-2CC1-CE4A-9449-D1B680C42097}">
      <dsp:nvSpPr>
        <dsp:cNvPr id="0" name=""/>
        <dsp:cNvSpPr/>
      </dsp:nvSpPr>
      <dsp:spPr>
        <a:xfrm>
          <a:off x="3291882" y="1567290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Reconciliation</a:t>
          </a:r>
        </a:p>
      </dsp:txBody>
      <dsp:txXfrm>
        <a:off x="3291882" y="1567290"/>
        <a:ext cx="1102751" cy="551375"/>
      </dsp:txXfrm>
    </dsp:sp>
    <dsp:sp modelId="{9F7C5696-E516-0749-AEE5-D1809E38EC81}">
      <dsp:nvSpPr>
        <dsp:cNvPr id="0" name=""/>
        <dsp:cNvSpPr/>
      </dsp:nvSpPr>
      <dsp:spPr>
        <a:xfrm>
          <a:off x="3567570" y="2350243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Asset based postings 5 days</a:t>
          </a:r>
        </a:p>
      </dsp:txBody>
      <dsp:txXfrm>
        <a:off x="3567570" y="2350243"/>
        <a:ext cx="1102751" cy="551375"/>
      </dsp:txXfrm>
    </dsp:sp>
    <dsp:sp modelId="{08D91AF1-99A0-9E45-B3A5-9463B379C61E}">
      <dsp:nvSpPr>
        <dsp:cNvPr id="0" name=""/>
        <dsp:cNvSpPr/>
      </dsp:nvSpPr>
      <dsp:spPr>
        <a:xfrm>
          <a:off x="3567570" y="3133197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View-based balances 5 days</a:t>
          </a:r>
        </a:p>
      </dsp:txBody>
      <dsp:txXfrm>
        <a:off x="3567570" y="3133197"/>
        <a:ext cx="1102751" cy="551375"/>
      </dsp:txXfrm>
    </dsp:sp>
    <dsp:sp modelId="{4DC30D54-E40F-A442-AE97-7510883CDA21}">
      <dsp:nvSpPr>
        <dsp:cNvPr id="0" name=""/>
        <dsp:cNvSpPr/>
      </dsp:nvSpPr>
      <dsp:spPr>
        <a:xfrm>
          <a:off x="4350523" y="784336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Bank Adapters</a:t>
          </a:r>
        </a:p>
      </dsp:txBody>
      <dsp:txXfrm>
        <a:off x="4350523" y="784336"/>
        <a:ext cx="1102751" cy="551375"/>
      </dsp:txXfrm>
    </dsp:sp>
    <dsp:sp modelId="{4A8E439E-06B4-6141-9AE8-C779F1205D2C}">
      <dsp:nvSpPr>
        <dsp:cNvPr id="0" name=""/>
        <dsp:cNvSpPr/>
      </dsp:nvSpPr>
      <dsp:spPr>
        <a:xfrm>
          <a:off x="4626211" y="1567290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Completion checks 5 days</a:t>
          </a:r>
        </a:p>
      </dsp:txBody>
      <dsp:txXfrm>
        <a:off x="4626211" y="1567290"/>
        <a:ext cx="1102751" cy="551375"/>
      </dsp:txXfrm>
    </dsp:sp>
    <dsp:sp modelId="{F37D6381-17C3-7043-8C2D-15F2C93FA37A}">
      <dsp:nvSpPr>
        <dsp:cNvPr id="0" name=""/>
        <dsp:cNvSpPr/>
      </dsp:nvSpPr>
      <dsp:spPr>
        <a:xfrm>
          <a:off x="5684853" y="784336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Orchestrator</a:t>
          </a:r>
        </a:p>
      </dsp:txBody>
      <dsp:txXfrm>
        <a:off x="5684853" y="784336"/>
        <a:ext cx="1102751" cy="551375"/>
      </dsp:txXfrm>
    </dsp:sp>
    <dsp:sp modelId="{BF1B0D64-4CFC-0F49-BEB9-1B6EFB0A4F59}">
      <dsp:nvSpPr>
        <dsp:cNvPr id="0" name=""/>
        <dsp:cNvSpPr/>
      </dsp:nvSpPr>
      <dsp:spPr>
        <a:xfrm>
          <a:off x="5960540" y="1567290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Authentication changes 10 days</a:t>
          </a:r>
        </a:p>
      </dsp:txBody>
      <dsp:txXfrm>
        <a:off x="5960540" y="1567290"/>
        <a:ext cx="1102751" cy="551375"/>
      </dsp:txXfrm>
    </dsp:sp>
    <dsp:sp modelId="{B84FA12F-43DA-5C4A-9468-1021EC43073C}">
      <dsp:nvSpPr>
        <dsp:cNvPr id="0" name=""/>
        <dsp:cNvSpPr/>
      </dsp:nvSpPr>
      <dsp:spPr>
        <a:xfrm>
          <a:off x="5960540" y="2350243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Ledger changes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6 days</a:t>
          </a:r>
        </a:p>
      </dsp:txBody>
      <dsp:txXfrm>
        <a:off x="5960540" y="2350243"/>
        <a:ext cx="1102751" cy="551375"/>
      </dsp:txXfrm>
    </dsp:sp>
    <dsp:sp modelId="{2BC8E3D7-4111-2D4D-B210-0705007E967A}">
      <dsp:nvSpPr>
        <dsp:cNvPr id="0" name=""/>
        <dsp:cNvSpPr/>
      </dsp:nvSpPr>
      <dsp:spPr>
        <a:xfrm>
          <a:off x="7019182" y="784336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Go Live</a:t>
          </a:r>
        </a:p>
      </dsp:txBody>
      <dsp:txXfrm>
        <a:off x="7019182" y="784336"/>
        <a:ext cx="1102751" cy="551375"/>
      </dsp:txXfrm>
    </dsp:sp>
    <dsp:sp modelId="{D6170AD3-8B51-594A-85AF-827A06D5F5F1}">
      <dsp:nvSpPr>
        <dsp:cNvPr id="0" name=""/>
        <dsp:cNvSpPr/>
      </dsp:nvSpPr>
      <dsp:spPr>
        <a:xfrm>
          <a:off x="7294870" y="1567290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SIT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9 days</a:t>
          </a:r>
        </a:p>
      </dsp:txBody>
      <dsp:txXfrm>
        <a:off x="7294870" y="1567290"/>
        <a:ext cx="1102751" cy="551375"/>
      </dsp:txXfrm>
    </dsp:sp>
    <dsp:sp modelId="{6A54073A-91D7-C74D-9A52-83A7C37E1ECA}">
      <dsp:nvSpPr>
        <dsp:cNvPr id="0" name=""/>
        <dsp:cNvSpPr/>
      </dsp:nvSpPr>
      <dsp:spPr>
        <a:xfrm>
          <a:off x="7294870" y="2350243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UAT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8</a:t>
          </a:r>
        </a:p>
      </dsp:txBody>
      <dsp:txXfrm>
        <a:off x="7294870" y="2350243"/>
        <a:ext cx="1102751" cy="551375"/>
      </dsp:txXfrm>
    </dsp:sp>
    <dsp:sp modelId="{5D94AD0A-4EA3-294F-92AE-535EB8926EBA}">
      <dsp:nvSpPr>
        <dsp:cNvPr id="0" name=""/>
        <dsp:cNvSpPr/>
      </dsp:nvSpPr>
      <dsp:spPr>
        <a:xfrm>
          <a:off x="7294870" y="3133197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Infrastructure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5 days</a:t>
          </a:r>
        </a:p>
      </dsp:txBody>
      <dsp:txXfrm>
        <a:off x="7294870" y="3133197"/>
        <a:ext cx="1102751" cy="551375"/>
      </dsp:txXfrm>
    </dsp:sp>
    <dsp:sp modelId="{002768B3-C30A-7548-99B6-A3E99190C5D0}">
      <dsp:nvSpPr>
        <dsp:cNvPr id="0" name=""/>
        <dsp:cNvSpPr/>
      </dsp:nvSpPr>
      <dsp:spPr>
        <a:xfrm>
          <a:off x="7294870" y="3916150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IT Sec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5 days</a:t>
          </a:r>
        </a:p>
      </dsp:txBody>
      <dsp:txXfrm>
        <a:off x="7294870" y="3916150"/>
        <a:ext cx="1102751" cy="551375"/>
      </dsp:txXfrm>
    </dsp:sp>
    <dsp:sp modelId="{C19558FF-13B9-4B49-8609-8A4C49D89E1C}">
      <dsp:nvSpPr>
        <dsp:cNvPr id="0" name=""/>
        <dsp:cNvSpPr/>
      </dsp:nvSpPr>
      <dsp:spPr>
        <a:xfrm>
          <a:off x="7294870" y="4699104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Adapters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5 days</a:t>
          </a:r>
        </a:p>
      </dsp:txBody>
      <dsp:txXfrm>
        <a:off x="7294870" y="4699104"/>
        <a:ext cx="1102751" cy="551375"/>
      </dsp:txXfrm>
    </dsp:sp>
    <dsp:sp modelId="{11C310A9-1465-0747-A579-0E9987ECB1BE}">
      <dsp:nvSpPr>
        <dsp:cNvPr id="0" name=""/>
        <dsp:cNvSpPr/>
      </dsp:nvSpPr>
      <dsp:spPr>
        <a:xfrm>
          <a:off x="7294870" y="5482058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Deployment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2 days</a:t>
          </a:r>
        </a:p>
      </dsp:txBody>
      <dsp:txXfrm>
        <a:off x="7294870" y="5482058"/>
        <a:ext cx="1102751" cy="551375"/>
      </dsp:txXfrm>
    </dsp:sp>
    <dsp:sp modelId="{460DFD24-2DCD-0E48-BA62-FB74B84B3DCE}">
      <dsp:nvSpPr>
        <dsp:cNvPr id="0" name=""/>
        <dsp:cNvSpPr/>
      </dsp:nvSpPr>
      <dsp:spPr>
        <a:xfrm>
          <a:off x="8353511" y="784336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CMS</a:t>
          </a:r>
        </a:p>
      </dsp:txBody>
      <dsp:txXfrm>
        <a:off x="8353511" y="784336"/>
        <a:ext cx="1102751" cy="551375"/>
      </dsp:txXfrm>
    </dsp:sp>
    <dsp:sp modelId="{D94627D2-CDFB-B645-936B-D7AD968CC737}">
      <dsp:nvSpPr>
        <dsp:cNvPr id="0" name=""/>
        <dsp:cNvSpPr/>
      </dsp:nvSpPr>
      <dsp:spPr>
        <a:xfrm>
          <a:off x="8611952" y="1567290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Support 15 days</a:t>
          </a:r>
        </a:p>
      </dsp:txBody>
      <dsp:txXfrm>
        <a:off x="8611952" y="1567290"/>
        <a:ext cx="1102751" cy="5513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EE05AD-DFC7-2F40-B294-4517108700FA}">
      <dsp:nvSpPr>
        <dsp:cNvPr id="0" name=""/>
        <dsp:cNvSpPr/>
      </dsp:nvSpPr>
      <dsp:spPr>
        <a:xfrm>
          <a:off x="5932972" y="2118666"/>
          <a:ext cx="165412" cy="12902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0219"/>
              </a:lnTo>
              <a:lnTo>
                <a:pt x="165412" y="12902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C744B6-2A09-474F-BA18-A1EEEDFE7E5E}">
      <dsp:nvSpPr>
        <dsp:cNvPr id="0" name=""/>
        <dsp:cNvSpPr/>
      </dsp:nvSpPr>
      <dsp:spPr>
        <a:xfrm>
          <a:off x="5932972" y="2118666"/>
          <a:ext cx="165412" cy="507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7265"/>
              </a:lnTo>
              <a:lnTo>
                <a:pt x="165412" y="5072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3665E5-DBC0-D04C-8BA7-9A90C972898E}">
      <dsp:nvSpPr>
        <dsp:cNvPr id="0" name=""/>
        <dsp:cNvSpPr/>
      </dsp:nvSpPr>
      <dsp:spPr>
        <a:xfrm>
          <a:off x="5706908" y="1335712"/>
          <a:ext cx="667164" cy="2315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788"/>
              </a:lnTo>
              <a:lnTo>
                <a:pt x="667164" y="115788"/>
              </a:lnTo>
              <a:lnTo>
                <a:pt x="667164" y="23157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EA2CD0-2780-5E43-8F3F-25CB76B0403C}">
      <dsp:nvSpPr>
        <dsp:cNvPr id="0" name=""/>
        <dsp:cNvSpPr/>
      </dsp:nvSpPr>
      <dsp:spPr>
        <a:xfrm>
          <a:off x="4598642" y="2118666"/>
          <a:ext cx="165412" cy="507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7265"/>
              </a:lnTo>
              <a:lnTo>
                <a:pt x="165412" y="5072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C066BE-9F15-774E-850F-C7BB793530ED}">
      <dsp:nvSpPr>
        <dsp:cNvPr id="0" name=""/>
        <dsp:cNvSpPr/>
      </dsp:nvSpPr>
      <dsp:spPr>
        <a:xfrm>
          <a:off x="5039743" y="1335712"/>
          <a:ext cx="667164" cy="231577"/>
        </a:xfrm>
        <a:custGeom>
          <a:avLst/>
          <a:gdLst/>
          <a:ahLst/>
          <a:cxnLst/>
          <a:rect l="0" t="0" r="0" b="0"/>
          <a:pathLst>
            <a:path>
              <a:moveTo>
                <a:pt x="667164" y="0"/>
              </a:moveTo>
              <a:lnTo>
                <a:pt x="667164" y="115788"/>
              </a:lnTo>
              <a:lnTo>
                <a:pt x="0" y="115788"/>
              </a:lnTo>
              <a:lnTo>
                <a:pt x="0" y="23157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C0A707-0527-DB4E-A4BE-73EF40B5073B}">
      <dsp:nvSpPr>
        <dsp:cNvPr id="0" name=""/>
        <dsp:cNvSpPr/>
      </dsp:nvSpPr>
      <dsp:spPr>
        <a:xfrm>
          <a:off x="4568317" y="552758"/>
          <a:ext cx="1138590" cy="2315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788"/>
              </a:lnTo>
              <a:lnTo>
                <a:pt x="1138590" y="115788"/>
              </a:lnTo>
              <a:lnTo>
                <a:pt x="1138590" y="23157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211960-D3DA-1E4C-B03D-E41BADB88A20}">
      <dsp:nvSpPr>
        <dsp:cNvPr id="0" name=""/>
        <dsp:cNvSpPr/>
      </dsp:nvSpPr>
      <dsp:spPr>
        <a:xfrm>
          <a:off x="2988625" y="1335712"/>
          <a:ext cx="165412" cy="44220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22033"/>
              </a:lnTo>
              <a:lnTo>
                <a:pt x="165412" y="442203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8A5AA8-C585-724A-83C7-ED27DA336570}">
      <dsp:nvSpPr>
        <dsp:cNvPr id="0" name=""/>
        <dsp:cNvSpPr/>
      </dsp:nvSpPr>
      <dsp:spPr>
        <a:xfrm>
          <a:off x="2988625" y="1335712"/>
          <a:ext cx="165412" cy="36390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39079"/>
              </a:lnTo>
              <a:lnTo>
                <a:pt x="165412" y="363907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EC9038-1CB5-2B4F-9EEA-7EC6C942F263}">
      <dsp:nvSpPr>
        <dsp:cNvPr id="0" name=""/>
        <dsp:cNvSpPr/>
      </dsp:nvSpPr>
      <dsp:spPr>
        <a:xfrm>
          <a:off x="2988625" y="1335712"/>
          <a:ext cx="165412" cy="28561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56126"/>
              </a:lnTo>
              <a:lnTo>
                <a:pt x="165412" y="285612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882F1F-88D1-C84F-BA3B-3FF70A14288E}">
      <dsp:nvSpPr>
        <dsp:cNvPr id="0" name=""/>
        <dsp:cNvSpPr/>
      </dsp:nvSpPr>
      <dsp:spPr>
        <a:xfrm>
          <a:off x="2988625" y="1335712"/>
          <a:ext cx="165412" cy="20731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73172"/>
              </a:lnTo>
              <a:lnTo>
                <a:pt x="165412" y="207317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105E49-5D23-7D4A-BE75-71A8C484423F}">
      <dsp:nvSpPr>
        <dsp:cNvPr id="0" name=""/>
        <dsp:cNvSpPr/>
      </dsp:nvSpPr>
      <dsp:spPr>
        <a:xfrm>
          <a:off x="2988625" y="1335712"/>
          <a:ext cx="165412" cy="12902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0219"/>
              </a:lnTo>
              <a:lnTo>
                <a:pt x="165412" y="12902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AEF140-C4D1-E649-AE46-4A16948405CF}">
      <dsp:nvSpPr>
        <dsp:cNvPr id="0" name=""/>
        <dsp:cNvSpPr/>
      </dsp:nvSpPr>
      <dsp:spPr>
        <a:xfrm>
          <a:off x="2988625" y="1335712"/>
          <a:ext cx="165412" cy="507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7265"/>
              </a:lnTo>
              <a:lnTo>
                <a:pt x="165412" y="5072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4A8097-5F82-0D42-A512-B708A3033EA6}">
      <dsp:nvSpPr>
        <dsp:cNvPr id="0" name=""/>
        <dsp:cNvSpPr/>
      </dsp:nvSpPr>
      <dsp:spPr>
        <a:xfrm>
          <a:off x="3429726" y="552758"/>
          <a:ext cx="1138590" cy="231577"/>
        </a:xfrm>
        <a:custGeom>
          <a:avLst/>
          <a:gdLst/>
          <a:ahLst/>
          <a:cxnLst/>
          <a:rect l="0" t="0" r="0" b="0"/>
          <a:pathLst>
            <a:path>
              <a:moveTo>
                <a:pt x="1138590" y="0"/>
              </a:moveTo>
              <a:lnTo>
                <a:pt x="1138590" y="115788"/>
              </a:lnTo>
              <a:lnTo>
                <a:pt x="0" y="115788"/>
              </a:lnTo>
              <a:lnTo>
                <a:pt x="0" y="23157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321169-1746-E64B-A7F8-D437F35B0F6D}">
      <dsp:nvSpPr>
        <dsp:cNvPr id="0" name=""/>
        <dsp:cNvSpPr/>
      </dsp:nvSpPr>
      <dsp:spPr>
        <a:xfrm>
          <a:off x="4016941" y="1383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Multi-tenancy+ White-Labelling</a:t>
          </a:r>
        </a:p>
      </dsp:txBody>
      <dsp:txXfrm>
        <a:off x="4016941" y="1383"/>
        <a:ext cx="1102751" cy="551375"/>
      </dsp:txXfrm>
    </dsp:sp>
    <dsp:sp modelId="{DC99483D-922D-B04B-8164-4F317441BE12}">
      <dsp:nvSpPr>
        <dsp:cNvPr id="0" name=""/>
        <dsp:cNvSpPr/>
      </dsp:nvSpPr>
      <dsp:spPr>
        <a:xfrm>
          <a:off x="2878350" y="784336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MT</a:t>
          </a:r>
        </a:p>
      </dsp:txBody>
      <dsp:txXfrm>
        <a:off x="2878350" y="784336"/>
        <a:ext cx="1102751" cy="551375"/>
      </dsp:txXfrm>
    </dsp:sp>
    <dsp:sp modelId="{EEAA7F84-2A76-D749-B695-C744CBDEED9C}">
      <dsp:nvSpPr>
        <dsp:cNvPr id="0" name=""/>
        <dsp:cNvSpPr/>
      </dsp:nvSpPr>
      <dsp:spPr>
        <a:xfrm>
          <a:off x="3154038" y="1567290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 5 days</a:t>
          </a:r>
        </a:p>
      </dsp:txBody>
      <dsp:txXfrm>
        <a:off x="3154038" y="1567290"/>
        <a:ext cx="1102751" cy="551375"/>
      </dsp:txXfrm>
    </dsp:sp>
    <dsp:sp modelId="{EA200228-28A7-3C42-B7F6-3FC75D31EA74}">
      <dsp:nvSpPr>
        <dsp:cNvPr id="0" name=""/>
        <dsp:cNvSpPr/>
      </dsp:nvSpPr>
      <dsp:spPr>
        <a:xfrm>
          <a:off x="3154038" y="2350243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Tenant Identity Model – 5 days</a:t>
          </a:r>
        </a:p>
      </dsp:txBody>
      <dsp:txXfrm>
        <a:off x="3154038" y="2350243"/>
        <a:ext cx="1102751" cy="551375"/>
      </dsp:txXfrm>
    </dsp:sp>
    <dsp:sp modelId="{4DC30D54-E40F-A442-AE97-7510883CDA21}">
      <dsp:nvSpPr>
        <dsp:cNvPr id="0" name=""/>
        <dsp:cNvSpPr/>
      </dsp:nvSpPr>
      <dsp:spPr>
        <a:xfrm>
          <a:off x="3154038" y="3133197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Tenant-based Auth – 7 days</a:t>
          </a:r>
        </a:p>
      </dsp:txBody>
      <dsp:txXfrm>
        <a:off x="3154038" y="3133197"/>
        <a:ext cx="1102751" cy="551375"/>
      </dsp:txXfrm>
    </dsp:sp>
    <dsp:sp modelId="{F37D6381-17C3-7043-8C2D-15F2C93FA37A}">
      <dsp:nvSpPr>
        <dsp:cNvPr id="0" name=""/>
        <dsp:cNvSpPr/>
      </dsp:nvSpPr>
      <dsp:spPr>
        <a:xfrm>
          <a:off x="3154038" y="3916150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Tenant based schema – 20 days</a:t>
          </a:r>
        </a:p>
      </dsp:txBody>
      <dsp:txXfrm>
        <a:off x="3154038" y="3916150"/>
        <a:ext cx="1102751" cy="551375"/>
      </dsp:txXfrm>
    </dsp:sp>
    <dsp:sp modelId="{837B9EC6-AE81-BD4C-9638-F34D4D47F4ED}">
      <dsp:nvSpPr>
        <dsp:cNvPr id="0" name=""/>
        <dsp:cNvSpPr/>
      </dsp:nvSpPr>
      <dsp:spPr>
        <a:xfrm>
          <a:off x="3154038" y="4699104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Tenant isolation – 14 days</a:t>
          </a:r>
        </a:p>
      </dsp:txBody>
      <dsp:txXfrm>
        <a:off x="3154038" y="4699104"/>
        <a:ext cx="1102751" cy="551375"/>
      </dsp:txXfrm>
    </dsp:sp>
    <dsp:sp modelId="{A0FE9537-89DF-F042-B1DD-6D02D1B9EC06}">
      <dsp:nvSpPr>
        <dsp:cNvPr id="0" name=""/>
        <dsp:cNvSpPr/>
      </dsp:nvSpPr>
      <dsp:spPr>
        <a:xfrm>
          <a:off x="3154038" y="5482058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Readiness Testing 7 days</a:t>
          </a:r>
        </a:p>
      </dsp:txBody>
      <dsp:txXfrm>
        <a:off x="3154038" y="5482058"/>
        <a:ext cx="1102751" cy="551375"/>
      </dsp:txXfrm>
    </dsp:sp>
    <dsp:sp modelId="{94F7EE0B-33A0-764E-9F3A-640B3AA2CD32}">
      <dsp:nvSpPr>
        <dsp:cNvPr id="0" name=""/>
        <dsp:cNvSpPr/>
      </dsp:nvSpPr>
      <dsp:spPr>
        <a:xfrm>
          <a:off x="5155532" y="784336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WL</a:t>
          </a:r>
        </a:p>
      </dsp:txBody>
      <dsp:txXfrm>
        <a:off x="5155532" y="784336"/>
        <a:ext cx="1102751" cy="551375"/>
      </dsp:txXfrm>
    </dsp:sp>
    <dsp:sp modelId="{FA5E0155-82C5-7F42-B60D-C2C86CA2DC66}">
      <dsp:nvSpPr>
        <dsp:cNvPr id="0" name=""/>
        <dsp:cNvSpPr/>
      </dsp:nvSpPr>
      <dsp:spPr>
        <a:xfrm>
          <a:off x="4488367" y="1567290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Brand Layer</a:t>
          </a:r>
        </a:p>
      </dsp:txBody>
      <dsp:txXfrm>
        <a:off x="4488367" y="1567290"/>
        <a:ext cx="1102751" cy="551375"/>
      </dsp:txXfrm>
    </dsp:sp>
    <dsp:sp modelId="{737BCFBB-E0DA-2349-A26B-7B5D6B299AA5}">
      <dsp:nvSpPr>
        <dsp:cNvPr id="0" name=""/>
        <dsp:cNvSpPr/>
      </dsp:nvSpPr>
      <dsp:spPr>
        <a:xfrm>
          <a:off x="4764055" y="2350243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Domain management – 10 days</a:t>
          </a:r>
        </a:p>
      </dsp:txBody>
      <dsp:txXfrm>
        <a:off x="4764055" y="2350243"/>
        <a:ext cx="1102751" cy="551375"/>
      </dsp:txXfrm>
    </dsp:sp>
    <dsp:sp modelId="{B35D61E6-72C0-2C4B-A1E8-96D062BB2B70}">
      <dsp:nvSpPr>
        <dsp:cNvPr id="0" name=""/>
        <dsp:cNvSpPr/>
      </dsp:nvSpPr>
      <dsp:spPr>
        <a:xfrm>
          <a:off x="5822697" y="1567290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UI</a:t>
          </a:r>
        </a:p>
      </dsp:txBody>
      <dsp:txXfrm>
        <a:off x="5822697" y="1567290"/>
        <a:ext cx="1102751" cy="551375"/>
      </dsp:txXfrm>
    </dsp:sp>
    <dsp:sp modelId="{5AA7EDBF-9499-934B-833B-F8A563E629A9}">
      <dsp:nvSpPr>
        <dsp:cNvPr id="0" name=""/>
        <dsp:cNvSpPr/>
      </dsp:nvSpPr>
      <dsp:spPr>
        <a:xfrm>
          <a:off x="6098384" y="2350243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Comms – 6 days</a:t>
          </a:r>
        </a:p>
      </dsp:txBody>
      <dsp:txXfrm>
        <a:off x="6098384" y="2350243"/>
        <a:ext cx="1102751" cy="551375"/>
      </dsp:txXfrm>
    </dsp:sp>
    <dsp:sp modelId="{3186FCCC-D8C5-CE40-8E67-3F20249DD078}">
      <dsp:nvSpPr>
        <dsp:cNvPr id="0" name=""/>
        <dsp:cNvSpPr/>
      </dsp:nvSpPr>
      <dsp:spPr>
        <a:xfrm>
          <a:off x="6098384" y="3133197"/>
          <a:ext cx="1102751" cy="551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Packaging – 6 days</a:t>
          </a:r>
        </a:p>
      </dsp:txBody>
      <dsp:txXfrm>
        <a:off x="6098384" y="3133197"/>
        <a:ext cx="1102751" cy="5513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38665B-FC8C-3946-A2B6-298E79A58F88}">
      <dsp:nvSpPr>
        <dsp:cNvPr id="0" name=""/>
        <dsp:cNvSpPr/>
      </dsp:nvSpPr>
      <dsp:spPr>
        <a:xfrm>
          <a:off x="5039743" y="2707992"/>
          <a:ext cx="3565655" cy="6188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416"/>
              </a:lnTo>
              <a:lnTo>
                <a:pt x="3565655" y="309416"/>
              </a:lnTo>
              <a:lnTo>
                <a:pt x="3565655" y="6188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C4838E-A09F-1443-A16D-05FA80B3C866}">
      <dsp:nvSpPr>
        <dsp:cNvPr id="0" name=""/>
        <dsp:cNvSpPr/>
      </dsp:nvSpPr>
      <dsp:spPr>
        <a:xfrm>
          <a:off x="4994023" y="2707992"/>
          <a:ext cx="91440" cy="61883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188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8A5AA8-C585-724A-83C7-ED27DA336570}">
      <dsp:nvSpPr>
        <dsp:cNvPr id="0" name=""/>
        <dsp:cNvSpPr/>
      </dsp:nvSpPr>
      <dsp:spPr>
        <a:xfrm>
          <a:off x="1474088" y="2707992"/>
          <a:ext cx="3565655" cy="618832"/>
        </a:xfrm>
        <a:custGeom>
          <a:avLst/>
          <a:gdLst/>
          <a:ahLst/>
          <a:cxnLst/>
          <a:rect l="0" t="0" r="0" b="0"/>
          <a:pathLst>
            <a:path>
              <a:moveTo>
                <a:pt x="3565655" y="0"/>
              </a:moveTo>
              <a:lnTo>
                <a:pt x="3565655" y="309416"/>
              </a:lnTo>
              <a:lnTo>
                <a:pt x="0" y="309416"/>
              </a:lnTo>
              <a:lnTo>
                <a:pt x="0" y="6188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4E5ACF-4258-4947-9673-4F8D76CFD963}">
      <dsp:nvSpPr>
        <dsp:cNvPr id="0" name=""/>
        <dsp:cNvSpPr/>
      </dsp:nvSpPr>
      <dsp:spPr>
        <a:xfrm>
          <a:off x="3566332" y="1234580"/>
          <a:ext cx="2946822" cy="14734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Elevate card go-live effort</a:t>
          </a:r>
        </a:p>
      </dsp:txBody>
      <dsp:txXfrm>
        <a:off x="3566332" y="1234580"/>
        <a:ext cx="2946822" cy="1473411"/>
      </dsp:txXfrm>
    </dsp:sp>
    <dsp:sp modelId="{837B9EC6-AE81-BD4C-9638-F34D4D47F4ED}">
      <dsp:nvSpPr>
        <dsp:cNvPr id="0" name=""/>
        <dsp:cNvSpPr/>
      </dsp:nvSpPr>
      <dsp:spPr>
        <a:xfrm>
          <a:off x="676" y="3326824"/>
          <a:ext cx="2946822" cy="14734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Card processor integration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10 days</a:t>
          </a:r>
        </a:p>
      </dsp:txBody>
      <dsp:txXfrm>
        <a:off x="676" y="3326824"/>
        <a:ext cx="2946822" cy="1473411"/>
      </dsp:txXfrm>
    </dsp:sp>
    <dsp:sp modelId="{533D29B5-D208-6541-880E-A38B97FB1899}">
      <dsp:nvSpPr>
        <dsp:cNvPr id="0" name=""/>
        <dsp:cNvSpPr/>
      </dsp:nvSpPr>
      <dsp:spPr>
        <a:xfrm>
          <a:off x="3566332" y="3326824"/>
          <a:ext cx="2946822" cy="14734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Card Lifecycle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40 days</a:t>
          </a:r>
        </a:p>
      </dsp:txBody>
      <dsp:txXfrm>
        <a:off x="3566332" y="3326824"/>
        <a:ext cx="2946822" cy="1473411"/>
      </dsp:txXfrm>
    </dsp:sp>
    <dsp:sp modelId="{0F43BC9D-ADEA-5243-98BF-DDD34C56C729}">
      <dsp:nvSpPr>
        <dsp:cNvPr id="0" name=""/>
        <dsp:cNvSpPr/>
      </dsp:nvSpPr>
      <dsp:spPr>
        <a:xfrm>
          <a:off x="7131987" y="3326824"/>
          <a:ext cx="2946822" cy="14734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Card Reconciliation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20 days</a:t>
          </a:r>
        </a:p>
      </dsp:txBody>
      <dsp:txXfrm>
        <a:off x="7131987" y="3326824"/>
        <a:ext cx="2946822" cy="14734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63B5E4-7B7D-514D-B202-4AAF6B51BB93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E4701D-FC48-104F-98C6-7719D862D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997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808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F28B-45E3-4585-87E3-73838692A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68049"/>
            <a:ext cx="7626795" cy="2841914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755B0-E17A-4B52-A99D-C35BB18BB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602038"/>
            <a:ext cx="7626795" cy="250172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90C28-805B-4DA6-A10E-651C0FD01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BBA9-C52F-4628-AE0D-DCD1772F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BAC57-F8E1-4B54-A111-CB53B32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15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2C84-1247-4534-81D1-136C3E1EB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D490-CEA6-4844-A537-F749658D3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AEFC9-887F-4E73-9938-6032D528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CF0CF-134A-404E-A177-9FAAA039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1B0DC-2D2C-408B-A577-904A2385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52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5431-EF88-4771-9699-27EF70A55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50"/>
            <a:ext cx="7673389" cy="3816588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F57C3-A928-4093-B3FC-ECC2194AE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767338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FD625-A893-46D3-A518-9E969CB4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AD37A-B380-4B65-9FB9-3FB91412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773B6-CD13-4451-9BF3-C4102BA5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713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1FBD0A-9F7B-4EBB-9982-B55F5F980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88CFF0B8-0BA9-4DD9-B7B2-0655DC841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7B910E-9B87-4291-987B-6883212CB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5596CF7-55B3-409D-A36C-F5BE9D625628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245D23-45D8-474C-8A38-633E99962676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8A8D14-28CA-4095-B2FA-E48B3150A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1D1F176A-19F1-4537-800D-210F29EC1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04C26-6125-4D95-9FC0-50DEB9419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1534" cy="1591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5401A-13E5-4CED-864F-06D6EECCB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341329"/>
            <a:ext cx="5562600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13523-8F78-4766-91D7-03E329B68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41329"/>
            <a:ext cx="4736534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B757F-BAD2-4343-BD57-FC02D0BE1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0EF3C-A61E-4F43-9C8F-BC9A6455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9D947-1DC8-4CE9-A031-6EEB776B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05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BFA9BB-A51E-4D09-8602-5AD90104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olor Fill">
            <a:extLst>
              <a:ext uri="{FF2B5EF4-FFF2-40B4-BE49-F238E27FC236}">
                <a16:creationId xmlns:a16="http://schemas.microsoft.com/office/drawing/2014/main" id="{A60257A1-779B-4048-BC0D-1EA579B5B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8F4B5D0-AA24-4702-9C01-FC1A03E7B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CBF9BD-1EB2-4122-98FE-F2B5DF8771C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C41FF89-01DF-4236-AA4D-243CB8A464B3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D03BB88-350D-4DE0-BB34-870F64356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5" name="Texture">
            <a:extLst>
              <a:ext uri="{FF2B5EF4-FFF2-40B4-BE49-F238E27FC236}">
                <a16:creationId xmlns:a16="http://schemas.microsoft.com/office/drawing/2014/main" id="{4A8025C0-8995-4863-A847-7ED1F8CCE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62335-6445-435C-A1C6-9F090B96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0629" cy="1325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74B3D-418F-464D-91E7-993D0B480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086" y="2182814"/>
            <a:ext cx="5021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04709-9362-4AB5-9AA2-32F51BF06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086" y="3115949"/>
            <a:ext cx="502151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83836-1CF5-406F-B0CB-643F37066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90597" y="2182814"/>
            <a:ext cx="50172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A8670-0F33-4222-AAC9-96A21C47C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90597" y="3115949"/>
            <a:ext cx="501723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E6970-4A96-4519-9C0E-11E245D56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EE249-70F5-4359-B699-23D68A50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AE510-A38C-45EE-B061-CB02E4E3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97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9D1A-F943-4838-BA2F-6DF4F2EC9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638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EE401-3424-4696-A6FC-BBEE7937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9D767-A30A-4508-B510-99AB9173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979DC-F3D5-43AB-8A0F-9C8A14E0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452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CDA0B-9BEE-4B57-8F97-96D5645D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2AF2-09A1-4A1C-AEB6-577962B7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99D9-82B1-496C-ABBC-4FF0C375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590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7D9AFA4-EB8E-4091-A5E2-1B9D163A0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F25018FE-FB44-4E2E-A181-B3476F3E8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C7CD4B-70DE-49E2-A336-B6F43F58F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4B8BFC9-6F67-47CB-BAE4-45260FBAF397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40F836E5-3C5B-4DE7-B09A-AE00DEE730A9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8E1B8E4-080E-4F43-B33F-59DD21B6B658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07639D4-740A-4B71-8393-99CA375EB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AE7E56E5-1F6A-442B-B5E0-ED19F815D2E2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3774E986-8FE2-4670-A4C0-96E213269BD7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3A5846DF-A106-4887-BE2C-DCD89DAA6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7E81C-AA51-44A0-B21C-757B2F3B9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195782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438A-298D-4466-B55D-F466C345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68049"/>
            <a:ext cx="4875212" cy="523125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43104-0579-4974-88D2-61DF1A30D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749024"/>
            <a:ext cx="4314825" cy="31199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32755-0632-47CB-AA69-7EFB212FA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D0B4F-5B59-4064-A88B-E9938A40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12E7F-93B8-4E93-BCB3-ADE74FC1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779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3C1870-4E69-4DE7-BF2F-DE8A7881C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7439AB1C-A8A1-4745-9625-B18FE916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ADDC4D-D9AA-48F8-BD10-2D20F1460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1136312-3085-4615-A743-4EE531585B11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29539FE4-376B-4187-A80A-C98EBA23DA30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11DC5D7-2276-4A57-8783-A0EFB00416E9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7D5B578-4971-4ADC-97D8-B9CEF52AA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2D968E77-E43D-4870-93BC-CBF1947336B3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1221D41A-E71E-4587-A876-F8778E7C03E1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50457195-385D-490A-91AB-30B969C61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06FF6D-24FA-4E04-90ED-7DBE228B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2235711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32D78B-0E21-420F-9DFF-6131CB0F7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68049"/>
            <a:ext cx="4958436" cy="52312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2A57-1064-4391-B96B-4D04305E0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941222"/>
            <a:ext cx="4314825" cy="292776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04EB0-850A-4256-8D12-E01A201A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CF4AF-C757-4552-AB8A-3B89C374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2A368-F12B-4B5E-82F0-A6AEE6AF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195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5B40-C529-41A6-8D06-07AF9430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5A354-E2A8-4A91-9D7A-36D9E0915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D3944-2E3D-42BC-B83D-7630699D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C57FA-204E-4A7A-BAE2-DF17BB0FF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DA36D-49FF-495A-8E25-4CCC98E3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03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4ECD05-4E94-4A60-8FDA-700BF100B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olor Fill">
            <a:extLst>
              <a:ext uri="{FF2B5EF4-FFF2-40B4-BE49-F238E27FC236}">
                <a16:creationId xmlns:a16="http://schemas.microsoft.com/office/drawing/2014/main" id="{8BCB0EB2-4067-418C-9465-9D4C71240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E37999-41E7-446D-8C53-B904C3CE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38A90E8-87F8-4150-B5EB-E19C8A01AFB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Graphic 9">
              <a:extLst>
                <a:ext uri="{FF2B5EF4-FFF2-40B4-BE49-F238E27FC236}">
                  <a16:creationId xmlns:a16="http://schemas.microsoft.com/office/drawing/2014/main" id="{724DCA1C-A8E8-4F90-8FAE-85B1426C108A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58D6291-6756-44E3-9FCE-0B2ECA5EE664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37CA96E-9DD9-4172-B63B-50DF43B57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B335AFFE-BF3D-491C-8255-692B9DAC6775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4" name="Graphic 9">
              <a:extLst>
                <a:ext uri="{FF2B5EF4-FFF2-40B4-BE49-F238E27FC236}">
                  <a16:creationId xmlns:a16="http://schemas.microsoft.com/office/drawing/2014/main" id="{AA052AAF-7A7C-4EDB-AE2C-FCA3A756C4E5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0" name="Texture">
            <a:extLst>
              <a:ext uri="{FF2B5EF4-FFF2-40B4-BE49-F238E27FC236}">
                <a16:creationId xmlns:a16="http://schemas.microsoft.com/office/drawing/2014/main" id="{31F99E9D-6528-47AC-B178-7032D0E17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DD302-622D-4E42-BD6F-FAAA98B37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6311" y="668049"/>
            <a:ext cx="2628900" cy="5508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0D9F5-C907-405F-BE11-571C61745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668049"/>
            <a:ext cx="6689098" cy="5508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FD860-3FBD-4FE7-A9FD-1D4A4D10A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367B-81B3-4BD3-9C95-18EC0710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D8E54-346D-4D66-BF99-96DA43F8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934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</a:extLst>
            </p:cNvPr>
            <p:cNvSpPr/>
            <p:nvPr/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</a:extLst>
            </p:cNvPr>
            <p:cNvSpPr/>
            <p:nvPr/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</a:extLst>
            </p:cNvPr>
            <p:cNvSpPr/>
            <p:nvPr/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</a:extLst>
            </p:cNvPr>
            <p:cNvSpPr/>
            <p:nvPr/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</a:extLst>
            </p:cNvPr>
            <p:cNvSpPr/>
            <p:nvPr/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2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1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3083B5-1505-44FE-894D-AA1AB6D6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3930-F8C8-43B1-BC1A-6264F4ACB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096713"/>
            <a:ext cx="7685037" cy="4080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4F2F7-3ECA-43D7-BFF3-FBB407AEA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3/26/26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A193F-0B61-43DD-8E45-EFEAC43E3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1554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25961-D3A8-4945-AEE4-EE1952DBD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7661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88" r:id="rId2"/>
    <p:sldLayoutId id="2147483690" r:id="rId3"/>
    <p:sldLayoutId id="2147483691" r:id="rId4"/>
    <p:sldLayoutId id="2147483692" r:id="rId5"/>
    <p:sldLayoutId id="2147483693" r:id="rId6"/>
    <p:sldLayoutId id="2147483698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C5862-4594-8F3E-EA8E-6C4B7E927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CD87442B-4273-0207-137F-742F181140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4526643"/>
              </p:ext>
            </p:extLst>
          </p:nvPr>
        </p:nvGraphicFramePr>
        <p:xfrm>
          <a:off x="809924" y="411591"/>
          <a:ext cx="10079487" cy="60348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6910300-D95F-0877-3FB5-ACFB12DBFDF1}"/>
              </a:ext>
            </a:extLst>
          </p:cNvPr>
          <p:cNvSpPr txBox="1"/>
          <p:nvPr/>
        </p:nvSpPr>
        <p:spPr>
          <a:xfrm>
            <a:off x="809924" y="4511615"/>
            <a:ext cx="3873260" cy="17543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Total effort: 120 days</a:t>
            </a:r>
          </a:p>
          <a:p>
            <a:r>
              <a:rPr lang="en-GB" dirty="0">
                <a:solidFill>
                  <a:schemeClr val="bg1"/>
                </a:solidFill>
              </a:rPr>
              <a:t>Core Team resources: 75 days</a:t>
            </a:r>
          </a:p>
          <a:p>
            <a:r>
              <a:rPr lang="en-GB" dirty="0">
                <a:solidFill>
                  <a:schemeClr val="bg1"/>
                </a:solidFill>
              </a:rPr>
              <a:t>Additional resources needed: 2</a:t>
            </a:r>
          </a:p>
          <a:p>
            <a:r>
              <a:rPr lang="en-GB" dirty="0">
                <a:solidFill>
                  <a:schemeClr val="bg1"/>
                </a:solidFill>
              </a:rPr>
              <a:t>Start : 02/02/2026</a:t>
            </a:r>
          </a:p>
          <a:p>
            <a:r>
              <a:rPr lang="en-GB" dirty="0">
                <a:solidFill>
                  <a:schemeClr val="bg1"/>
                </a:solidFill>
              </a:rPr>
              <a:t>End: 28/02/2026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6217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88A71334-89B7-DB4F-944E-F5466E9BA6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3949814"/>
              </p:ext>
            </p:extLst>
          </p:nvPr>
        </p:nvGraphicFramePr>
        <p:xfrm>
          <a:off x="2230407" y="160738"/>
          <a:ext cx="10079487" cy="60348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1EEF1B61-4412-3835-1179-E9F5DC854A12}"/>
              </a:ext>
            </a:extLst>
          </p:cNvPr>
          <p:cNvSpPr txBox="1"/>
          <p:nvPr/>
        </p:nvSpPr>
        <p:spPr>
          <a:xfrm>
            <a:off x="431321" y="4813540"/>
            <a:ext cx="3873260" cy="17543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Total effort: 80 days</a:t>
            </a:r>
          </a:p>
          <a:p>
            <a:r>
              <a:rPr lang="en-GB" dirty="0">
                <a:solidFill>
                  <a:schemeClr val="bg1"/>
                </a:solidFill>
              </a:rPr>
              <a:t>Core Team resources: 0 days</a:t>
            </a:r>
          </a:p>
          <a:p>
            <a:r>
              <a:rPr lang="en-GB" dirty="0">
                <a:solidFill>
                  <a:schemeClr val="bg1"/>
                </a:solidFill>
              </a:rPr>
              <a:t>Additional resources needed: 2</a:t>
            </a:r>
          </a:p>
          <a:p>
            <a:r>
              <a:rPr lang="en-GB" dirty="0">
                <a:solidFill>
                  <a:schemeClr val="bg1"/>
                </a:solidFill>
              </a:rPr>
              <a:t>Start : 02/02/2026</a:t>
            </a:r>
          </a:p>
          <a:p>
            <a:r>
              <a:rPr lang="en-GB" dirty="0">
                <a:solidFill>
                  <a:schemeClr val="bg1"/>
                </a:solidFill>
              </a:rPr>
              <a:t>End: 27/03/2026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29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110F0-8241-BE11-EF24-84B72E56B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A5378AB-CF2E-A431-0629-B299690A40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3472008"/>
              </p:ext>
            </p:extLst>
          </p:nvPr>
        </p:nvGraphicFramePr>
        <p:xfrm>
          <a:off x="789796" y="0"/>
          <a:ext cx="10079487" cy="60348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FE52308-2AD7-586B-8410-0FFA322C901A}"/>
              </a:ext>
            </a:extLst>
          </p:cNvPr>
          <p:cNvSpPr txBox="1"/>
          <p:nvPr/>
        </p:nvSpPr>
        <p:spPr>
          <a:xfrm>
            <a:off x="789796" y="5003321"/>
            <a:ext cx="4118634" cy="147732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Total effort: 70 days</a:t>
            </a:r>
          </a:p>
          <a:p>
            <a:r>
              <a:rPr lang="en-GB" dirty="0">
                <a:solidFill>
                  <a:schemeClr val="bg1"/>
                </a:solidFill>
              </a:rPr>
              <a:t>Additional resources required: 0 (UHF)</a:t>
            </a:r>
          </a:p>
          <a:p>
            <a:r>
              <a:rPr lang="en-GB" dirty="0">
                <a:solidFill>
                  <a:schemeClr val="bg1"/>
                </a:solidFill>
              </a:rPr>
              <a:t>Start : 22/01/2026</a:t>
            </a:r>
          </a:p>
          <a:p>
            <a:r>
              <a:rPr lang="en-GB" dirty="0">
                <a:solidFill>
                  <a:schemeClr val="bg1"/>
                </a:solidFill>
              </a:rPr>
              <a:t>End: 28/02/2026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5738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BADEC-217E-6BE0-5C0C-AD58A9D64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09" y="26900"/>
            <a:ext cx="10450629" cy="448668"/>
          </a:xfrm>
        </p:spPr>
        <p:txBody>
          <a:bodyPr>
            <a:normAutofit/>
          </a:bodyPr>
          <a:lstStyle/>
          <a:p>
            <a:r>
              <a:rPr lang="en-GB" sz="2400" dirty="0"/>
              <a:t>Go Live Book of Work – planned activities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1987E32-1EE9-7BDF-2E1B-F1D5BB17DB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738234"/>
              </p:ext>
            </p:extLst>
          </p:nvPr>
        </p:nvGraphicFramePr>
        <p:xfrm>
          <a:off x="252067" y="475568"/>
          <a:ext cx="11687866" cy="6186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4097">
                  <a:extLst>
                    <a:ext uri="{9D8B030D-6E8A-4147-A177-3AD203B41FA5}">
                      <a16:colId xmlns:a16="http://schemas.microsoft.com/office/drawing/2014/main" val="4092827344"/>
                    </a:ext>
                  </a:extLst>
                </a:gridCol>
                <a:gridCol w="4530384">
                  <a:extLst>
                    <a:ext uri="{9D8B030D-6E8A-4147-A177-3AD203B41FA5}">
                      <a16:colId xmlns:a16="http://schemas.microsoft.com/office/drawing/2014/main" val="3345211010"/>
                    </a:ext>
                  </a:extLst>
                </a:gridCol>
                <a:gridCol w="1298494">
                  <a:extLst>
                    <a:ext uri="{9D8B030D-6E8A-4147-A177-3AD203B41FA5}">
                      <a16:colId xmlns:a16="http://schemas.microsoft.com/office/drawing/2014/main" val="3480085486"/>
                    </a:ext>
                  </a:extLst>
                </a:gridCol>
                <a:gridCol w="858992">
                  <a:extLst>
                    <a:ext uri="{9D8B030D-6E8A-4147-A177-3AD203B41FA5}">
                      <a16:colId xmlns:a16="http://schemas.microsoft.com/office/drawing/2014/main" val="3959019005"/>
                    </a:ext>
                  </a:extLst>
                </a:gridCol>
                <a:gridCol w="899896">
                  <a:extLst>
                    <a:ext uri="{9D8B030D-6E8A-4147-A177-3AD203B41FA5}">
                      <a16:colId xmlns:a16="http://schemas.microsoft.com/office/drawing/2014/main" val="2712906345"/>
                    </a:ext>
                  </a:extLst>
                </a:gridCol>
                <a:gridCol w="1176003">
                  <a:extLst>
                    <a:ext uri="{9D8B030D-6E8A-4147-A177-3AD203B41FA5}">
                      <a16:colId xmlns:a16="http://schemas.microsoft.com/office/drawing/2014/main" val="3988218301"/>
                    </a:ext>
                  </a:extLst>
                </a:gridCol>
              </a:tblGrid>
              <a:tr h="442829">
                <a:tc>
                  <a:txBody>
                    <a:bodyPr/>
                    <a:lstStyle/>
                    <a:p>
                      <a:r>
                        <a:rPr lang="en-GB" sz="1600" dirty="0"/>
                        <a:t>Deliverable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Effort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ETC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633653"/>
                  </a:ext>
                </a:extLst>
              </a:tr>
              <a:tr h="362965">
                <a:tc>
                  <a:txBody>
                    <a:bodyPr/>
                    <a:lstStyle/>
                    <a:p>
                      <a:r>
                        <a:rPr lang="en-GB" sz="1200" dirty="0"/>
                        <a:t>Ledger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Maintains the ledger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13/03/2026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754131"/>
                  </a:ext>
                </a:extLst>
              </a:tr>
              <a:tr h="362965">
                <a:tc>
                  <a:txBody>
                    <a:bodyPr/>
                    <a:lstStyle/>
                    <a:p>
                      <a:r>
                        <a:rPr lang="en-GB" sz="1200" dirty="0"/>
                        <a:t>Recon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EOD reconciliation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90%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24/03/2026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65220"/>
                  </a:ext>
                </a:extLst>
              </a:tr>
              <a:tr h="362965">
                <a:tc>
                  <a:txBody>
                    <a:bodyPr/>
                    <a:lstStyle/>
                    <a:p>
                      <a:r>
                        <a:rPr lang="en-GB" sz="1200" dirty="0"/>
                        <a:t>COP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Confirmation of Payee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10/02/2026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181367"/>
                  </a:ext>
                </a:extLst>
              </a:tr>
              <a:tr h="362965">
                <a:tc>
                  <a:txBody>
                    <a:bodyPr/>
                    <a:lstStyle/>
                    <a:p>
                      <a:r>
                        <a:rPr lang="en-GB" sz="1200" dirty="0"/>
                        <a:t>COP in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COP used in user/admin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16/02/2026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818357"/>
                  </a:ext>
                </a:extLst>
              </a:tr>
              <a:tr h="362965">
                <a:tc>
                  <a:txBody>
                    <a:bodyPr/>
                    <a:lstStyle/>
                    <a:p>
                      <a:r>
                        <a:rPr lang="en-GB" sz="1200" dirty="0"/>
                        <a:t>User portal / Admin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Web app for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27/02/2026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565666"/>
                  </a:ext>
                </a:extLst>
              </a:tr>
              <a:tr h="415296">
                <a:tc>
                  <a:txBody>
                    <a:bodyPr/>
                    <a:lstStyle/>
                    <a:p>
                      <a:r>
                        <a:rPr lang="en-GB" sz="1200" dirty="0"/>
                        <a:t>Card lifecycle – Elevate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Processing different stages of card transaction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27/02/2026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092511"/>
                  </a:ext>
                </a:extLst>
              </a:tr>
              <a:tr h="3160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FPMS integration - Elevate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Forwarding of daily transactions to FPMS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27/02/2026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1793362"/>
                  </a:ext>
                </a:extLst>
              </a:tr>
              <a:tr h="353479">
                <a:tc>
                  <a:txBody>
                    <a:bodyPr/>
                    <a:lstStyle/>
                    <a:p>
                      <a:r>
                        <a:rPr lang="en-GB" sz="1200" dirty="0"/>
                        <a:t>JIRA issues – reviewed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Issues raised by Arbab/Amandeep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27/02/2026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975435"/>
                  </a:ext>
                </a:extLst>
              </a:tr>
              <a:tr h="3626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Automated account opening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Triggered by FPMS customer approval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13/03/2026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120371"/>
                  </a:ext>
                </a:extLst>
              </a:tr>
              <a:tr h="3527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Multi-tenancy – Core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Enabling different tenants using the backend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23/04/2026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793206"/>
                  </a:ext>
                </a:extLst>
              </a:tr>
              <a:tr h="354724">
                <a:tc>
                  <a:txBody>
                    <a:bodyPr/>
                    <a:lstStyle/>
                    <a:p>
                      <a:r>
                        <a:rPr lang="en-GB" sz="1200" dirty="0"/>
                        <a:t>Comprehensive Audit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Audit trail of user actions during a session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UI + 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04/03/2026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06378"/>
                  </a:ext>
                </a:extLst>
              </a:tr>
              <a:tr h="354724">
                <a:tc>
                  <a:txBody>
                    <a:bodyPr/>
                    <a:lstStyle/>
                    <a:p>
                      <a:r>
                        <a:rPr lang="en-GB" sz="1200" dirty="0"/>
                        <a:t>V2 SIT deploy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New version with change request, bug fixes, usability fixes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05/03/2026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7712382"/>
                  </a:ext>
                </a:extLst>
              </a:tr>
              <a:tr h="354724">
                <a:tc>
                  <a:txBody>
                    <a:bodyPr/>
                    <a:lstStyle/>
                    <a:p>
                      <a:r>
                        <a:rPr lang="en-GB" sz="1200" dirty="0"/>
                        <a:t>Day-1 data seeding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Data seeding for Go Live Day-1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13/03/2026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535871"/>
                  </a:ext>
                </a:extLst>
              </a:tr>
              <a:tr h="3547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Card</a:t>
                      </a:r>
                      <a:r>
                        <a:rPr lang="en-GB" sz="1200" dirty="0"/>
                        <a:t> lifecycle – CMS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chargeback, reversal, refund, reconciliation outstanding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CMS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31/03/2026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1052080"/>
                  </a:ext>
                </a:extLst>
              </a:tr>
              <a:tr h="354724">
                <a:tc>
                  <a:txBody>
                    <a:bodyPr/>
                    <a:lstStyle/>
                    <a:p>
                      <a:r>
                        <a:rPr lang="en-GB" sz="1200" dirty="0"/>
                        <a:t>UI-CMS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User portal integration with CMS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12/03/2026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097765"/>
                  </a:ext>
                </a:extLst>
              </a:tr>
              <a:tr h="354724">
                <a:tc>
                  <a:txBody>
                    <a:bodyPr/>
                    <a:lstStyle/>
                    <a:p>
                      <a:r>
                        <a:rPr lang="en-GB" sz="1200" dirty="0"/>
                        <a:t>UI-CMS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Admin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28/03/2026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941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2929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25F6-42AF-8DE1-2F66-3297C2A69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EAA33-E965-1459-0729-2F4723FC4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148" y="129209"/>
            <a:ext cx="10450629" cy="522622"/>
          </a:xfrm>
        </p:spPr>
        <p:txBody>
          <a:bodyPr>
            <a:normAutofit/>
          </a:bodyPr>
          <a:lstStyle/>
          <a:p>
            <a:r>
              <a:rPr lang="en-GB" sz="2400" dirty="0"/>
              <a:t>Go Live Book of Work – unplanned activities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F134347-DACB-1A0E-F91A-DFFC22A3C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367145"/>
              </p:ext>
            </p:extLst>
          </p:nvPr>
        </p:nvGraphicFramePr>
        <p:xfrm>
          <a:off x="220718" y="965642"/>
          <a:ext cx="11557820" cy="5247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866">
                  <a:extLst>
                    <a:ext uri="{9D8B030D-6E8A-4147-A177-3AD203B41FA5}">
                      <a16:colId xmlns:a16="http://schemas.microsoft.com/office/drawing/2014/main" val="4092827344"/>
                    </a:ext>
                  </a:extLst>
                </a:gridCol>
                <a:gridCol w="5363851">
                  <a:extLst>
                    <a:ext uri="{9D8B030D-6E8A-4147-A177-3AD203B41FA5}">
                      <a16:colId xmlns:a16="http://schemas.microsoft.com/office/drawing/2014/main" val="3345211010"/>
                    </a:ext>
                  </a:extLst>
                </a:gridCol>
                <a:gridCol w="1461155">
                  <a:extLst>
                    <a:ext uri="{9D8B030D-6E8A-4147-A177-3AD203B41FA5}">
                      <a16:colId xmlns:a16="http://schemas.microsoft.com/office/drawing/2014/main" val="1176469109"/>
                    </a:ext>
                  </a:extLst>
                </a:gridCol>
                <a:gridCol w="811050">
                  <a:extLst>
                    <a:ext uri="{9D8B030D-6E8A-4147-A177-3AD203B41FA5}">
                      <a16:colId xmlns:a16="http://schemas.microsoft.com/office/drawing/2014/main" val="3959019005"/>
                    </a:ext>
                  </a:extLst>
                </a:gridCol>
                <a:gridCol w="1158898">
                  <a:extLst>
                    <a:ext uri="{9D8B030D-6E8A-4147-A177-3AD203B41FA5}">
                      <a16:colId xmlns:a16="http://schemas.microsoft.com/office/drawing/2014/main" val="3988218301"/>
                    </a:ext>
                  </a:extLst>
                </a:gridCol>
              </a:tblGrid>
              <a:tr h="394663">
                <a:tc>
                  <a:txBody>
                    <a:bodyPr/>
                    <a:lstStyle/>
                    <a:p>
                      <a:r>
                        <a:rPr lang="en-GB" sz="1600" dirty="0"/>
                        <a:t>Deliverable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ETC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633653"/>
                  </a:ext>
                </a:extLst>
              </a:tr>
              <a:tr h="355197">
                <a:tc>
                  <a:txBody>
                    <a:bodyPr/>
                    <a:lstStyle/>
                    <a:p>
                      <a:r>
                        <a:rPr lang="en-GB" sz="1600" dirty="0"/>
                        <a:t>Mobile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As per Figma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100%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19/03/2026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919120"/>
                  </a:ext>
                </a:extLst>
              </a:tr>
              <a:tr h="355197">
                <a:tc>
                  <a:txBody>
                    <a:bodyPr/>
                    <a:lstStyle/>
                    <a:p>
                      <a:r>
                        <a:rPr lang="en-GB" sz="1600" dirty="0"/>
                        <a:t>System Integration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End-to-end Testing with all the 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100%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27/03/2026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89973"/>
                  </a:ext>
                </a:extLst>
              </a:tr>
              <a:tr h="355197">
                <a:tc>
                  <a:txBody>
                    <a:bodyPr/>
                    <a:lstStyle/>
                    <a:p>
                      <a:r>
                        <a:rPr lang="en-GB" sz="1600" dirty="0"/>
                        <a:t>JIRA issues – some reviewed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High priority of ~40 Functional/Usability Issues raised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Mixed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31/03/2026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173865"/>
                  </a:ext>
                </a:extLst>
              </a:tr>
              <a:tr h="355197">
                <a:tc>
                  <a:txBody>
                    <a:bodyPr/>
                    <a:lstStyle/>
                    <a:p>
                      <a:r>
                        <a:rPr lang="en-GB" sz="1600" dirty="0"/>
                        <a:t>Production 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Configuration, setup and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31/03/2026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6170054"/>
                  </a:ext>
                </a:extLst>
              </a:tr>
              <a:tr h="355197">
                <a:tc>
                  <a:txBody>
                    <a:bodyPr/>
                    <a:lstStyle/>
                    <a:p>
                      <a:r>
                        <a:rPr lang="en-GB" sz="1600" dirty="0"/>
                        <a:t>Build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Build pipeline for prod setup and software installed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07/04/2026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619617"/>
                  </a:ext>
                </a:extLst>
              </a:tr>
              <a:tr h="355197">
                <a:tc>
                  <a:txBody>
                    <a:bodyPr/>
                    <a:lstStyle/>
                    <a:p>
                      <a:r>
                        <a:rPr lang="en-GB" sz="1600" dirty="0"/>
                        <a:t>Pen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Application/infrastructure security testing by 3rd party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24/04/2026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221575"/>
                  </a:ext>
                </a:extLst>
              </a:tr>
              <a:tr h="355197">
                <a:tc>
                  <a:txBody>
                    <a:bodyPr/>
                    <a:lstStyle/>
                    <a:p>
                      <a:r>
                        <a:rPr lang="en-GB" sz="1600" dirty="0"/>
                        <a:t>Card processor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Integration with CLOWD9 and Visa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CMS + 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30/04/2026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3388392"/>
                  </a:ext>
                </a:extLst>
              </a:tr>
              <a:tr h="355197">
                <a:tc>
                  <a:txBody>
                    <a:bodyPr/>
                    <a:lstStyle/>
                    <a:p>
                      <a:r>
                        <a:rPr lang="en-GB" sz="1600" dirty="0"/>
                        <a:t>Banking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Equals Money, Banking Circle, Bank of London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30/04/2026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874878"/>
                  </a:ext>
                </a:extLst>
              </a:tr>
              <a:tr h="2589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JIRA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Additional usability/functionality 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30/04/2026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752536"/>
                  </a:ext>
                </a:extLst>
              </a:tr>
              <a:tr h="2589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Go-Live 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Testing with selected clients, FPMS and banking partners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29/05/2026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623941"/>
                  </a:ext>
                </a:extLst>
              </a:tr>
              <a:tr h="2589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Go-Live – single tenant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Live for frontier-pay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19/06/2026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632112"/>
                  </a:ext>
                </a:extLst>
              </a:tr>
              <a:tr h="258919">
                <a:tc>
                  <a:txBody>
                    <a:bodyPr/>
                    <a:lstStyle/>
                    <a:p>
                      <a:r>
                        <a:rPr lang="en-GB" sz="1600" dirty="0"/>
                        <a:t>White-labelling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Allow configurable branding by tenants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Backend +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30/06/2026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044715"/>
                  </a:ext>
                </a:extLst>
              </a:tr>
              <a:tr h="2589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Go-live date – multi tenant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Live for other EMI’s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31/07/2026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210512"/>
                  </a:ext>
                </a:extLst>
              </a:tr>
              <a:tr h="2589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Customer migration to Elevate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Migration of current </a:t>
                      </a:r>
                      <a:r>
                        <a:rPr lang="en-GB" sz="1600" dirty="0" err="1"/>
                        <a:t>Trusek</a:t>
                      </a:r>
                      <a:r>
                        <a:rPr lang="en-GB" sz="1600" dirty="0"/>
                        <a:t> customers to Elevate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28/08/2026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960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5996036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VTI">
  <a:themeElements>
    <a:clrScheme name="AnalogousFromRegularSeedRightStep">
      <a:dk1>
        <a:srgbClr val="000000"/>
      </a:dk1>
      <a:lt1>
        <a:srgbClr val="FFFFFF"/>
      </a:lt1>
      <a:dk2>
        <a:srgbClr val="1B2430"/>
      </a:dk2>
      <a:lt2>
        <a:srgbClr val="F3F0F0"/>
      </a:lt2>
      <a:accent1>
        <a:srgbClr val="45AFB0"/>
      </a:accent1>
      <a:accent2>
        <a:srgbClr val="3B7EB1"/>
      </a:accent2>
      <a:accent3>
        <a:srgbClr val="4D5FC3"/>
      </a:accent3>
      <a:accent4>
        <a:srgbClr val="5C3DB2"/>
      </a:accent4>
      <a:accent5>
        <a:srgbClr val="9D4DC3"/>
      </a:accent5>
      <a:accent6>
        <a:srgbClr val="B13BA6"/>
      </a:accent6>
      <a:hlink>
        <a:srgbClr val="BF413F"/>
      </a:hlink>
      <a:folHlink>
        <a:srgbClr val="7F7F7F"/>
      </a:folHlink>
    </a:clrScheme>
    <a:fontScheme name="Tropic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opicVTI" id="{DE8751F2-0439-4D1D-A674-AFC241C9701D}" vid="{C41D9140-98E0-4A26-97C4-97FDCB8D6E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486070</TotalTime>
  <Words>628</Words>
  <Application>Microsoft Macintosh PowerPoint</Application>
  <PresentationFormat>Widescreen</PresentationFormat>
  <Paragraphs>243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Gill Sans Nova</vt:lpstr>
      <vt:lpstr>TropicVTI</vt:lpstr>
      <vt:lpstr>PowerPoint Presentation</vt:lpstr>
      <vt:lpstr>PowerPoint Presentation</vt:lpstr>
      <vt:lpstr>PowerPoint Presentation</vt:lpstr>
      <vt:lpstr>Go Live Book of Work – planned activities</vt:lpstr>
      <vt:lpstr>Go Live Book of Work – unplanned activities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payment process</dc:title>
  <dc:creator>Hamid Lahooti</dc:creator>
  <cp:lastModifiedBy>no-reply</cp:lastModifiedBy>
  <cp:revision>787</cp:revision>
  <cp:lastPrinted>2022-04-28T06:37:59Z</cp:lastPrinted>
  <dcterms:created xsi:type="dcterms:W3CDTF">2022-04-22T06:49:27Z</dcterms:created>
  <dcterms:modified xsi:type="dcterms:W3CDTF">2026-03-31T15:21:08Z</dcterms:modified>
</cp:coreProperties>
</file>